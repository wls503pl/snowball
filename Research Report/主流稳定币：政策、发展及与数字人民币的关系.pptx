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0704195" cy="6015990"/>
  <p:notesSz cx="7559675" cy="106914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2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 hasCustomPrompt="1"/>
          </p:nvPr>
        </p:nvSpPr>
        <p:spPr>
          <a:xfrm>
            <a:off x="534960" y="1020600"/>
            <a:ext cx="9633240" cy="80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 hasCustomPrompt="1"/>
          </p:nvPr>
        </p:nvSpPr>
        <p:spPr>
          <a:xfrm>
            <a:off x="534960" y="1958400"/>
            <a:ext cx="9633240" cy="280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1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 hasCustomPrompt="1"/>
          </p:nvPr>
        </p:nvSpPr>
        <p:spPr>
          <a:xfrm>
            <a:off x="534960" y="1020600"/>
            <a:ext cx="9633240" cy="80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 hasCustomPrompt="1"/>
          </p:nvPr>
        </p:nvSpPr>
        <p:spPr>
          <a:xfrm>
            <a:off x="534960" y="1958400"/>
            <a:ext cx="9633240" cy="280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1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 hasCustomPrompt="1"/>
          </p:nvPr>
        </p:nvSpPr>
        <p:spPr>
          <a:xfrm>
            <a:off x="534960" y="1020600"/>
            <a:ext cx="9633240" cy="80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 hasCustomPrompt="1"/>
          </p:nvPr>
        </p:nvSpPr>
        <p:spPr>
          <a:xfrm>
            <a:off x="534960" y="1958400"/>
            <a:ext cx="9633240" cy="280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1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 hasCustomPrompt="1"/>
          </p:nvPr>
        </p:nvSpPr>
        <p:spPr>
          <a:xfrm>
            <a:off x="534960" y="1020600"/>
            <a:ext cx="9633240" cy="80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 hasCustomPrompt="1"/>
          </p:nvPr>
        </p:nvSpPr>
        <p:spPr>
          <a:xfrm>
            <a:off x="534960" y="1958400"/>
            <a:ext cx="9633240" cy="280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1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 hasCustomPrompt="1"/>
          </p:nvPr>
        </p:nvSpPr>
        <p:spPr>
          <a:xfrm>
            <a:off x="534960" y="1020600"/>
            <a:ext cx="9633240" cy="80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 hasCustomPrompt="1"/>
          </p:nvPr>
        </p:nvSpPr>
        <p:spPr>
          <a:xfrm>
            <a:off x="534960" y="1958400"/>
            <a:ext cx="9633240" cy="280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 hasCustomPrompt="1"/>
          </p:nvPr>
        </p:nvSpPr>
        <p:spPr>
          <a:xfrm>
            <a:off x="534960" y="1020600"/>
            <a:ext cx="9633240" cy="80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 hasCustomPrompt="1"/>
          </p:nvPr>
        </p:nvSpPr>
        <p:spPr>
          <a:xfrm>
            <a:off x="534960" y="1958400"/>
            <a:ext cx="9633240" cy="280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 hasCustomPrompt="1"/>
          </p:nvPr>
        </p:nvSpPr>
        <p:spPr>
          <a:xfrm>
            <a:off x="534960" y="1020600"/>
            <a:ext cx="9633240" cy="80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 hasCustomPrompt="1"/>
          </p:nvPr>
        </p:nvSpPr>
        <p:spPr>
          <a:xfrm>
            <a:off x="534960" y="1958400"/>
            <a:ext cx="9633240" cy="280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 hasCustomPrompt="1"/>
          </p:nvPr>
        </p:nvSpPr>
        <p:spPr>
          <a:xfrm>
            <a:off x="534960" y="1020600"/>
            <a:ext cx="9633240" cy="80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 hasCustomPrompt="1"/>
          </p:nvPr>
        </p:nvSpPr>
        <p:spPr>
          <a:xfrm>
            <a:off x="534960" y="1958400"/>
            <a:ext cx="9633240" cy="280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slideLayout" Target="../slideLayouts/slideLayout8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17.png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24.png"/><Relationship Id="rId14" Type="http://schemas.openxmlformats.org/officeDocument/2006/relationships/image" Target="../media/image23.png"/><Relationship Id="rId13" Type="http://schemas.openxmlformats.org/officeDocument/2006/relationships/image" Target="../media/image22.png"/><Relationship Id="rId12" Type="http://schemas.openxmlformats.org/officeDocument/2006/relationships/image" Target="../media/image21.png"/><Relationship Id="rId11" Type="http://schemas.openxmlformats.org/officeDocument/2006/relationships/image" Target="../media/image20.png"/><Relationship Id="rId10" Type="http://schemas.openxmlformats.org/officeDocument/2006/relationships/image" Target="../media/image19.png"/><Relationship Id="rId1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image" Target="../media/image30.png"/><Relationship Id="rId7" Type="http://schemas.openxmlformats.org/officeDocument/2006/relationships/image" Target="../media/image29.png"/><Relationship Id="rId6" Type="http://schemas.openxmlformats.org/officeDocument/2006/relationships/image" Target="../media/image28.png"/><Relationship Id="rId5" Type="http://schemas.openxmlformats.org/officeDocument/2006/relationships/image" Target="../media/image6.pn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4" Type="http://schemas.openxmlformats.org/officeDocument/2006/relationships/slideLayout" Target="../slideLayouts/slideLayout6.xml"/><Relationship Id="rId13" Type="http://schemas.openxmlformats.org/officeDocument/2006/relationships/image" Target="../media/image35.png"/><Relationship Id="rId12" Type="http://schemas.openxmlformats.org/officeDocument/2006/relationships/image" Target="../media/image34.png"/><Relationship Id="rId11" Type="http://schemas.openxmlformats.org/officeDocument/2006/relationships/image" Target="../media/image33.png"/><Relationship Id="rId10" Type="http://schemas.openxmlformats.org/officeDocument/2006/relationships/image" Target="../media/image3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43.png"/><Relationship Id="rId8" Type="http://schemas.openxmlformats.org/officeDocument/2006/relationships/image" Target="../media/image42.png"/><Relationship Id="rId7" Type="http://schemas.openxmlformats.org/officeDocument/2006/relationships/image" Target="../media/image41.png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2" Type="http://schemas.openxmlformats.org/officeDocument/2006/relationships/slideLayout" Target="../slideLayouts/slideLayout6.xml"/><Relationship Id="rId11" Type="http://schemas.openxmlformats.org/officeDocument/2006/relationships/image" Target="../media/image45.png"/><Relationship Id="rId10" Type="http://schemas.openxmlformats.org/officeDocument/2006/relationships/image" Target="../media/image44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51.png"/><Relationship Id="rId7" Type="http://schemas.openxmlformats.org/officeDocument/2006/relationships/image" Target="../media/image50.png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3" Type="http://schemas.openxmlformats.org/officeDocument/2006/relationships/image" Target="../media/image36.png"/><Relationship Id="rId2" Type="http://schemas.openxmlformats.org/officeDocument/2006/relationships/image" Target="../media/image46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8.png"/><Relationship Id="rId8" Type="http://schemas.openxmlformats.org/officeDocument/2006/relationships/image" Target="../media/image57.png"/><Relationship Id="rId7" Type="http://schemas.openxmlformats.org/officeDocument/2006/relationships/image" Target="../media/image56.png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3" Type="http://schemas.openxmlformats.org/officeDocument/2006/relationships/image" Target="../media/image36.png"/><Relationship Id="rId2" Type="http://schemas.openxmlformats.org/officeDocument/2006/relationships/image" Target="../media/image52.png"/><Relationship Id="rId12" Type="http://schemas.openxmlformats.org/officeDocument/2006/relationships/slideLayout" Target="../slideLayouts/slideLayout6.xml"/><Relationship Id="rId11" Type="http://schemas.openxmlformats.org/officeDocument/2006/relationships/image" Target="../media/image60.png"/><Relationship Id="rId10" Type="http://schemas.openxmlformats.org/officeDocument/2006/relationships/image" Target="../media/image59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69.png"/><Relationship Id="rId8" Type="http://schemas.openxmlformats.org/officeDocument/2006/relationships/image" Target="../media/image68.png"/><Relationship Id="rId7" Type="http://schemas.openxmlformats.org/officeDocument/2006/relationships/image" Target="../media/image67.png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2" Type="http://schemas.openxmlformats.org/officeDocument/2006/relationships/slideLayout" Target="../slideLayouts/slideLayout5.xml"/><Relationship Id="rId11" Type="http://schemas.openxmlformats.org/officeDocument/2006/relationships/image" Target="../media/image47.png"/><Relationship Id="rId10" Type="http://schemas.openxmlformats.org/officeDocument/2006/relationships/image" Target="../media/image36.png"/><Relationship Id="rId1" Type="http://schemas.openxmlformats.org/officeDocument/2006/relationships/image" Target="../media/image6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78.png"/><Relationship Id="rId8" Type="http://schemas.openxmlformats.org/officeDocument/2006/relationships/image" Target="../media/image77.png"/><Relationship Id="rId7" Type="http://schemas.openxmlformats.org/officeDocument/2006/relationships/image" Target="../media/image76.png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0" Type="http://schemas.openxmlformats.org/officeDocument/2006/relationships/slideLayout" Target="../slideLayouts/slideLayout4.xml"/><Relationship Id="rId1" Type="http://schemas.openxmlformats.org/officeDocument/2006/relationships/image" Target="../media/image70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87.png"/><Relationship Id="rId8" Type="http://schemas.openxmlformats.org/officeDocument/2006/relationships/image" Target="../media/image86.png"/><Relationship Id="rId7" Type="http://schemas.openxmlformats.org/officeDocument/2006/relationships/image" Target="../media/image85.png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2" Type="http://schemas.openxmlformats.org/officeDocument/2006/relationships/slideLayout" Target="../slideLayouts/slideLayout3.xml"/><Relationship Id="rId11" Type="http://schemas.openxmlformats.org/officeDocument/2006/relationships/image" Target="../media/image89.png"/><Relationship Id="rId10" Type="http://schemas.openxmlformats.org/officeDocument/2006/relationships/image" Target="../media/image88.png"/><Relationship Id="rId1" Type="http://schemas.openxmlformats.org/officeDocument/2006/relationships/image" Target="../media/image79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98.png"/><Relationship Id="rId8" Type="http://schemas.openxmlformats.org/officeDocument/2006/relationships/image" Target="../media/image97.png"/><Relationship Id="rId7" Type="http://schemas.openxmlformats.org/officeDocument/2006/relationships/image" Target="../media/image96.png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Relationship Id="rId3" Type="http://schemas.openxmlformats.org/officeDocument/2006/relationships/image" Target="../media/image92.png"/><Relationship Id="rId23" Type="http://schemas.openxmlformats.org/officeDocument/2006/relationships/slideLayout" Target="../slideLayouts/slideLayout2.xml"/><Relationship Id="rId22" Type="http://schemas.openxmlformats.org/officeDocument/2006/relationships/image" Target="../media/image48.png"/><Relationship Id="rId21" Type="http://schemas.openxmlformats.org/officeDocument/2006/relationships/image" Target="../media/image69.png"/><Relationship Id="rId20" Type="http://schemas.openxmlformats.org/officeDocument/2006/relationships/image" Target="../media/image109.png"/><Relationship Id="rId2" Type="http://schemas.openxmlformats.org/officeDocument/2006/relationships/image" Target="../media/image91.png"/><Relationship Id="rId19" Type="http://schemas.openxmlformats.org/officeDocument/2006/relationships/image" Target="../media/image108.png"/><Relationship Id="rId18" Type="http://schemas.openxmlformats.org/officeDocument/2006/relationships/image" Target="../media/image107.png"/><Relationship Id="rId17" Type="http://schemas.openxmlformats.org/officeDocument/2006/relationships/image" Target="../media/image106.png"/><Relationship Id="rId16" Type="http://schemas.openxmlformats.org/officeDocument/2006/relationships/image" Target="../media/image105.png"/><Relationship Id="rId15" Type="http://schemas.openxmlformats.org/officeDocument/2006/relationships/image" Target="../media/image104.png"/><Relationship Id="rId14" Type="http://schemas.openxmlformats.org/officeDocument/2006/relationships/image" Target="../media/image103.png"/><Relationship Id="rId13" Type="http://schemas.openxmlformats.org/officeDocument/2006/relationships/image" Target="../media/image102.png"/><Relationship Id="rId12" Type="http://schemas.openxmlformats.org/officeDocument/2006/relationships/image" Target="../media/image101.png"/><Relationship Id="rId11" Type="http://schemas.openxmlformats.org/officeDocument/2006/relationships/image" Target="../media/image100.png"/><Relationship Id="rId10" Type="http://schemas.openxmlformats.org/officeDocument/2006/relationships/image" Target="../media/image99.png"/><Relationship Id="rId1" Type="http://schemas.openxmlformats.org/officeDocument/2006/relationships/image" Target="../media/image9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7" Type="http://schemas.openxmlformats.org/officeDocument/2006/relationships/image" Target="../media/image115.png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image" Target="../media/image112.png"/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2.png"/><Relationship Id="rId8" Type="http://schemas.openxmlformats.org/officeDocument/2006/relationships/image" Target="../media/image121.png"/><Relationship Id="rId7" Type="http://schemas.openxmlformats.org/officeDocument/2006/relationships/image" Target="../media/image36.png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7" Type="http://schemas.openxmlformats.org/officeDocument/2006/relationships/slideLayout" Target="../slideLayouts/slideLayout6.xml"/><Relationship Id="rId16" Type="http://schemas.openxmlformats.org/officeDocument/2006/relationships/image" Target="../media/image129.png"/><Relationship Id="rId15" Type="http://schemas.openxmlformats.org/officeDocument/2006/relationships/image" Target="../media/image128.png"/><Relationship Id="rId14" Type="http://schemas.openxmlformats.org/officeDocument/2006/relationships/image" Target="../media/image127.png"/><Relationship Id="rId13" Type="http://schemas.openxmlformats.org/officeDocument/2006/relationships/image" Target="../media/image126.png"/><Relationship Id="rId12" Type="http://schemas.openxmlformats.org/officeDocument/2006/relationships/image" Target="../media/image125.png"/><Relationship Id="rId11" Type="http://schemas.openxmlformats.org/officeDocument/2006/relationships/image" Target="../media/image124.png"/><Relationship Id="rId10" Type="http://schemas.openxmlformats.org/officeDocument/2006/relationships/image" Target="../media/image123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7.png"/><Relationship Id="rId8" Type="http://schemas.openxmlformats.org/officeDocument/2006/relationships/image" Target="../media/image136.png"/><Relationship Id="rId7" Type="http://schemas.openxmlformats.org/officeDocument/2006/relationships/image" Target="../media/image135.png"/><Relationship Id="rId6" Type="http://schemas.openxmlformats.org/officeDocument/2006/relationships/image" Target="../media/image134.png"/><Relationship Id="rId5" Type="http://schemas.openxmlformats.org/officeDocument/2006/relationships/image" Target="../media/image133.png"/><Relationship Id="rId4" Type="http://schemas.openxmlformats.org/officeDocument/2006/relationships/image" Target="../media/image132.png"/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9" Type="http://schemas.openxmlformats.org/officeDocument/2006/relationships/slideLayout" Target="../slideLayouts/slideLayout6.xml"/><Relationship Id="rId18" Type="http://schemas.openxmlformats.org/officeDocument/2006/relationships/image" Target="../media/image145.png"/><Relationship Id="rId17" Type="http://schemas.openxmlformats.org/officeDocument/2006/relationships/image" Target="../media/image144.png"/><Relationship Id="rId16" Type="http://schemas.openxmlformats.org/officeDocument/2006/relationships/image" Target="../media/image143.png"/><Relationship Id="rId15" Type="http://schemas.openxmlformats.org/officeDocument/2006/relationships/image" Target="../media/image6.png"/><Relationship Id="rId14" Type="http://schemas.openxmlformats.org/officeDocument/2006/relationships/image" Target="../media/image142.png"/><Relationship Id="rId13" Type="http://schemas.openxmlformats.org/officeDocument/2006/relationships/image" Target="../media/image141.png"/><Relationship Id="rId12" Type="http://schemas.openxmlformats.org/officeDocument/2006/relationships/image" Target="../media/image140.png"/><Relationship Id="rId11" Type="http://schemas.openxmlformats.org/officeDocument/2006/relationships/image" Target="../media/image139.png"/><Relationship Id="rId10" Type="http://schemas.openxmlformats.org/officeDocument/2006/relationships/image" Target="../media/image138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3.png"/><Relationship Id="rId8" Type="http://schemas.openxmlformats.org/officeDocument/2006/relationships/image" Target="../media/image152.png"/><Relationship Id="rId7" Type="http://schemas.openxmlformats.org/officeDocument/2006/relationships/image" Target="../media/image151.png"/><Relationship Id="rId6" Type="http://schemas.openxmlformats.org/officeDocument/2006/relationships/image" Target="../media/image150.png"/><Relationship Id="rId5" Type="http://schemas.openxmlformats.org/officeDocument/2006/relationships/image" Target="../media/image149.png"/><Relationship Id="rId4" Type="http://schemas.openxmlformats.org/officeDocument/2006/relationships/image" Target="../media/image148.png"/><Relationship Id="rId3" Type="http://schemas.openxmlformats.org/officeDocument/2006/relationships/image" Target="../media/image147.png"/><Relationship Id="rId2" Type="http://schemas.openxmlformats.org/officeDocument/2006/relationships/image" Target="../media/image36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46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9.png"/><Relationship Id="rId8" Type="http://schemas.openxmlformats.org/officeDocument/2006/relationships/image" Target="../media/image158.png"/><Relationship Id="rId7" Type="http://schemas.openxmlformats.org/officeDocument/2006/relationships/image" Target="../media/image25.png"/><Relationship Id="rId6" Type="http://schemas.openxmlformats.org/officeDocument/2006/relationships/image" Target="../media/image157.png"/><Relationship Id="rId5" Type="http://schemas.openxmlformats.org/officeDocument/2006/relationships/image" Target="../media/image32.png"/><Relationship Id="rId4" Type="http://schemas.openxmlformats.org/officeDocument/2006/relationships/image" Target="../media/image156.png"/><Relationship Id="rId3" Type="http://schemas.openxmlformats.org/officeDocument/2006/relationships/image" Target="../media/image155.png"/><Relationship Id="rId2" Type="http://schemas.openxmlformats.org/officeDocument/2006/relationships/image" Target="../media/image154.png"/><Relationship Id="rId10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圖片 15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任意多邊形 16"/>
          <p:cNvSpPr/>
          <p:nvPr/>
        </p:nvSpPr>
        <p:spPr>
          <a:xfrm>
            <a:off x="2506680" y="835560"/>
            <a:ext cx="17280" cy="1671480"/>
          </a:xfrm>
          <a:custGeom>
            <a:avLst/>
            <a:gdLst/>
            <a:ahLst/>
            <a:cxnLst/>
            <a:rect l="0" t="0" r="r" b="b"/>
            <a:pathLst>
              <a:path w="48" h="4643">
                <a:moveTo>
                  <a:pt x="0" y="0"/>
                </a:moveTo>
                <a:lnTo>
                  <a:pt x="48" y="0"/>
                </a:lnTo>
                <a:lnTo>
                  <a:pt x="48" y="4643"/>
                </a:lnTo>
                <a:lnTo>
                  <a:pt x="0" y="4643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" name="任意多邊形 17"/>
          <p:cNvSpPr/>
          <p:nvPr/>
        </p:nvSpPr>
        <p:spPr>
          <a:xfrm>
            <a:off x="7520760" y="4178160"/>
            <a:ext cx="17280" cy="1253880"/>
          </a:xfrm>
          <a:custGeom>
            <a:avLst/>
            <a:gdLst/>
            <a:ahLst/>
            <a:cxnLst/>
            <a:rect l="0" t="0" r="r" b="b"/>
            <a:pathLst>
              <a:path w="48" h="3483">
                <a:moveTo>
                  <a:pt x="0" y="0"/>
                </a:moveTo>
                <a:lnTo>
                  <a:pt x="48" y="0"/>
                </a:lnTo>
                <a:lnTo>
                  <a:pt x="48" y="3483"/>
                </a:lnTo>
                <a:lnTo>
                  <a:pt x="0" y="3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" name="任意多邊形 18"/>
          <p:cNvSpPr/>
          <p:nvPr/>
        </p:nvSpPr>
        <p:spPr>
          <a:xfrm>
            <a:off x="8356680" y="1671120"/>
            <a:ext cx="16920" cy="1504440"/>
          </a:xfrm>
          <a:custGeom>
            <a:avLst/>
            <a:gdLst/>
            <a:ahLst/>
            <a:cxnLst/>
            <a:rect l="0" t="0" r="r" b="b"/>
            <a:pathLst>
              <a:path w="47" h="4179">
                <a:moveTo>
                  <a:pt x="0" y="0"/>
                </a:moveTo>
                <a:lnTo>
                  <a:pt x="47" y="0"/>
                </a:lnTo>
                <a:lnTo>
                  <a:pt x="47" y="4179"/>
                </a:lnTo>
                <a:lnTo>
                  <a:pt x="0" y="41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" name="任意多邊形 19"/>
          <p:cNvSpPr/>
          <p:nvPr/>
        </p:nvSpPr>
        <p:spPr>
          <a:xfrm>
            <a:off x="1671120" y="3342600"/>
            <a:ext cx="17280" cy="2089440"/>
          </a:xfrm>
          <a:custGeom>
            <a:avLst/>
            <a:gdLst/>
            <a:ahLst/>
            <a:cxnLst/>
            <a:rect l="0" t="0" r="r" b="b"/>
            <a:pathLst>
              <a:path w="48" h="5804">
                <a:moveTo>
                  <a:pt x="0" y="0"/>
                </a:moveTo>
                <a:lnTo>
                  <a:pt x="48" y="0"/>
                </a:lnTo>
                <a:lnTo>
                  <a:pt x="48" y="5804"/>
                </a:lnTo>
                <a:lnTo>
                  <a:pt x="0" y="58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" name="任意多邊形 20"/>
          <p:cNvSpPr/>
          <p:nvPr/>
        </p:nvSpPr>
        <p:spPr>
          <a:xfrm>
            <a:off x="1504080" y="1002600"/>
            <a:ext cx="835920" cy="835920"/>
          </a:xfrm>
          <a:custGeom>
            <a:avLst/>
            <a:gdLst/>
            <a:ahLst/>
            <a:cxnLst/>
            <a:rect l="0" t="0" r="r" b="b"/>
            <a:pathLst>
              <a:path w="2322" h="2322">
                <a:moveTo>
                  <a:pt x="22" y="935"/>
                </a:moveTo>
                <a:cubicBezTo>
                  <a:pt x="37" y="861"/>
                  <a:pt x="59" y="788"/>
                  <a:pt x="88" y="718"/>
                </a:cubicBezTo>
                <a:cubicBezTo>
                  <a:pt x="117" y="646"/>
                  <a:pt x="153" y="579"/>
                  <a:pt x="195" y="516"/>
                </a:cubicBezTo>
                <a:cubicBezTo>
                  <a:pt x="238" y="453"/>
                  <a:pt x="286" y="394"/>
                  <a:pt x="340" y="340"/>
                </a:cubicBezTo>
                <a:cubicBezTo>
                  <a:pt x="394" y="286"/>
                  <a:pt x="452" y="238"/>
                  <a:pt x="516" y="196"/>
                </a:cubicBezTo>
                <a:cubicBezTo>
                  <a:pt x="579" y="153"/>
                  <a:pt x="646" y="118"/>
                  <a:pt x="716" y="88"/>
                </a:cubicBezTo>
                <a:cubicBezTo>
                  <a:pt x="787" y="59"/>
                  <a:pt x="859" y="37"/>
                  <a:pt x="934" y="22"/>
                </a:cubicBezTo>
                <a:cubicBezTo>
                  <a:pt x="1009" y="8"/>
                  <a:pt x="1084" y="0"/>
                  <a:pt x="1161" y="0"/>
                </a:cubicBezTo>
                <a:cubicBezTo>
                  <a:pt x="1237" y="0"/>
                  <a:pt x="1312" y="8"/>
                  <a:pt x="1387" y="22"/>
                </a:cubicBezTo>
                <a:cubicBezTo>
                  <a:pt x="1462" y="37"/>
                  <a:pt x="1534" y="59"/>
                  <a:pt x="1605" y="88"/>
                </a:cubicBezTo>
                <a:cubicBezTo>
                  <a:pt x="1676" y="118"/>
                  <a:pt x="1743" y="153"/>
                  <a:pt x="1806" y="196"/>
                </a:cubicBezTo>
                <a:cubicBezTo>
                  <a:pt x="1870" y="238"/>
                  <a:pt x="1928" y="286"/>
                  <a:pt x="1982" y="340"/>
                </a:cubicBezTo>
                <a:cubicBezTo>
                  <a:pt x="2036" y="394"/>
                  <a:pt x="2084" y="453"/>
                  <a:pt x="2127" y="516"/>
                </a:cubicBezTo>
                <a:cubicBezTo>
                  <a:pt x="2169" y="579"/>
                  <a:pt x="2205" y="646"/>
                  <a:pt x="2234" y="718"/>
                </a:cubicBezTo>
                <a:cubicBezTo>
                  <a:pt x="2263" y="788"/>
                  <a:pt x="2285" y="861"/>
                  <a:pt x="2300" y="935"/>
                </a:cubicBezTo>
                <a:cubicBezTo>
                  <a:pt x="2315" y="1010"/>
                  <a:pt x="2322" y="1086"/>
                  <a:pt x="2322" y="1162"/>
                </a:cubicBezTo>
                <a:cubicBezTo>
                  <a:pt x="2322" y="1238"/>
                  <a:pt x="2315" y="1313"/>
                  <a:pt x="2300" y="1388"/>
                </a:cubicBezTo>
                <a:cubicBezTo>
                  <a:pt x="2285" y="1463"/>
                  <a:pt x="2263" y="1535"/>
                  <a:pt x="2234" y="1606"/>
                </a:cubicBezTo>
                <a:cubicBezTo>
                  <a:pt x="2205" y="1676"/>
                  <a:pt x="2169" y="1743"/>
                  <a:pt x="2127" y="1807"/>
                </a:cubicBezTo>
                <a:cubicBezTo>
                  <a:pt x="2084" y="1870"/>
                  <a:pt x="2036" y="1929"/>
                  <a:pt x="1982" y="1982"/>
                </a:cubicBezTo>
                <a:cubicBezTo>
                  <a:pt x="1928" y="2036"/>
                  <a:pt x="1870" y="2084"/>
                  <a:pt x="1806" y="2127"/>
                </a:cubicBezTo>
                <a:cubicBezTo>
                  <a:pt x="1743" y="2169"/>
                  <a:pt x="1676" y="2205"/>
                  <a:pt x="1605" y="2234"/>
                </a:cubicBezTo>
                <a:cubicBezTo>
                  <a:pt x="1534" y="2263"/>
                  <a:pt x="1462" y="2285"/>
                  <a:pt x="1387" y="2300"/>
                </a:cubicBezTo>
                <a:cubicBezTo>
                  <a:pt x="1312" y="2315"/>
                  <a:pt x="1237" y="2322"/>
                  <a:pt x="1161" y="2322"/>
                </a:cubicBezTo>
                <a:lnTo>
                  <a:pt x="1160" y="2322"/>
                </a:lnTo>
                <a:cubicBezTo>
                  <a:pt x="1084" y="2322"/>
                  <a:pt x="1009" y="2315"/>
                  <a:pt x="934" y="2300"/>
                </a:cubicBezTo>
                <a:cubicBezTo>
                  <a:pt x="859" y="2285"/>
                  <a:pt x="787" y="2263"/>
                  <a:pt x="716" y="2234"/>
                </a:cubicBezTo>
                <a:cubicBezTo>
                  <a:pt x="646" y="2205"/>
                  <a:pt x="579" y="2169"/>
                  <a:pt x="516" y="2127"/>
                </a:cubicBezTo>
                <a:cubicBezTo>
                  <a:pt x="452" y="2084"/>
                  <a:pt x="394" y="2036"/>
                  <a:pt x="340" y="1982"/>
                </a:cubicBezTo>
                <a:cubicBezTo>
                  <a:pt x="286" y="1929"/>
                  <a:pt x="238" y="1870"/>
                  <a:pt x="195" y="1807"/>
                </a:cubicBezTo>
                <a:cubicBezTo>
                  <a:pt x="153" y="1743"/>
                  <a:pt x="117" y="1676"/>
                  <a:pt x="88" y="1606"/>
                </a:cubicBezTo>
                <a:cubicBezTo>
                  <a:pt x="59" y="1535"/>
                  <a:pt x="37" y="1463"/>
                  <a:pt x="22" y="1388"/>
                </a:cubicBezTo>
                <a:cubicBezTo>
                  <a:pt x="7" y="1313"/>
                  <a:pt x="0" y="1238"/>
                  <a:pt x="0" y="1162"/>
                </a:cubicBezTo>
                <a:cubicBezTo>
                  <a:pt x="0" y="1085"/>
                  <a:pt x="7" y="1010"/>
                  <a:pt x="22" y="935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" name="任意多邊形 21"/>
          <p:cNvSpPr/>
          <p:nvPr/>
        </p:nvSpPr>
        <p:spPr>
          <a:xfrm>
            <a:off x="1504080" y="1002600"/>
            <a:ext cx="835920" cy="835920"/>
          </a:xfrm>
          <a:custGeom>
            <a:avLst/>
            <a:gdLst/>
            <a:ahLst/>
            <a:cxnLst/>
            <a:rect l="0" t="0" r="r" b="b"/>
            <a:pathLst>
              <a:path w="2322" h="2322">
                <a:moveTo>
                  <a:pt x="0" y="1162"/>
                </a:moveTo>
                <a:cubicBezTo>
                  <a:pt x="0" y="1086"/>
                  <a:pt x="7" y="1010"/>
                  <a:pt x="22" y="935"/>
                </a:cubicBezTo>
                <a:cubicBezTo>
                  <a:pt x="37" y="861"/>
                  <a:pt x="59" y="788"/>
                  <a:pt x="88" y="718"/>
                </a:cubicBezTo>
                <a:cubicBezTo>
                  <a:pt x="117" y="646"/>
                  <a:pt x="153" y="579"/>
                  <a:pt x="195" y="516"/>
                </a:cubicBezTo>
                <a:cubicBezTo>
                  <a:pt x="238" y="453"/>
                  <a:pt x="286" y="394"/>
                  <a:pt x="340" y="340"/>
                </a:cubicBezTo>
                <a:cubicBezTo>
                  <a:pt x="394" y="286"/>
                  <a:pt x="452" y="238"/>
                  <a:pt x="516" y="196"/>
                </a:cubicBezTo>
                <a:cubicBezTo>
                  <a:pt x="579" y="153"/>
                  <a:pt x="646" y="118"/>
                  <a:pt x="716" y="88"/>
                </a:cubicBezTo>
                <a:cubicBezTo>
                  <a:pt x="787" y="59"/>
                  <a:pt x="859" y="37"/>
                  <a:pt x="934" y="22"/>
                </a:cubicBezTo>
                <a:cubicBezTo>
                  <a:pt x="1009" y="8"/>
                  <a:pt x="1084" y="0"/>
                  <a:pt x="1161" y="0"/>
                </a:cubicBezTo>
                <a:cubicBezTo>
                  <a:pt x="1237" y="0"/>
                  <a:pt x="1312" y="8"/>
                  <a:pt x="1387" y="22"/>
                </a:cubicBezTo>
                <a:cubicBezTo>
                  <a:pt x="1462" y="37"/>
                  <a:pt x="1534" y="59"/>
                  <a:pt x="1605" y="88"/>
                </a:cubicBezTo>
                <a:cubicBezTo>
                  <a:pt x="1676" y="118"/>
                  <a:pt x="1743" y="153"/>
                  <a:pt x="1806" y="196"/>
                </a:cubicBezTo>
                <a:cubicBezTo>
                  <a:pt x="1870" y="238"/>
                  <a:pt x="1928" y="286"/>
                  <a:pt x="1982" y="340"/>
                </a:cubicBezTo>
                <a:cubicBezTo>
                  <a:pt x="2036" y="394"/>
                  <a:pt x="2084" y="453"/>
                  <a:pt x="2127" y="516"/>
                </a:cubicBezTo>
                <a:cubicBezTo>
                  <a:pt x="2169" y="579"/>
                  <a:pt x="2205" y="646"/>
                  <a:pt x="2234" y="718"/>
                </a:cubicBezTo>
                <a:cubicBezTo>
                  <a:pt x="2263" y="788"/>
                  <a:pt x="2285" y="861"/>
                  <a:pt x="2300" y="935"/>
                </a:cubicBezTo>
                <a:cubicBezTo>
                  <a:pt x="2315" y="1010"/>
                  <a:pt x="2322" y="1086"/>
                  <a:pt x="2322" y="1162"/>
                </a:cubicBezTo>
                <a:cubicBezTo>
                  <a:pt x="2322" y="1238"/>
                  <a:pt x="2315" y="1313"/>
                  <a:pt x="2300" y="1388"/>
                </a:cubicBezTo>
                <a:cubicBezTo>
                  <a:pt x="2285" y="1463"/>
                  <a:pt x="2263" y="1535"/>
                  <a:pt x="2234" y="1606"/>
                </a:cubicBezTo>
                <a:cubicBezTo>
                  <a:pt x="2205" y="1676"/>
                  <a:pt x="2169" y="1743"/>
                  <a:pt x="2127" y="1807"/>
                </a:cubicBezTo>
                <a:cubicBezTo>
                  <a:pt x="2084" y="1870"/>
                  <a:pt x="2036" y="1929"/>
                  <a:pt x="1982" y="1982"/>
                </a:cubicBezTo>
                <a:cubicBezTo>
                  <a:pt x="1928" y="2036"/>
                  <a:pt x="1870" y="2084"/>
                  <a:pt x="1806" y="2127"/>
                </a:cubicBezTo>
                <a:cubicBezTo>
                  <a:pt x="1743" y="2169"/>
                  <a:pt x="1676" y="2205"/>
                  <a:pt x="1605" y="2234"/>
                </a:cubicBezTo>
                <a:cubicBezTo>
                  <a:pt x="1534" y="2263"/>
                  <a:pt x="1462" y="2285"/>
                  <a:pt x="1387" y="2300"/>
                </a:cubicBezTo>
                <a:cubicBezTo>
                  <a:pt x="1312" y="2315"/>
                  <a:pt x="1237" y="2322"/>
                  <a:pt x="1161" y="2322"/>
                </a:cubicBezTo>
                <a:cubicBezTo>
                  <a:pt x="1084" y="2322"/>
                  <a:pt x="1009" y="2315"/>
                  <a:pt x="934" y="2300"/>
                </a:cubicBezTo>
                <a:cubicBezTo>
                  <a:pt x="859" y="2285"/>
                  <a:pt x="787" y="2263"/>
                  <a:pt x="716" y="2234"/>
                </a:cubicBezTo>
                <a:cubicBezTo>
                  <a:pt x="646" y="2205"/>
                  <a:pt x="579" y="2169"/>
                  <a:pt x="516" y="2127"/>
                </a:cubicBezTo>
                <a:cubicBezTo>
                  <a:pt x="452" y="2084"/>
                  <a:pt x="394" y="2036"/>
                  <a:pt x="340" y="1982"/>
                </a:cubicBezTo>
                <a:cubicBezTo>
                  <a:pt x="286" y="1929"/>
                  <a:pt x="238" y="1870"/>
                  <a:pt x="195" y="1807"/>
                </a:cubicBezTo>
                <a:cubicBezTo>
                  <a:pt x="153" y="1743"/>
                  <a:pt x="117" y="1676"/>
                  <a:pt x="88" y="1606"/>
                </a:cubicBezTo>
                <a:cubicBezTo>
                  <a:pt x="59" y="1535"/>
                  <a:pt x="37" y="1463"/>
                  <a:pt x="22" y="1388"/>
                </a:cubicBezTo>
                <a:cubicBezTo>
                  <a:pt x="7" y="1313"/>
                  <a:pt x="0" y="1238"/>
                  <a:pt x="0" y="1162"/>
                </a:cubicBezTo>
                <a:moveTo>
                  <a:pt x="1161" y="46"/>
                </a:moveTo>
                <a:cubicBezTo>
                  <a:pt x="1124" y="46"/>
                  <a:pt x="1088" y="48"/>
                  <a:pt x="1051" y="52"/>
                </a:cubicBezTo>
                <a:cubicBezTo>
                  <a:pt x="1015" y="55"/>
                  <a:pt x="979" y="61"/>
                  <a:pt x="943" y="68"/>
                </a:cubicBezTo>
                <a:cubicBezTo>
                  <a:pt x="907" y="75"/>
                  <a:pt x="872" y="84"/>
                  <a:pt x="837" y="94"/>
                </a:cubicBezTo>
                <a:cubicBezTo>
                  <a:pt x="802" y="105"/>
                  <a:pt x="768" y="117"/>
                  <a:pt x="734" y="131"/>
                </a:cubicBezTo>
                <a:cubicBezTo>
                  <a:pt x="700" y="145"/>
                  <a:pt x="667" y="161"/>
                  <a:pt x="635" y="178"/>
                </a:cubicBezTo>
                <a:cubicBezTo>
                  <a:pt x="603" y="195"/>
                  <a:pt x="572" y="214"/>
                  <a:pt x="541" y="234"/>
                </a:cubicBezTo>
                <a:cubicBezTo>
                  <a:pt x="511" y="255"/>
                  <a:pt x="482" y="276"/>
                  <a:pt x="454" y="299"/>
                </a:cubicBezTo>
                <a:cubicBezTo>
                  <a:pt x="425" y="323"/>
                  <a:pt x="398" y="347"/>
                  <a:pt x="373" y="373"/>
                </a:cubicBezTo>
                <a:cubicBezTo>
                  <a:pt x="347" y="399"/>
                  <a:pt x="322" y="426"/>
                  <a:pt x="299" y="454"/>
                </a:cubicBezTo>
                <a:cubicBezTo>
                  <a:pt x="276" y="482"/>
                  <a:pt x="254" y="511"/>
                  <a:pt x="234" y="542"/>
                </a:cubicBezTo>
                <a:cubicBezTo>
                  <a:pt x="214" y="572"/>
                  <a:pt x="195" y="603"/>
                  <a:pt x="178" y="635"/>
                </a:cubicBezTo>
                <a:cubicBezTo>
                  <a:pt x="161" y="668"/>
                  <a:pt x="145" y="702"/>
                  <a:pt x="131" y="735"/>
                </a:cubicBezTo>
                <a:cubicBezTo>
                  <a:pt x="117" y="769"/>
                  <a:pt x="105" y="803"/>
                  <a:pt x="94" y="838"/>
                </a:cubicBezTo>
                <a:cubicBezTo>
                  <a:pt x="84" y="873"/>
                  <a:pt x="75" y="909"/>
                  <a:pt x="68" y="944"/>
                </a:cubicBezTo>
                <a:cubicBezTo>
                  <a:pt x="61" y="980"/>
                  <a:pt x="55" y="1016"/>
                  <a:pt x="52" y="1053"/>
                </a:cubicBezTo>
                <a:cubicBezTo>
                  <a:pt x="48" y="1089"/>
                  <a:pt x="46" y="1125"/>
                  <a:pt x="46" y="1162"/>
                </a:cubicBezTo>
                <a:cubicBezTo>
                  <a:pt x="46" y="1198"/>
                  <a:pt x="48" y="1235"/>
                  <a:pt x="52" y="1271"/>
                </a:cubicBezTo>
                <a:cubicBezTo>
                  <a:pt x="55" y="1307"/>
                  <a:pt x="61" y="1343"/>
                  <a:pt x="68" y="1379"/>
                </a:cubicBezTo>
                <a:cubicBezTo>
                  <a:pt x="75" y="1415"/>
                  <a:pt x="84" y="1450"/>
                  <a:pt x="94" y="1485"/>
                </a:cubicBezTo>
                <a:cubicBezTo>
                  <a:pt x="105" y="1520"/>
                  <a:pt x="117" y="1554"/>
                  <a:pt x="131" y="1588"/>
                </a:cubicBezTo>
                <a:cubicBezTo>
                  <a:pt x="145" y="1622"/>
                  <a:pt x="161" y="1655"/>
                  <a:pt x="178" y="1687"/>
                </a:cubicBezTo>
                <a:cubicBezTo>
                  <a:pt x="195" y="1719"/>
                  <a:pt x="214" y="1750"/>
                  <a:pt x="234" y="1781"/>
                </a:cubicBezTo>
                <a:cubicBezTo>
                  <a:pt x="254" y="1811"/>
                  <a:pt x="276" y="1840"/>
                  <a:pt x="299" y="1869"/>
                </a:cubicBezTo>
                <a:cubicBezTo>
                  <a:pt x="322" y="1897"/>
                  <a:pt x="347" y="1924"/>
                  <a:pt x="373" y="1950"/>
                </a:cubicBezTo>
                <a:cubicBezTo>
                  <a:pt x="398" y="1975"/>
                  <a:pt x="425" y="2000"/>
                  <a:pt x="454" y="2023"/>
                </a:cubicBezTo>
                <a:cubicBezTo>
                  <a:pt x="482" y="2046"/>
                  <a:pt x="511" y="2068"/>
                  <a:pt x="541" y="2088"/>
                </a:cubicBezTo>
                <a:cubicBezTo>
                  <a:pt x="572" y="2108"/>
                  <a:pt x="603" y="2127"/>
                  <a:pt x="635" y="2144"/>
                </a:cubicBezTo>
                <a:cubicBezTo>
                  <a:pt x="667" y="2162"/>
                  <a:pt x="700" y="2177"/>
                  <a:pt x="734" y="2191"/>
                </a:cubicBezTo>
                <a:cubicBezTo>
                  <a:pt x="768" y="2205"/>
                  <a:pt x="802" y="2217"/>
                  <a:pt x="837" y="2228"/>
                </a:cubicBezTo>
                <a:cubicBezTo>
                  <a:pt x="872" y="2239"/>
                  <a:pt x="907" y="2247"/>
                  <a:pt x="943" y="2255"/>
                </a:cubicBezTo>
                <a:cubicBezTo>
                  <a:pt x="979" y="2262"/>
                  <a:pt x="1015" y="2267"/>
                  <a:pt x="1051" y="2271"/>
                </a:cubicBezTo>
                <a:cubicBezTo>
                  <a:pt x="1088" y="2274"/>
                  <a:pt x="1124" y="2276"/>
                  <a:pt x="1161" y="2276"/>
                </a:cubicBezTo>
                <a:cubicBezTo>
                  <a:pt x="1197" y="2276"/>
                  <a:pt x="1233" y="2274"/>
                  <a:pt x="1270" y="2271"/>
                </a:cubicBezTo>
                <a:cubicBezTo>
                  <a:pt x="1306" y="2267"/>
                  <a:pt x="1342" y="2262"/>
                  <a:pt x="1378" y="2255"/>
                </a:cubicBezTo>
                <a:cubicBezTo>
                  <a:pt x="1414" y="2247"/>
                  <a:pt x="1449" y="2239"/>
                  <a:pt x="1484" y="2228"/>
                </a:cubicBezTo>
                <a:cubicBezTo>
                  <a:pt x="1519" y="2217"/>
                  <a:pt x="1553" y="2205"/>
                  <a:pt x="1587" y="2191"/>
                </a:cubicBezTo>
                <a:cubicBezTo>
                  <a:pt x="1621" y="2177"/>
                  <a:pt x="1655" y="2162"/>
                  <a:pt x="1687" y="2144"/>
                </a:cubicBezTo>
                <a:cubicBezTo>
                  <a:pt x="1719" y="2127"/>
                  <a:pt x="1750" y="2108"/>
                  <a:pt x="1781" y="2088"/>
                </a:cubicBezTo>
                <a:cubicBezTo>
                  <a:pt x="1811" y="2068"/>
                  <a:pt x="1840" y="2046"/>
                  <a:pt x="1868" y="2023"/>
                </a:cubicBezTo>
                <a:cubicBezTo>
                  <a:pt x="1897" y="2000"/>
                  <a:pt x="1924" y="1975"/>
                  <a:pt x="1949" y="1950"/>
                </a:cubicBezTo>
                <a:cubicBezTo>
                  <a:pt x="1975" y="1924"/>
                  <a:pt x="2000" y="1897"/>
                  <a:pt x="2023" y="1869"/>
                </a:cubicBezTo>
                <a:cubicBezTo>
                  <a:pt x="2046" y="1840"/>
                  <a:pt x="2068" y="1811"/>
                  <a:pt x="2088" y="1781"/>
                </a:cubicBezTo>
                <a:cubicBezTo>
                  <a:pt x="2108" y="1750"/>
                  <a:pt x="2127" y="1719"/>
                  <a:pt x="2144" y="1687"/>
                </a:cubicBezTo>
                <a:cubicBezTo>
                  <a:pt x="2161" y="1655"/>
                  <a:pt x="2177" y="1622"/>
                  <a:pt x="2191" y="1588"/>
                </a:cubicBezTo>
                <a:cubicBezTo>
                  <a:pt x="2205" y="1554"/>
                  <a:pt x="2217" y="1520"/>
                  <a:pt x="2228" y="1485"/>
                </a:cubicBezTo>
                <a:cubicBezTo>
                  <a:pt x="2238" y="1450"/>
                  <a:pt x="2247" y="1415"/>
                  <a:pt x="2254" y="1379"/>
                </a:cubicBezTo>
                <a:cubicBezTo>
                  <a:pt x="2261" y="1343"/>
                  <a:pt x="2267" y="1307"/>
                  <a:pt x="2270" y="1271"/>
                </a:cubicBezTo>
                <a:cubicBezTo>
                  <a:pt x="2274" y="1235"/>
                  <a:pt x="2276" y="1198"/>
                  <a:pt x="2276" y="1162"/>
                </a:cubicBezTo>
                <a:cubicBezTo>
                  <a:pt x="2276" y="1125"/>
                  <a:pt x="2274" y="1089"/>
                  <a:pt x="2270" y="1053"/>
                </a:cubicBezTo>
                <a:cubicBezTo>
                  <a:pt x="2267" y="1016"/>
                  <a:pt x="2261" y="980"/>
                  <a:pt x="2254" y="944"/>
                </a:cubicBezTo>
                <a:cubicBezTo>
                  <a:pt x="2247" y="909"/>
                  <a:pt x="2238" y="873"/>
                  <a:pt x="2228" y="838"/>
                </a:cubicBezTo>
                <a:cubicBezTo>
                  <a:pt x="2217" y="803"/>
                  <a:pt x="2205" y="769"/>
                  <a:pt x="2191" y="735"/>
                </a:cubicBezTo>
                <a:cubicBezTo>
                  <a:pt x="2177" y="702"/>
                  <a:pt x="2161" y="668"/>
                  <a:pt x="2144" y="635"/>
                </a:cubicBezTo>
                <a:cubicBezTo>
                  <a:pt x="2127" y="603"/>
                  <a:pt x="2108" y="572"/>
                  <a:pt x="2088" y="542"/>
                </a:cubicBezTo>
                <a:cubicBezTo>
                  <a:pt x="2068" y="511"/>
                  <a:pt x="2046" y="482"/>
                  <a:pt x="2023" y="454"/>
                </a:cubicBezTo>
                <a:cubicBezTo>
                  <a:pt x="2000" y="426"/>
                  <a:pt x="1975" y="399"/>
                  <a:pt x="1949" y="373"/>
                </a:cubicBezTo>
                <a:cubicBezTo>
                  <a:pt x="1924" y="347"/>
                  <a:pt x="1897" y="323"/>
                  <a:pt x="1868" y="299"/>
                </a:cubicBezTo>
                <a:cubicBezTo>
                  <a:pt x="1840" y="276"/>
                  <a:pt x="1811" y="255"/>
                  <a:pt x="1781" y="234"/>
                </a:cubicBezTo>
                <a:cubicBezTo>
                  <a:pt x="1750" y="214"/>
                  <a:pt x="1719" y="195"/>
                  <a:pt x="1687" y="178"/>
                </a:cubicBezTo>
                <a:cubicBezTo>
                  <a:pt x="1655" y="161"/>
                  <a:pt x="1621" y="145"/>
                  <a:pt x="1587" y="131"/>
                </a:cubicBezTo>
                <a:cubicBezTo>
                  <a:pt x="1553" y="117"/>
                  <a:pt x="1519" y="105"/>
                  <a:pt x="1484" y="94"/>
                </a:cubicBezTo>
                <a:cubicBezTo>
                  <a:pt x="1449" y="84"/>
                  <a:pt x="1414" y="75"/>
                  <a:pt x="1378" y="68"/>
                </a:cubicBezTo>
                <a:cubicBezTo>
                  <a:pt x="1342" y="61"/>
                  <a:pt x="1306" y="55"/>
                  <a:pt x="1270" y="52"/>
                </a:cubicBezTo>
                <a:cubicBezTo>
                  <a:pt x="1233" y="48"/>
                  <a:pt x="1197" y="46"/>
                  <a:pt x="1161" y="46"/>
                </a:cubicBezTo>
                <a:close/>
              </a:path>
            </a:pathLst>
          </a:custGeom>
          <a:solidFill>
            <a:srgbClr val="FFFFFF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23" name="圖片 22"/>
          <p:cNvPicPr/>
          <p:nvPr/>
        </p:nvPicPr>
        <p:blipFill>
          <a:blip r:embed="rId2"/>
          <a:stretch>
            <a:fillRect/>
          </a:stretch>
        </p:blipFill>
        <p:spPr>
          <a:xfrm>
            <a:off x="1846800" y="1295280"/>
            <a:ext cx="150120" cy="25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任意多邊形 23"/>
          <p:cNvSpPr/>
          <p:nvPr/>
        </p:nvSpPr>
        <p:spPr>
          <a:xfrm>
            <a:off x="1838160" y="4178160"/>
            <a:ext cx="668880" cy="668880"/>
          </a:xfrm>
          <a:custGeom>
            <a:avLst/>
            <a:gdLst/>
            <a:ahLst/>
            <a:cxnLst/>
            <a:rect l="0" t="0" r="r" b="b"/>
            <a:pathLst>
              <a:path w="1858" h="1858">
                <a:moveTo>
                  <a:pt x="0" y="930"/>
                </a:moveTo>
                <a:cubicBezTo>
                  <a:pt x="0" y="869"/>
                  <a:pt x="6" y="808"/>
                  <a:pt x="18" y="748"/>
                </a:cubicBezTo>
                <a:cubicBezTo>
                  <a:pt x="30" y="689"/>
                  <a:pt x="48" y="631"/>
                  <a:pt x="71" y="574"/>
                </a:cubicBezTo>
                <a:cubicBezTo>
                  <a:pt x="94" y="518"/>
                  <a:pt x="123" y="463"/>
                  <a:pt x="157" y="413"/>
                </a:cubicBezTo>
                <a:cubicBezTo>
                  <a:pt x="191" y="362"/>
                  <a:pt x="229" y="315"/>
                  <a:pt x="272" y="272"/>
                </a:cubicBezTo>
                <a:cubicBezTo>
                  <a:pt x="315" y="229"/>
                  <a:pt x="362" y="190"/>
                  <a:pt x="413" y="157"/>
                </a:cubicBezTo>
                <a:cubicBezTo>
                  <a:pt x="464" y="123"/>
                  <a:pt x="517" y="94"/>
                  <a:pt x="574" y="71"/>
                </a:cubicBezTo>
                <a:cubicBezTo>
                  <a:pt x="630" y="47"/>
                  <a:pt x="688" y="30"/>
                  <a:pt x="748" y="18"/>
                </a:cubicBezTo>
                <a:cubicBezTo>
                  <a:pt x="808" y="6"/>
                  <a:pt x="868" y="0"/>
                  <a:pt x="929" y="0"/>
                </a:cubicBezTo>
                <a:cubicBezTo>
                  <a:pt x="990" y="0"/>
                  <a:pt x="1050" y="6"/>
                  <a:pt x="1110" y="18"/>
                </a:cubicBezTo>
                <a:cubicBezTo>
                  <a:pt x="1170" y="30"/>
                  <a:pt x="1228" y="47"/>
                  <a:pt x="1284" y="71"/>
                </a:cubicBezTo>
                <a:cubicBezTo>
                  <a:pt x="1341" y="94"/>
                  <a:pt x="1395" y="123"/>
                  <a:pt x="1446" y="157"/>
                </a:cubicBezTo>
                <a:cubicBezTo>
                  <a:pt x="1496" y="190"/>
                  <a:pt x="1543" y="229"/>
                  <a:pt x="1586" y="272"/>
                </a:cubicBezTo>
                <a:cubicBezTo>
                  <a:pt x="1630" y="315"/>
                  <a:pt x="1668" y="362"/>
                  <a:pt x="1702" y="413"/>
                </a:cubicBezTo>
                <a:cubicBezTo>
                  <a:pt x="1736" y="463"/>
                  <a:pt x="1764" y="518"/>
                  <a:pt x="1788" y="574"/>
                </a:cubicBezTo>
                <a:cubicBezTo>
                  <a:pt x="1811" y="631"/>
                  <a:pt x="1829" y="689"/>
                  <a:pt x="1841" y="748"/>
                </a:cubicBezTo>
                <a:cubicBezTo>
                  <a:pt x="1852" y="808"/>
                  <a:pt x="1858" y="869"/>
                  <a:pt x="1858" y="930"/>
                </a:cubicBezTo>
                <a:cubicBezTo>
                  <a:pt x="1858" y="991"/>
                  <a:pt x="1852" y="1051"/>
                  <a:pt x="1841" y="1111"/>
                </a:cubicBezTo>
                <a:cubicBezTo>
                  <a:pt x="1829" y="1170"/>
                  <a:pt x="1811" y="1229"/>
                  <a:pt x="1788" y="1285"/>
                </a:cubicBezTo>
                <a:cubicBezTo>
                  <a:pt x="1764" y="1341"/>
                  <a:pt x="1736" y="1395"/>
                  <a:pt x="1702" y="1445"/>
                </a:cubicBezTo>
                <a:cubicBezTo>
                  <a:pt x="1668" y="1496"/>
                  <a:pt x="1630" y="1543"/>
                  <a:pt x="1586" y="1586"/>
                </a:cubicBezTo>
                <a:cubicBezTo>
                  <a:pt x="1543" y="1629"/>
                  <a:pt x="1496" y="1668"/>
                  <a:pt x="1446" y="1702"/>
                </a:cubicBezTo>
                <a:cubicBezTo>
                  <a:pt x="1395" y="1735"/>
                  <a:pt x="1341" y="1764"/>
                  <a:pt x="1284" y="1787"/>
                </a:cubicBezTo>
                <a:cubicBezTo>
                  <a:pt x="1228" y="1811"/>
                  <a:pt x="1170" y="1828"/>
                  <a:pt x="1110" y="1840"/>
                </a:cubicBezTo>
                <a:cubicBezTo>
                  <a:pt x="1050" y="1852"/>
                  <a:pt x="990" y="1858"/>
                  <a:pt x="929" y="1858"/>
                </a:cubicBezTo>
                <a:cubicBezTo>
                  <a:pt x="868" y="1858"/>
                  <a:pt x="808" y="1852"/>
                  <a:pt x="748" y="1840"/>
                </a:cubicBezTo>
                <a:cubicBezTo>
                  <a:pt x="688" y="1828"/>
                  <a:pt x="630" y="1811"/>
                  <a:pt x="574" y="1787"/>
                </a:cubicBezTo>
                <a:cubicBezTo>
                  <a:pt x="517" y="1764"/>
                  <a:pt x="464" y="1735"/>
                  <a:pt x="413" y="1702"/>
                </a:cubicBezTo>
                <a:cubicBezTo>
                  <a:pt x="362" y="1668"/>
                  <a:pt x="315" y="1629"/>
                  <a:pt x="272" y="1586"/>
                </a:cubicBezTo>
                <a:cubicBezTo>
                  <a:pt x="229" y="1543"/>
                  <a:pt x="191" y="1496"/>
                  <a:pt x="157" y="1445"/>
                </a:cubicBezTo>
                <a:cubicBezTo>
                  <a:pt x="123" y="1395"/>
                  <a:pt x="94" y="1341"/>
                  <a:pt x="71" y="1285"/>
                </a:cubicBezTo>
                <a:cubicBezTo>
                  <a:pt x="48" y="1229"/>
                  <a:pt x="30" y="1170"/>
                  <a:pt x="18" y="1111"/>
                </a:cubicBezTo>
                <a:cubicBezTo>
                  <a:pt x="6" y="1051"/>
                  <a:pt x="0" y="991"/>
                  <a:pt x="0" y="930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" name="任意多邊形 24"/>
          <p:cNvSpPr/>
          <p:nvPr/>
        </p:nvSpPr>
        <p:spPr>
          <a:xfrm>
            <a:off x="1838160" y="4178160"/>
            <a:ext cx="668880" cy="668880"/>
          </a:xfrm>
          <a:custGeom>
            <a:avLst/>
            <a:gdLst/>
            <a:ahLst/>
            <a:cxnLst/>
            <a:rect l="0" t="0" r="r" b="b"/>
            <a:pathLst>
              <a:path w="1858" h="1858">
                <a:moveTo>
                  <a:pt x="0" y="930"/>
                </a:moveTo>
                <a:cubicBezTo>
                  <a:pt x="0" y="869"/>
                  <a:pt x="6" y="808"/>
                  <a:pt x="18" y="748"/>
                </a:cubicBezTo>
                <a:cubicBezTo>
                  <a:pt x="30" y="689"/>
                  <a:pt x="48" y="631"/>
                  <a:pt x="71" y="574"/>
                </a:cubicBezTo>
                <a:cubicBezTo>
                  <a:pt x="94" y="518"/>
                  <a:pt x="123" y="463"/>
                  <a:pt x="157" y="413"/>
                </a:cubicBezTo>
                <a:cubicBezTo>
                  <a:pt x="191" y="362"/>
                  <a:pt x="229" y="315"/>
                  <a:pt x="272" y="272"/>
                </a:cubicBezTo>
                <a:cubicBezTo>
                  <a:pt x="315" y="229"/>
                  <a:pt x="362" y="190"/>
                  <a:pt x="413" y="157"/>
                </a:cubicBezTo>
                <a:cubicBezTo>
                  <a:pt x="464" y="123"/>
                  <a:pt x="517" y="94"/>
                  <a:pt x="574" y="71"/>
                </a:cubicBezTo>
                <a:cubicBezTo>
                  <a:pt x="630" y="47"/>
                  <a:pt x="688" y="30"/>
                  <a:pt x="748" y="18"/>
                </a:cubicBezTo>
                <a:cubicBezTo>
                  <a:pt x="808" y="6"/>
                  <a:pt x="868" y="0"/>
                  <a:pt x="929" y="0"/>
                </a:cubicBezTo>
                <a:cubicBezTo>
                  <a:pt x="990" y="0"/>
                  <a:pt x="1050" y="6"/>
                  <a:pt x="1110" y="18"/>
                </a:cubicBezTo>
                <a:cubicBezTo>
                  <a:pt x="1170" y="30"/>
                  <a:pt x="1228" y="47"/>
                  <a:pt x="1284" y="71"/>
                </a:cubicBezTo>
                <a:cubicBezTo>
                  <a:pt x="1341" y="94"/>
                  <a:pt x="1395" y="123"/>
                  <a:pt x="1446" y="157"/>
                </a:cubicBezTo>
                <a:cubicBezTo>
                  <a:pt x="1496" y="190"/>
                  <a:pt x="1543" y="229"/>
                  <a:pt x="1586" y="272"/>
                </a:cubicBezTo>
                <a:cubicBezTo>
                  <a:pt x="1630" y="315"/>
                  <a:pt x="1668" y="362"/>
                  <a:pt x="1702" y="413"/>
                </a:cubicBezTo>
                <a:cubicBezTo>
                  <a:pt x="1736" y="463"/>
                  <a:pt x="1764" y="518"/>
                  <a:pt x="1788" y="574"/>
                </a:cubicBezTo>
                <a:cubicBezTo>
                  <a:pt x="1811" y="631"/>
                  <a:pt x="1829" y="689"/>
                  <a:pt x="1841" y="748"/>
                </a:cubicBezTo>
                <a:cubicBezTo>
                  <a:pt x="1852" y="808"/>
                  <a:pt x="1858" y="869"/>
                  <a:pt x="1858" y="930"/>
                </a:cubicBezTo>
                <a:cubicBezTo>
                  <a:pt x="1858" y="991"/>
                  <a:pt x="1852" y="1051"/>
                  <a:pt x="1841" y="1111"/>
                </a:cubicBezTo>
                <a:cubicBezTo>
                  <a:pt x="1829" y="1170"/>
                  <a:pt x="1811" y="1229"/>
                  <a:pt x="1788" y="1285"/>
                </a:cubicBezTo>
                <a:cubicBezTo>
                  <a:pt x="1764" y="1341"/>
                  <a:pt x="1736" y="1395"/>
                  <a:pt x="1702" y="1445"/>
                </a:cubicBezTo>
                <a:cubicBezTo>
                  <a:pt x="1668" y="1496"/>
                  <a:pt x="1630" y="1543"/>
                  <a:pt x="1586" y="1586"/>
                </a:cubicBezTo>
                <a:cubicBezTo>
                  <a:pt x="1543" y="1629"/>
                  <a:pt x="1496" y="1668"/>
                  <a:pt x="1446" y="1702"/>
                </a:cubicBezTo>
                <a:cubicBezTo>
                  <a:pt x="1395" y="1735"/>
                  <a:pt x="1341" y="1764"/>
                  <a:pt x="1284" y="1787"/>
                </a:cubicBezTo>
                <a:cubicBezTo>
                  <a:pt x="1228" y="1811"/>
                  <a:pt x="1170" y="1828"/>
                  <a:pt x="1110" y="1840"/>
                </a:cubicBezTo>
                <a:cubicBezTo>
                  <a:pt x="1050" y="1852"/>
                  <a:pt x="990" y="1858"/>
                  <a:pt x="929" y="1858"/>
                </a:cubicBezTo>
                <a:cubicBezTo>
                  <a:pt x="868" y="1858"/>
                  <a:pt x="808" y="1852"/>
                  <a:pt x="748" y="1840"/>
                </a:cubicBezTo>
                <a:cubicBezTo>
                  <a:pt x="688" y="1828"/>
                  <a:pt x="630" y="1811"/>
                  <a:pt x="574" y="1787"/>
                </a:cubicBezTo>
                <a:cubicBezTo>
                  <a:pt x="517" y="1764"/>
                  <a:pt x="464" y="1735"/>
                  <a:pt x="413" y="1702"/>
                </a:cubicBezTo>
                <a:cubicBezTo>
                  <a:pt x="362" y="1668"/>
                  <a:pt x="315" y="1629"/>
                  <a:pt x="272" y="1586"/>
                </a:cubicBezTo>
                <a:cubicBezTo>
                  <a:pt x="229" y="1543"/>
                  <a:pt x="191" y="1496"/>
                  <a:pt x="157" y="1445"/>
                </a:cubicBezTo>
                <a:cubicBezTo>
                  <a:pt x="123" y="1395"/>
                  <a:pt x="94" y="1341"/>
                  <a:pt x="71" y="1285"/>
                </a:cubicBezTo>
                <a:cubicBezTo>
                  <a:pt x="48" y="1229"/>
                  <a:pt x="30" y="1170"/>
                  <a:pt x="18" y="1111"/>
                </a:cubicBezTo>
                <a:cubicBezTo>
                  <a:pt x="6" y="1051"/>
                  <a:pt x="0" y="991"/>
                  <a:pt x="0" y="930"/>
                </a:cubicBezTo>
                <a:moveTo>
                  <a:pt x="929" y="46"/>
                </a:moveTo>
                <a:cubicBezTo>
                  <a:pt x="900" y="46"/>
                  <a:pt x="871" y="48"/>
                  <a:pt x="842" y="51"/>
                </a:cubicBezTo>
                <a:cubicBezTo>
                  <a:pt x="814" y="54"/>
                  <a:pt x="785" y="58"/>
                  <a:pt x="757" y="63"/>
                </a:cubicBezTo>
                <a:cubicBezTo>
                  <a:pt x="728" y="69"/>
                  <a:pt x="700" y="76"/>
                  <a:pt x="673" y="84"/>
                </a:cubicBezTo>
                <a:cubicBezTo>
                  <a:pt x="645" y="93"/>
                  <a:pt x="618" y="103"/>
                  <a:pt x="591" y="114"/>
                </a:cubicBezTo>
                <a:cubicBezTo>
                  <a:pt x="565" y="125"/>
                  <a:pt x="539" y="137"/>
                  <a:pt x="513" y="151"/>
                </a:cubicBezTo>
                <a:cubicBezTo>
                  <a:pt x="488" y="164"/>
                  <a:pt x="463" y="179"/>
                  <a:pt x="439" y="195"/>
                </a:cubicBezTo>
                <a:cubicBezTo>
                  <a:pt x="415" y="211"/>
                  <a:pt x="392" y="228"/>
                  <a:pt x="369" y="247"/>
                </a:cubicBezTo>
                <a:cubicBezTo>
                  <a:pt x="347" y="265"/>
                  <a:pt x="326" y="284"/>
                  <a:pt x="305" y="305"/>
                </a:cubicBezTo>
                <a:cubicBezTo>
                  <a:pt x="285" y="325"/>
                  <a:pt x="265" y="347"/>
                  <a:pt x="247" y="369"/>
                </a:cubicBezTo>
                <a:cubicBezTo>
                  <a:pt x="229" y="391"/>
                  <a:pt x="212" y="414"/>
                  <a:pt x="195" y="438"/>
                </a:cubicBezTo>
                <a:cubicBezTo>
                  <a:pt x="179" y="463"/>
                  <a:pt x="165" y="488"/>
                  <a:pt x="151" y="514"/>
                </a:cubicBezTo>
                <a:cubicBezTo>
                  <a:pt x="137" y="539"/>
                  <a:pt x="125" y="565"/>
                  <a:pt x="114" y="592"/>
                </a:cubicBezTo>
                <a:cubicBezTo>
                  <a:pt x="103" y="619"/>
                  <a:pt x="93" y="646"/>
                  <a:pt x="85" y="673"/>
                </a:cubicBezTo>
                <a:cubicBezTo>
                  <a:pt x="76" y="701"/>
                  <a:pt x="69" y="729"/>
                  <a:pt x="64" y="757"/>
                </a:cubicBezTo>
                <a:cubicBezTo>
                  <a:pt x="58" y="786"/>
                  <a:pt x="54" y="814"/>
                  <a:pt x="51" y="843"/>
                </a:cubicBezTo>
                <a:cubicBezTo>
                  <a:pt x="48" y="872"/>
                  <a:pt x="47" y="901"/>
                  <a:pt x="47" y="930"/>
                </a:cubicBezTo>
                <a:cubicBezTo>
                  <a:pt x="47" y="958"/>
                  <a:pt x="48" y="987"/>
                  <a:pt x="51" y="1016"/>
                </a:cubicBezTo>
                <a:cubicBezTo>
                  <a:pt x="54" y="1045"/>
                  <a:pt x="58" y="1073"/>
                  <a:pt x="64" y="1102"/>
                </a:cubicBezTo>
                <a:cubicBezTo>
                  <a:pt x="69" y="1130"/>
                  <a:pt x="76" y="1158"/>
                  <a:pt x="85" y="1186"/>
                </a:cubicBezTo>
                <a:cubicBezTo>
                  <a:pt x="93" y="1213"/>
                  <a:pt x="103" y="1240"/>
                  <a:pt x="114" y="1267"/>
                </a:cubicBezTo>
                <a:cubicBezTo>
                  <a:pt x="125" y="1294"/>
                  <a:pt x="137" y="1320"/>
                  <a:pt x="151" y="1345"/>
                </a:cubicBezTo>
                <a:cubicBezTo>
                  <a:pt x="165" y="1371"/>
                  <a:pt x="179" y="1396"/>
                  <a:pt x="195" y="1420"/>
                </a:cubicBezTo>
                <a:cubicBezTo>
                  <a:pt x="212" y="1444"/>
                  <a:pt x="229" y="1467"/>
                  <a:pt x="247" y="1489"/>
                </a:cubicBezTo>
                <a:cubicBezTo>
                  <a:pt x="265" y="1511"/>
                  <a:pt x="285" y="1533"/>
                  <a:pt x="305" y="1553"/>
                </a:cubicBezTo>
                <a:cubicBezTo>
                  <a:pt x="326" y="1574"/>
                  <a:pt x="347" y="1593"/>
                  <a:pt x="369" y="1611"/>
                </a:cubicBezTo>
                <a:cubicBezTo>
                  <a:pt x="392" y="1630"/>
                  <a:pt x="415" y="1647"/>
                  <a:pt x="439" y="1663"/>
                </a:cubicBezTo>
                <a:cubicBezTo>
                  <a:pt x="463" y="1679"/>
                  <a:pt x="488" y="1694"/>
                  <a:pt x="513" y="1707"/>
                </a:cubicBezTo>
                <a:cubicBezTo>
                  <a:pt x="539" y="1721"/>
                  <a:pt x="565" y="1733"/>
                  <a:pt x="591" y="1744"/>
                </a:cubicBezTo>
                <a:cubicBezTo>
                  <a:pt x="618" y="1756"/>
                  <a:pt x="645" y="1765"/>
                  <a:pt x="673" y="1774"/>
                </a:cubicBezTo>
                <a:cubicBezTo>
                  <a:pt x="700" y="1782"/>
                  <a:pt x="728" y="1789"/>
                  <a:pt x="757" y="1795"/>
                </a:cubicBezTo>
                <a:cubicBezTo>
                  <a:pt x="785" y="1800"/>
                  <a:pt x="814" y="1805"/>
                  <a:pt x="842" y="1807"/>
                </a:cubicBezTo>
                <a:cubicBezTo>
                  <a:pt x="871" y="1810"/>
                  <a:pt x="900" y="1812"/>
                  <a:pt x="929" y="1812"/>
                </a:cubicBezTo>
                <a:cubicBezTo>
                  <a:pt x="958" y="1812"/>
                  <a:pt x="987" y="1810"/>
                  <a:pt x="1015" y="1807"/>
                </a:cubicBezTo>
                <a:cubicBezTo>
                  <a:pt x="1044" y="1805"/>
                  <a:pt x="1073" y="1800"/>
                  <a:pt x="1101" y="1795"/>
                </a:cubicBezTo>
                <a:cubicBezTo>
                  <a:pt x="1129" y="1789"/>
                  <a:pt x="1157" y="1782"/>
                  <a:pt x="1185" y="1774"/>
                </a:cubicBezTo>
                <a:cubicBezTo>
                  <a:pt x="1213" y="1765"/>
                  <a:pt x="1240" y="1756"/>
                  <a:pt x="1266" y="1744"/>
                </a:cubicBezTo>
                <a:cubicBezTo>
                  <a:pt x="1293" y="1733"/>
                  <a:pt x="1319" y="1721"/>
                  <a:pt x="1345" y="1707"/>
                </a:cubicBezTo>
                <a:cubicBezTo>
                  <a:pt x="1370" y="1694"/>
                  <a:pt x="1396" y="1679"/>
                  <a:pt x="1420" y="1663"/>
                </a:cubicBezTo>
                <a:cubicBezTo>
                  <a:pt x="1444" y="1647"/>
                  <a:pt x="1467" y="1630"/>
                  <a:pt x="1489" y="1611"/>
                </a:cubicBezTo>
                <a:cubicBezTo>
                  <a:pt x="1512" y="1593"/>
                  <a:pt x="1533" y="1574"/>
                  <a:pt x="1554" y="1553"/>
                </a:cubicBezTo>
                <a:cubicBezTo>
                  <a:pt x="1574" y="1533"/>
                  <a:pt x="1593" y="1511"/>
                  <a:pt x="1612" y="1489"/>
                </a:cubicBezTo>
                <a:cubicBezTo>
                  <a:pt x="1630" y="1467"/>
                  <a:pt x="1647" y="1444"/>
                  <a:pt x="1663" y="1420"/>
                </a:cubicBezTo>
                <a:cubicBezTo>
                  <a:pt x="1679" y="1396"/>
                  <a:pt x="1694" y="1371"/>
                  <a:pt x="1708" y="1345"/>
                </a:cubicBezTo>
                <a:cubicBezTo>
                  <a:pt x="1721" y="1320"/>
                  <a:pt x="1734" y="1294"/>
                  <a:pt x="1745" y="1267"/>
                </a:cubicBezTo>
                <a:cubicBezTo>
                  <a:pt x="1756" y="1240"/>
                  <a:pt x="1766" y="1213"/>
                  <a:pt x="1774" y="1186"/>
                </a:cubicBezTo>
                <a:cubicBezTo>
                  <a:pt x="1782" y="1158"/>
                  <a:pt x="1789" y="1130"/>
                  <a:pt x="1795" y="1102"/>
                </a:cubicBezTo>
                <a:cubicBezTo>
                  <a:pt x="1801" y="1073"/>
                  <a:pt x="1805" y="1045"/>
                  <a:pt x="1808" y="1016"/>
                </a:cubicBezTo>
                <a:cubicBezTo>
                  <a:pt x="1811" y="987"/>
                  <a:pt x="1812" y="958"/>
                  <a:pt x="1812" y="930"/>
                </a:cubicBezTo>
                <a:cubicBezTo>
                  <a:pt x="1812" y="901"/>
                  <a:pt x="1811" y="872"/>
                  <a:pt x="1808" y="843"/>
                </a:cubicBezTo>
                <a:cubicBezTo>
                  <a:pt x="1805" y="814"/>
                  <a:pt x="1801" y="786"/>
                  <a:pt x="1795" y="757"/>
                </a:cubicBezTo>
                <a:cubicBezTo>
                  <a:pt x="1789" y="729"/>
                  <a:pt x="1782" y="701"/>
                  <a:pt x="1774" y="673"/>
                </a:cubicBezTo>
                <a:cubicBezTo>
                  <a:pt x="1766" y="646"/>
                  <a:pt x="1756" y="619"/>
                  <a:pt x="1745" y="592"/>
                </a:cubicBezTo>
                <a:cubicBezTo>
                  <a:pt x="1734" y="565"/>
                  <a:pt x="1721" y="539"/>
                  <a:pt x="1708" y="514"/>
                </a:cubicBezTo>
                <a:cubicBezTo>
                  <a:pt x="1694" y="488"/>
                  <a:pt x="1679" y="463"/>
                  <a:pt x="1663" y="438"/>
                </a:cubicBezTo>
                <a:cubicBezTo>
                  <a:pt x="1647" y="414"/>
                  <a:pt x="1630" y="391"/>
                  <a:pt x="1612" y="369"/>
                </a:cubicBezTo>
                <a:cubicBezTo>
                  <a:pt x="1593" y="347"/>
                  <a:pt x="1574" y="325"/>
                  <a:pt x="1554" y="305"/>
                </a:cubicBezTo>
                <a:cubicBezTo>
                  <a:pt x="1533" y="284"/>
                  <a:pt x="1512" y="265"/>
                  <a:pt x="1489" y="247"/>
                </a:cubicBezTo>
                <a:cubicBezTo>
                  <a:pt x="1467" y="228"/>
                  <a:pt x="1444" y="211"/>
                  <a:pt x="1420" y="195"/>
                </a:cubicBezTo>
                <a:cubicBezTo>
                  <a:pt x="1396" y="179"/>
                  <a:pt x="1370" y="164"/>
                  <a:pt x="1345" y="151"/>
                </a:cubicBezTo>
                <a:cubicBezTo>
                  <a:pt x="1319" y="137"/>
                  <a:pt x="1293" y="125"/>
                  <a:pt x="1266" y="114"/>
                </a:cubicBezTo>
                <a:cubicBezTo>
                  <a:pt x="1240" y="103"/>
                  <a:pt x="1213" y="93"/>
                  <a:pt x="1185" y="84"/>
                </a:cubicBezTo>
                <a:cubicBezTo>
                  <a:pt x="1157" y="76"/>
                  <a:pt x="1129" y="69"/>
                  <a:pt x="1101" y="63"/>
                </a:cubicBezTo>
                <a:cubicBezTo>
                  <a:pt x="1073" y="58"/>
                  <a:pt x="1044" y="54"/>
                  <a:pt x="1015" y="51"/>
                </a:cubicBezTo>
                <a:cubicBezTo>
                  <a:pt x="987" y="48"/>
                  <a:pt x="958" y="46"/>
                  <a:pt x="929" y="46"/>
                </a:cubicBezTo>
                <a:close/>
              </a:path>
            </a:pathLst>
          </a:custGeom>
          <a:solidFill>
            <a:srgbClr val="FFFFFF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26" name="圖片 25"/>
          <p:cNvPicPr/>
          <p:nvPr/>
        </p:nvPicPr>
        <p:blipFill>
          <a:blip r:embed="rId3"/>
          <a:stretch>
            <a:fillRect/>
          </a:stretch>
        </p:blipFill>
        <p:spPr>
          <a:xfrm>
            <a:off x="2114280" y="4412160"/>
            <a:ext cx="12492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任意多邊形 26"/>
          <p:cNvSpPr/>
          <p:nvPr/>
        </p:nvSpPr>
        <p:spPr>
          <a:xfrm>
            <a:off x="8189280" y="1253160"/>
            <a:ext cx="1003320" cy="1003320"/>
          </a:xfrm>
          <a:custGeom>
            <a:avLst/>
            <a:gdLst/>
            <a:ahLst/>
            <a:cxnLst/>
            <a:rect l="0" t="0" r="r" b="b"/>
            <a:pathLst>
              <a:path w="2787" h="2787">
                <a:moveTo>
                  <a:pt x="0" y="1394"/>
                </a:moveTo>
                <a:cubicBezTo>
                  <a:pt x="0" y="1303"/>
                  <a:pt x="9" y="1212"/>
                  <a:pt x="27" y="1123"/>
                </a:cubicBezTo>
                <a:cubicBezTo>
                  <a:pt x="45" y="1033"/>
                  <a:pt x="71" y="946"/>
                  <a:pt x="106" y="861"/>
                </a:cubicBezTo>
                <a:cubicBezTo>
                  <a:pt x="141" y="777"/>
                  <a:pt x="184" y="695"/>
                  <a:pt x="235" y="619"/>
                </a:cubicBezTo>
                <a:cubicBezTo>
                  <a:pt x="286" y="543"/>
                  <a:pt x="344" y="473"/>
                  <a:pt x="408" y="408"/>
                </a:cubicBezTo>
                <a:cubicBezTo>
                  <a:pt x="473" y="344"/>
                  <a:pt x="543" y="286"/>
                  <a:pt x="619" y="235"/>
                </a:cubicBezTo>
                <a:cubicBezTo>
                  <a:pt x="695" y="184"/>
                  <a:pt x="776" y="141"/>
                  <a:pt x="860" y="106"/>
                </a:cubicBezTo>
                <a:cubicBezTo>
                  <a:pt x="946" y="71"/>
                  <a:pt x="1033" y="45"/>
                  <a:pt x="1122" y="27"/>
                </a:cubicBezTo>
                <a:cubicBezTo>
                  <a:pt x="1212" y="9"/>
                  <a:pt x="1303" y="0"/>
                  <a:pt x="1394" y="0"/>
                </a:cubicBezTo>
                <a:cubicBezTo>
                  <a:pt x="1486" y="0"/>
                  <a:pt x="1576" y="9"/>
                  <a:pt x="1666" y="27"/>
                </a:cubicBezTo>
                <a:cubicBezTo>
                  <a:pt x="1755" y="45"/>
                  <a:pt x="1843" y="71"/>
                  <a:pt x="1927" y="106"/>
                </a:cubicBezTo>
                <a:cubicBezTo>
                  <a:pt x="2012" y="141"/>
                  <a:pt x="2092" y="184"/>
                  <a:pt x="2168" y="235"/>
                </a:cubicBezTo>
                <a:cubicBezTo>
                  <a:pt x="2244" y="286"/>
                  <a:pt x="2314" y="344"/>
                  <a:pt x="2379" y="408"/>
                </a:cubicBezTo>
                <a:cubicBezTo>
                  <a:pt x="2444" y="473"/>
                  <a:pt x="2501" y="543"/>
                  <a:pt x="2552" y="619"/>
                </a:cubicBezTo>
                <a:cubicBezTo>
                  <a:pt x="2603" y="695"/>
                  <a:pt x="2646" y="777"/>
                  <a:pt x="2681" y="861"/>
                </a:cubicBezTo>
                <a:cubicBezTo>
                  <a:pt x="2716" y="946"/>
                  <a:pt x="2742" y="1033"/>
                  <a:pt x="2760" y="1123"/>
                </a:cubicBezTo>
                <a:cubicBezTo>
                  <a:pt x="2778" y="1212"/>
                  <a:pt x="2787" y="1303"/>
                  <a:pt x="2787" y="1394"/>
                </a:cubicBezTo>
                <a:cubicBezTo>
                  <a:pt x="2787" y="1486"/>
                  <a:pt x="2778" y="1576"/>
                  <a:pt x="2760" y="1666"/>
                </a:cubicBezTo>
                <a:cubicBezTo>
                  <a:pt x="2742" y="1756"/>
                  <a:pt x="2716" y="1843"/>
                  <a:pt x="2681" y="1927"/>
                </a:cubicBezTo>
                <a:cubicBezTo>
                  <a:pt x="2646" y="2012"/>
                  <a:pt x="2603" y="2092"/>
                  <a:pt x="2552" y="2168"/>
                </a:cubicBezTo>
                <a:cubicBezTo>
                  <a:pt x="2501" y="2244"/>
                  <a:pt x="2444" y="2314"/>
                  <a:pt x="2379" y="2379"/>
                </a:cubicBezTo>
                <a:cubicBezTo>
                  <a:pt x="2314" y="2444"/>
                  <a:pt x="2244" y="2501"/>
                  <a:pt x="2168" y="2552"/>
                </a:cubicBezTo>
                <a:cubicBezTo>
                  <a:pt x="2092" y="2603"/>
                  <a:pt x="2012" y="2646"/>
                  <a:pt x="1927" y="2681"/>
                </a:cubicBezTo>
                <a:cubicBezTo>
                  <a:pt x="1843" y="2716"/>
                  <a:pt x="1755" y="2742"/>
                  <a:pt x="1666" y="2760"/>
                </a:cubicBezTo>
                <a:cubicBezTo>
                  <a:pt x="1576" y="2778"/>
                  <a:pt x="1486" y="2787"/>
                  <a:pt x="1394" y="2787"/>
                </a:cubicBezTo>
                <a:cubicBezTo>
                  <a:pt x="1303" y="2787"/>
                  <a:pt x="1212" y="2778"/>
                  <a:pt x="1122" y="2760"/>
                </a:cubicBezTo>
                <a:cubicBezTo>
                  <a:pt x="1033" y="2742"/>
                  <a:pt x="946" y="2716"/>
                  <a:pt x="860" y="2681"/>
                </a:cubicBezTo>
                <a:cubicBezTo>
                  <a:pt x="776" y="2646"/>
                  <a:pt x="695" y="2603"/>
                  <a:pt x="619" y="2552"/>
                </a:cubicBezTo>
                <a:cubicBezTo>
                  <a:pt x="543" y="2501"/>
                  <a:pt x="473" y="2444"/>
                  <a:pt x="408" y="2379"/>
                </a:cubicBezTo>
                <a:cubicBezTo>
                  <a:pt x="344" y="2314"/>
                  <a:pt x="286" y="2244"/>
                  <a:pt x="235" y="2168"/>
                </a:cubicBezTo>
                <a:cubicBezTo>
                  <a:pt x="184" y="2092"/>
                  <a:pt x="141" y="2012"/>
                  <a:pt x="106" y="1927"/>
                </a:cubicBezTo>
                <a:cubicBezTo>
                  <a:pt x="71" y="1843"/>
                  <a:pt x="45" y="1756"/>
                  <a:pt x="27" y="1666"/>
                </a:cubicBezTo>
                <a:cubicBezTo>
                  <a:pt x="9" y="1576"/>
                  <a:pt x="0" y="1486"/>
                  <a:pt x="0" y="1394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" name="任意多邊形 27"/>
          <p:cNvSpPr/>
          <p:nvPr/>
        </p:nvSpPr>
        <p:spPr>
          <a:xfrm>
            <a:off x="8189280" y="1253160"/>
            <a:ext cx="1003320" cy="1003320"/>
          </a:xfrm>
          <a:custGeom>
            <a:avLst/>
            <a:gdLst/>
            <a:ahLst/>
            <a:cxnLst/>
            <a:rect l="0" t="0" r="r" b="b"/>
            <a:pathLst>
              <a:path w="2787" h="2787">
                <a:moveTo>
                  <a:pt x="0" y="1394"/>
                </a:moveTo>
                <a:cubicBezTo>
                  <a:pt x="0" y="1303"/>
                  <a:pt x="9" y="1212"/>
                  <a:pt x="27" y="1123"/>
                </a:cubicBezTo>
                <a:cubicBezTo>
                  <a:pt x="45" y="1033"/>
                  <a:pt x="71" y="946"/>
                  <a:pt x="106" y="861"/>
                </a:cubicBezTo>
                <a:cubicBezTo>
                  <a:pt x="141" y="777"/>
                  <a:pt x="184" y="695"/>
                  <a:pt x="235" y="619"/>
                </a:cubicBezTo>
                <a:cubicBezTo>
                  <a:pt x="286" y="543"/>
                  <a:pt x="344" y="473"/>
                  <a:pt x="408" y="408"/>
                </a:cubicBezTo>
                <a:cubicBezTo>
                  <a:pt x="473" y="344"/>
                  <a:pt x="543" y="286"/>
                  <a:pt x="619" y="235"/>
                </a:cubicBezTo>
                <a:cubicBezTo>
                  <a:pt x="695" y="184"/>
                  <a:pt x="776" y="141"/>
                  <a:pt x="860" y="106"/>
                </a:cubicBezTo>
                <a:cubicBezTo>
                  <a:pt x="946" y="71"/>
                  <a:pt x="1033" y="45"/>
                  <a:pt x="1122" y="27"/>
                </a:cubicBezTo>
                <a:cubicBezTo>
                  <a:pt x="1212" y="9"/>
                  <a:pt x="1303" y="0"/>
                  <a:pt x="1394" y="0"/>
                </a:cubicBezTo>
                <a:cubicBezTo>
                  <a:pt x="1486" y="0"/>
                  <a:pt x="1576" y="9"/>
                  <a:pt x="1666" y="27"/>
                </a:cubicBezTo>
                <a:cubicBezTo>
                  <a:pt x="1755" y="45"/>
                  <a:pt x="1843" y="71"/>
                  <a:pt x="1927" y="106"/>
                </a:cubicBezTo>
                <a:cubicBezTo>
                  <a:pt x="2012" y="141"/>
                  <a:pt x="2092" y="184"/>
                  <a:pt x="2168" y="235"/>
                </a:cubicBezTo>
                <a:cubicBezTo>
                  <a:pt x="2244" y="286"/>
                  <a:pt x="2314" y="344"/>
                  <a:pt x="2379" y="408"/>
                </a:cubicBezTo>
                <a:cubicBezTo>
                  <a:pt x="2444" y="473"/>
                  <a:pt x="2501" y="543"/>
                  <a:pt x="2552" y="619"/>
                </a:cubicBezTo>
                <a:cubicBezTo>
                  <a:pt x="2603" y="695"/>
                  <a:pt x="2646" y="777"/>
                  <a:pt x="2681" y="861"/>
                </a:cubicBezTo>
                <a:cubicBezTo>
                  <a:pt x="2716" y="946"/>
                  <a:pt x="2742" y="1033"/>
                  <a:pt x="2760" y="1123"/>
                </a:cubicBezTo>
                <a:cubicBezTo>
                  <a:pt x="2778" y="1212"/>
                  <a:pt x="2787" y="1303"/>
                  <a:pt x="2787" y="1394"/>
                </a:cubicBezTo>
                <a:cubicBezTo>
                  <a:pt x="2787" y="1486"/>
                  <a:pt x="2778" y="1576"/>
                  <a:pt x="2760" y="1666"/>
                </a:cubicBezTo>
                <a:cubicBezTo>
                  <a:pt x="2742" y="1756"/>
                  <a:pt x="2716" y="1843"/>
                  <a:pt x="2681" y="1927"/>
                </a:cubicBezTo>
                <a:cubicBezTo>
                  <a:pt x="2646" y="2012"/>
                  <a:pt x="2603" y="2092"/>
                  <a:pt x="2552" y="2168"/>
                </a:cubicBezTo>
                <a:cubicBezTo>
                  <a:pt x="2501" y="2244"/>
                  <a:pt x="2444" y="2314"/>
                  <a:pt x="2379" y="2379"/>
                </a:cubicBezTo>
                <a:cubicBezTo>
                  <a:pt x="2314" y="2444"/>
                  <a:pt x="2244" y="2501"/>
                  <a:pt x="2168" y="2552"/>
                </a:cubicBezTo>
                <a:cubicBezTo>
                  <a:pt x="2092" y="2603"/>
                  <a:pt x="2012" y="2646"/>
                  <a:pt x="1927" y="2681"/>
                </a:cubicBezTo>
                <a:cubicBezTo>
                  <a:pt x="1843" y="2716"/>
                  <a:pt x="1755" y="2742"/>
                  <a:pt x="1666" y="2760"/>
                </a:cubicBezTo>
                <a:cubicBezTo>
                  <a:pt x="1576" y="2778"/>
                  <a:pt x="1486" y="2787"/>
                  <a:pt x="1394" y="2787"/>
                </a:cubicBezTo>
                <a:cubicBezTo>
                  <a:pt x="1303" y="2787"/>
                  <a:pt x="1212" y="2778"/>
                  <a:pt x="1122" y="2760"/>
                </a:cubicBezTo>
                <a:cubicBezTo>
                  <a:pt x="1033" y="2742"/>
                  <a:pt x="946" y="2716"/>
                  <a:pt x="860" y="2681"/>
                </a:cubicBezTo>
                <a:cubicBezTo>
                  <a:pt x="776" y="2646"/>
                  <a:pt x="695" y="2603"/>
                  <a:pt x="619" y="2552"/>
                </a:cubicBezTo>
                <a:cubicBezTo>
                  <a:pt x="543" y="2501"/>
                  <a:pt x="473" y="2444"/>
                  <a:pt x="408" y="2379"/>
                </a:cubicBezTo>
                <a:cubicBezTo>
                  <a:pt x="344" y="2314"/>
                  <a:pt x="286" y="2244"/>
                  <a:pt x="235" y="2168"/>
                </a:cubicBezTo>
                <a:cubicBezTo>
                  <a:pt x="184" y="2092"/>
                  <a:pt x="141" y="2012"/>
                  <a:pt x="106" y="1927"/>
                </a:cubicBezTo>
                <a:cubicBezTo>
                  <a:pt x="71" y="1843"/>
                  <a:pt x="45" y="1756"/>
                  <a:pt x="27" y="1666"/>
                </a:cubicBezTo>
                <a:cubicBezTo>
                  <a:pt x="9" y="1576"/>
                  <a:pt x="0" y="1486"/>
                  <a:pt x="0" y="1394"/>
                </a:cubicBezTo>
                <a:moveTo>
                  <a:pt x="1394" y="47"/>
                </a:moveTo>
                <a:cubicBezTo>
                  <a:pt x="1350" y="47"/>
                  <a:pt x="1306" y="49"/>
                  <a:pt x="1262" y="53"/>
                </a:cubicBezTo>
                <a:cubicBezTo>
                  <a:pt x="1218" y="58"/>
                  <a:pt x="1175" y="64"/>
                  <a:pt x="1131" y="73"/>
                </a:cubicBezTo>
                <a:cubicBezTo>
                  <a:pt x="1088" y="81"/>
                  <a:pt x="1045" y="92"/>
                  <a:pt x="1003" y="105"/>
                </a:cubicBezTo>
                <a:cubicBezTo>
                  <a:pt x="961" y="118"/>
                  <a:pt x="919" y="132"/>
                  <a:pt x="878" y="149"/>
                </a:cubicBezTo>
                <a:cubicBezTo>
                  <a:pt x="837" y="166"/>
                  <a:pt x="797" y="185"/>
                  <a:pt x="758" y="206"/>
                </a:cubicBezTo>
                <a:cubicBezTo>
                  <a:pt x="720" y="227"/>
                  <a:pt x="682" y="249"/>
                  <a:pt x="645" y="274"/>
                </a:cubicBezTo>
                <a:cubicBezTo>
                  <a:pt x="608" y="298"/>
                  <a:pt x="573" y="325"/>
                  <a:pt x="539" y="352"/>
                </a:cubicBezTo>
                <a:cubicBezTo>
                  <a:pt x="505" y="380"/>
                  <a:pt x="472" y="410"/>
                  <a:pt x="441" y="441"/>
                </a:cubicBezTo>
                <a:cubicBezTo>
                  <a:pt x="410" y="472"/>
                  <a:pt x="380" y="505"/>
                  <a:pt x="352" y="539"/>
                </a:cubicBezTo>
                <a:cubicBezTo>
                  <a:pt x="324" y="573"/>
                  <a:pt x="298" y="609"/>
                  <a:pt x="274" y="645"/>
                </a:cubicBezTo>
                <a:cubicBezTo>
                  <a:pt x="249" y="682"/>
                  <a:pt x="226" y="721"/>
                  <a:pt x="206" y="760"/>
                </a:cubicBezTo>
                <a:cubicBezTo>
                  <a:pt x="185" y="798"/>
                  <a:pt x="166" y="838"/>
                  <a:pt x="149" y="879"/>
                </a:cubicBezTo>
                <a:cubicBezTo>
                  <a:pt x="132" y="920"/>
                  <a:pt x="117" y="961"/>
                  <a:pt x="105" y="1003"/>
                </a:cubicBezTo>
                <a:cubicBezTo>
                  <a:pt x="92" y="1046"/>
                  <a:pt x="81" y="1088"/>
                  <a:pt x="73" y="1132"/>
                </a:cubicBezTo>
                <a:cubicBezTo>
                  <a:pt x="64" y="1175"/>
                  <a:pt x="58" y="1218"/>
                  <a:pt x="53" y="1262"/>
                </a:cubicBezTo>
                <a:cubicBezTo>
                  <a:pt x="49" y="1306"/>
                  <a:pt x="47" y="1350"/>
                  <a:pt x="47" y="1394"/>
                </a:cubicBezTo>
                <a:cubicBezTo>
                  <a:pt x="47" y="1438"/>
                  <a:pt x="49" y="1482"/>
                  <a:pt x="53" y="1526"/>
                </a:cubicBezTo>
                <a:cubicBezTo>
                  <a:pt x="58" y="1570"/>
                  <a:pt x="64" y="1614"/>
                  <a:pt x="73" y="1657"/>
                </a:cubicBezTo>
                <a:cubicBezTo>
                  <a:pt x="81" y="1700"/>
                  <a:pt x="92" y="1743"/>
                  <a:pt x="105" y="1785"/>
                </a:cubicBezTo>
                <a:cubicBezTo>
                  <a:pt x="117" y="1827"/>
                  <a:pt x="132" y="1869"/>
                  <a:pt x="149" y="1909"/>
                </a:cubicBezTo>
                <a:cubicBezTo>
                  <a:pt x="166" y="1950"/>
                  <a:pt x="185" y="1990"/>
                  <a:pt x="206" y="2029"/>
                </a:cubicBezTo>
                <a:cubicBezTo>
                  <a:pt x="226" y="2068"/>
                  <a:pt x="249" y="2106"/>
                  <a:pt x="274" y="2142"/>
                </a:cubicBezTo>
                <a:cubicBezTo>
                  <a:pt x="298" y="2179"/>
                  <a:pt x="324" y="2214"/>
                  <a:pt x="352" y="2248"/>
                </a:cubicBezTo>
                <a:cubicBezTo>
                  <a:pt x="380" y="2282"/>
                  <a:pt x="410" y="2315"/>
                  <a:pt x="441" y="2346"/>
                </a:cubicBezTo>
                <a:cubicBezTo>
                  <a:pt x="472" y="2377"/>
                  <a:pt x="505" y="2407"/>
                  <a:pt x="539" y="2435"/>
                </a:cubicBezTo>
                <a:cubicBezTo>
                  <a:pt x="573" y="2463"/>
                  <a:pt x="608" y="2489"/>
                  <a:pt x="645" y="2514"/>
                </a:cubicBezTo>
                <a:cubicBezTo>
                  <a:pt x="682" y="2538"/>
                  <a:pt x="720" y="2561"/>
                  <a:pt x="758" y="2582"/>
                </a:cubicBezTo>
                <a:cubicBezTo>
                  <a:pt x="797" y="2602"/>
                  <a:pt x="837" y="2621"/>
                  <a:pt x="878" y="2638"/>
                </a:cubicBezTo>
                <a:cubicBezTo>
                  <a:pt x="919" y="2655"/>
                  <a:pt x="961" y="2670"/>
                  <a:pt x="1003" y="2683"/>
                </a:cubicBezTo>
                <a:cubicBezTo>
                  <a:pt x="1045" y="2695"/>
                  <a:pt x="1088" y="2706"/>
                  <a:pt x="1131" y="2715"/>
                </a:cubicBezTo>
                <a:cubicBezTo>
                  <a:pt x="1175" y="2723"/>
                  <a:pt x="1218" y="2730"/>
                  <a:pt x="1262" y="2734"/>
                </a:cubicBezTo>
                <a:cubicBezTo>
                  <a:pt x="1306" y="2738"/>
                  <a:pt x="1350" y="2741"/>
                  <a:pt x="1394" y="2741"/>
                </a:cubicBezTo>
                <a:cubicBezTo>
                  <a:pt x="1438" y="2741"/>
                  <a:pt x="1482" y="2738"/>
                  <a:pt x="1526" y="2734"/>
                </a:cubicBezTo>
                <a:cubicBezTo>
                  <a:pt x="1570" y="2730"/>
                  <a:pt x="1613" y="2723"/>
                  <a:pt x="1657" y="2715"/>
                </a:cubicBezTo>
                <a:cubicBezTo>
                  <a:pt x="1700" y="2706"/>
                  <a:pt x="1743" y="2695"/>
                  <a:pt x="1785" y="2683"/>
                </a:cubicBezTo>
                <a:cubicBezTo>
                  <a:pt x="1827" y="2670"/>
                  <a:pt x="1869" y="2655"/>
                  <a:pt x="1909" y="2638"/>
                </a:cubicBezTo>
                <a:cubicBezTo>
                  <a:pt x="1950" y="2621"/>
                  <a:pt x="1990" y="2602"/>
                  <a:pt x="2029" y="2582"/>
                </a:cubicBezTo>
                <a:cubicBezTo>
                  <a:pt x="2068" y="2561"/>
                  <a:pt x="2105" y="2538"/>
                  <a:pt x="2142" y="2514"/>
                </a:cubicBezTo>
                <a:cubicBezTo>
                  <a:pt x="2179" y="2489"/>
                  <a:pt x="2214" y="2463"/>
                  <a:pt x="2248" y="2435"/>
                </a:cubicBezTo>
                <a:cubicBezTo>
                  <a:pt x="2282" y="2407"/>
                  <a:pt x="2315" y="2377"/>
                  <a:pt x="2346" y="2346"/>
                </a:cubicBezTo>
                <a:cubicBezTo>
                  <a:pt x="2377" y="2315"/>
                  <a:pt x="2407" y="2282"/>
                  <a:pt x="2435" y="2248"/>
                </a:cubicBezTo>
                <a:cubicBezTo>
                  <a:pt x="2463" y="2214"/>
                  <a:pt x="2489" y="2179"/>
                  <a:pt x="2514" y="2142"/>
                </a:cubicBezTo>
                <a:cubicBezTo>
                  <a:pt x="2538" y="2106"/>
                  <a:pt x="2561" y="2068"/>
                  <a:pt x="2581" y="2029"/>
                </a:cubicBezTo>
                <a:cubicBezTo>
                  <a:pt x="2602" y="1990"/>
                  <a:pt x="2621" y="1950"/>
                  <a:pt x="2638" y="1909"/>
                </a:cubicBezTo>
                <a:cubicBezTo>
                  <a:pt x="2655" y="1869"/>
                  <a:pt x="2670" y="1827"/>
                  <a:pt x="2682" y="1785"/>
                </a:cubicBezTo>
                <a:cubicBezTo>
                  <a:pt x="2695" y="1743"/>
                  <a:pt x="2706" y="1700"/>
                  <a:pt x="2715" y="1657"/>
                </a:cubicBezTo>
                <a:cubicBezTo>
                  <a:pt x="2723" y="1614"/>
                  <a:pt x="2730" y="1570"/>
                  <a:pt x="2734" y="1526"/>
                </a:cubicBezTo>
                <a:cubicBezTo>
                  <a:pt x="2738" y="1482"/>
                  <a:pt x="2740" y="1438"/>
                  <a:pt x="2740" y="1394"/>
                </a:cubicBezTo>
                <a:cubicBezTo>
                  <a:pt x="2740" y="1350"/>
                  <a:pt x="2738" y="1306"/>
                  <a:pt x="2734" y="1262"/>
                </a:cubicBezTo>
                <a:cubicBezTo>
                  <a:pt x="2730" y="1218"/>
                  <a:pt x="2723" y="1175"/>
                  <a:pt x="2715" y="1132"/>
                </a:cubicBezTo>
                <a:cubicBezTo>
                  <a:pt x="2706" y="1088"/>
                  <a:pt x="2695" y="1046"/>
                  <a:pt x="2682" y="1003"/>
                </a:cubicBezTo>
                <a:cubicBezTo>
                  <a:pt x="2670" y="961"/>
                  <a:pt x="2655" y="920"/>
                  <a:pt x="2638" y="879"/>
                </a:cubicBezTo>
                <a:cubicBezTo>
                  <a:pt x="2621" y="838"/>
                  <a:pt x="2602" y="798"/>
                  <a:pt x="2581" y="760"/>
                </a:cubicBezTo>
                <a:cubicBezTo>
                  <a:pt x="2561" y="721"/>
                  <a:pt x="2538" y="682"/>
                  <a:pt x="2514" y="645"/>
                </a:cubicBezTo>
                <a:cubicBezTo>
                  <a:pt x="2489" y="609"/>
                  <a:pt x="2463" y="573"/>
                  <a:pt x="2435" y="539"/>
                </a:cubicBezTo>
                <a:cubicBezTo>
                  <a:pt x="2407" y="505"/>
                  <a:pt x="2377" y="472"/>
                  <a:pt x="2346" y="441"/>
                </a:cubicBezTo>
                <a:cubicBezTo>
                  <a:pt x="2315" y="410"/>
                  <a:pt x="2282" y="380"/>
                  <a:pt x="2248" y="352"/>
                </a:cubicBezTo>
                <a:cubicBezTo>
                  <a:pt x="2214" y="325"/>
                  <a:pt x="2179" y="298"/>
                  <a:pt x="2142" y="274"/>
                </a:cubicBezTo>
                <a:cubicBezTo>
                  <a:pt x="2105" y="249"/>
                  <a:pt x="2068" y="227"/>
                  <a:pt x="2029" y="206"/>
                </a:cubicBezTo>
                <a:cubicBezTo>
                  <a:pt x="1990" y="185"/>
                  <a:pt x="1950" y="166"/>
                  <a:pt x="1909" y="149"/>
                </a:cubicBezTo>
                <a:cubicBezTo>
                  <a:pt x="1869" y="132"/>
                  <a:pt x="1827" y="118"/>
                  <a:pt x="1785" y="105"/>
                </a:cubicBezTo>
                <a:cubicBezTo>
                  <a:pt x="1743" y="92"/>
                  <a:pt x="1700" y="81"/>
                  <a:pt x="1657" y="73"/>
                </a:cubicBezTo>
                <a:cubicBezTo>
                  <a:pt x="1613" y="64"/>
                  <a:pt x="1570" y="58"/>
                  <a:pt x="1526" y="53"/>
                </a:cubicBezTo>
                <a:cubicBezTo>
                  <a:pt x="1482" y="49"/>
                  <a:pt x="1438" y="47"/>
                  <a:pt x="1394" y="47"/>
                </a:cubicBezTo>
                <a:close/>
              </a:path>
            </a:pathLst>
          </a:custGeom>
          <a:solidFill>
            <a:srgbClr val="FFFFFF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29" name="圖片 28"/>
          <p:cNvPicPr/>
          <p:nvPr/>
        </p:nvPicPr>
        <p:blipFill>
          <a:blip r:embed="rId4"/>
          <a:stretch>
            <a:fillRect/>
          </a:stretch>
        </p:blipFill>
        <p:spPr>
          <a:xfrm>
            <a:off x="8598960" y="1604520"/>
            <a:ext cx="191880" cy="30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任意多邊形 29"/>
          <p:cNvSpPr/>
          <p:nvPr/>
        </p:nvSpPr>
        <p:spPr>
          <a:xfrm>
            <a:off x="8356680" y="4345200"/>
            <a:ext cx="752400" cy="752400"/>
          </a:xfrm>
          <a:custGeom>
            <a:avLst/>
            <a:gdLst/>
            <a:ahLst/>
            <a:cxnLst/>
            <a:rect l="0" t="0" r="r" b="b"/>
            <a:pathLst>
              <a:path w="2090" h="2090">
                <a:moveTo>
                  <a:pt x="0" y="1045"/>
                </a:moveTo>
                <a:cubicBezTo>
                  <a:pt x="0" y="976"/>
                  <a:pt x="6" y="908"/>
                  <a:pt x="20" y="841"/>
                </a:cubicBezTo>
                <a:cubicBezTo>
                  <a:pt x="33" y="774"/>
                  <a:pt x="53" y="708"/>
                  <a:pt x="79" y="645"/>
                </a:cubicBezTo>
                <a:cubicBezTo>
                  <a:pt x="105" y="582"/>
                  <a:pt x="137" y="522"/>
                  <a:pt x="176" y="465"/>
                </a:cubicBezTo>
                <a:cubicBezTo>
                  <a:pt x="214" y="408"/>
                  <a:pt x="257" y="355"/>
                  <a:pt x="306" y="306"/>
                </a:cubicBezTo>
                <a:cubicBezTo>
                  <a:pt x="354" y="258"/>
                  <a:pt x="407" y="214"/>
                  <a:pt x="464" y="176"/>
                </a:cubicBezTo>
                <a:cubicBezTo>
                  <a:pt x="521" y="138"/>
                  <a:pt x="581" y="106"/>
                  <a:pt x="644" y="80"/>
                </a:cubicBezTo>
                <a:cubicBezTo>
                  <a:pt x="708" y="54"/>
                  <a:pt x="773" y="34"/>
                  <a:pt x="841" y="20"/>
                </a:cubicBezTo>
                <a:cubicBezTo>
                  <a:pt x="909" y="7"/>
                  <a:pt x="977" y="0"/>
                  <a:pt x="1045" y="0"/>
                </a:cubicBezTo>
                <a:cubicBezTo>
                  <a:pt x="1114" y="0"/>
                  <a:pt x="1182" y="7"/>
                  <a:pt x="1249" y="20"/>
                </a:cubicBezTo>
                <a:cubicBezTo>
                  <a:pt x="1316" y="34"/>
                  <a:pt x="1382" y="54"/>
                  <a:pt x="1445" y="80"/>
                </a:cubicBezTo>
                <a:cubicBezTo>
                  <a:pt x="1508" y="106"/>
                  <a:pt x="1568" y="138"/>
                  <a:pt x="1625" y="176"/>
                </a:cubicBezTo>
                <a:cubicBezTo>
                  <a:pt x="1683" y="214"/>
                  <a:pt x="1735" y="258"/>
                  <a:pt x="1784" y="306"/>
                </a:cubicBezTo>
                <a:cubicBezTo>
                  <a:pt x="1832" y="355"/>
                  <a:pt x="1876" y="408"/>
                  <a:pt x="1914" y="465"/>
                </a:cubicBezTo>
                <a:cubicBezTo>
                  <a:pt x="1952" y="522"/>
                  <a:pt x="1984" y="582"/>
                  <a:pt x="2010" y="645"/>
                </a:cubicBezTo>
                <a:cubicBezTo>
                  <a:pt x="2036" y="708"/>
                  <a:pt x="2056" y="774"/>
                  <a:pt x="2070" y="841"/>
                </a:cubicBezTo>
                <a:cubicBezTo>
                  <a:pt x="2083" y="908"/>
                  <a:pt x="2090" y="976"/>
                  <a:pt x="2090" y="1045"/>
                </a:cubicBezTo>
                <a:cubicBezTo>
                  <a:pt x="2090" y="1113"/>
                  <a:pt x="2083" y="1181"/>
                  <a:pt x="2070" y="1249"/>
                </a:cubicBezTo>
                <a:cubicBezTo>
                  <a:pt x="2056" y="1316"/>
                  <a:pt x="2036" y="1381"/>
                  <a:pt x="2010" y="1445"/>
                </a:cubicBezTo>
                <a:cubicBezTo>
                  <a:pt x="1984" y="1508"/>
                  <a:pt x="1952" y="1569"/>
                  <a:pt x="1914" y="1626"/>
                </a:cubicBezTo>
                <a:cubicBezTo>
                  <a:pt x="1876" y="1683"/>
                  <a:pt x="1832" y="1736"/>
                  <a:pt x="1784" y="1785"/>
                </a:cubicBezTo>
                <a:cubicBezTo>
                  <a:pt x="1735" y="1833"/>
                  <a:pt x="1683" y="1876"/>
                  <a:pt x="1625" y="1914"/>
                </a:cubicBezTo>
                <a:cubicBezTo>
                  <a:pt x="1568" y="1953"/>
                  <a:pt x="1508" y="1985"/>
                  <a:pt x="1445" y="2011"/>
                </a:cubicBezTo>
                <a:cubicBezTo>
                  <a:pt x="1382" y="2037"/>
                  <a:pt x="1316" y="2057"/>
                  <a:pt x="1249" y="2070"/>
                </a:cubicBezTo>
                <a:cubicBezTo>
                  <a:pt x="1182" y="2084"/>
                  <a:pt x="1114" y="2090"/>
                  <a:pt x="1045" y="2090"/>
                </a:cubicBezTo>
                <a:cubicBezTo>
                  <a:pt x="977" y="2090"/>
                  <a:pt x="909" y="2084"/>
                  <a:pt x="841" y="2070"/>
                </a:cubicBezTo>
                <a:cubicBezTo>
                  <a:pt x="773" y="2057"/>
                  <a:pt x="708" y="2037"/>
                  <a:pt x="644" y="2011"/>
                </a:cubicBezTo>
                <a:cubicBezTo>
                  <a:pt x="581" y="1985"/>
                  <a:pt x="521" y="1953"/>
                  <a:pt x="464" y="1914"/>
                </a:cubicBezTo>
                <a:cubicBezTo>
                  <a:pt x="407" y="1876"/>
                  <a:pt x="354" y="1833"/>
                  <a:pt x="306" y="1785"/>
                </a:cubicBezTo>
                <a:cubicBezTo>
                  <a:pt x="257" y="1736"/>
                  <a:pt x="214" y="1683"/>
                  <a:pt x="176" y="1626"/>
                </a:cubicBezTo>
                <a:cubicBezTo>
                  <a:pt x="137" y="1569"/>
                  <a:pt x="105" y="1508"/>
                  <a:pt x="79" y="1445"/>
                </a:cubicBezTo>
                <a:cubicBezTo>
                  <a:pt x="53" y="1381"/>
                  <a:pt x="33" y="1316"/>
                  <a:pt x="20" y="1249"/>
                </a:cubicBezTo>
                <a:cubicBezTo>
                  <a:pt x="6" y="1181"/>
                  <a:pt x="0" y="1113"/>
                  <a:pt x="0" y="1045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1" name="任意多邊形 30"/>
          <p:cNvSpPr/>
          <p:nvPr/>
        </p:nvSpPr>
        <p:spPr>
          <a:xfrm>
            <a:off x="8356680" y="4345200"/>
            <a:ext cx="752400" cy="752400"/>
          </a:xfrm>
          <a:custGeom>
            <a:avLst/>
            <a:gdLst/>
            <a:ahLst/>
            <a:cxnLst/>
            <a:rect l="0" t="0" r="r" b="b"/>
            <a:pathLst>
              <a:path w="2090" h="2090">
                <a:moveTo>
                  <a:pt x="0" y="1045"/>
                </a:moveTo>
                <a:cubicBezTo>
                  <a:pt x="0" y="976"/>
                  <a:pt x="6" y="908"/>
                  <a:pt x="20" y="841"/>
                </a:cubicBezTo>
                <a:cubicBezTo>
                  <a:pt x="33" y="774"/>
                  <a:pt x="53" y="708"/>
                  <a:pt x="79" y="645"/>
                </a:cubicBezTo>
                <a:cubicBezTo>
                  <a:pt x="105" y="582"/>
                  <a:pt x="137" y="522"/>
                  <a:pt x="176" y="465"/>
                </a:cubicBezTo>
                <a:cubicBezTo>
                  <a:pt x="214" y="408"/>
                  <a:pt x="257" y="355"/>
                  <a:pt x="306" y="306"/>
                </a:cubicBezTo>
                <a:cubicBezTo>
                  <a:pt x="354" y="258"/>
                  <a:pt x="407" y="214"/>
                  <a:pt x="464" y="176"/>
                </a:cubicBezTo>
                <a:cubicBezTo>
                  <a:pt x="521" y="138"/>
                  <a:pt x="581" y="106"/>
                  <a:pt x="644" y="80"/>
                </a:cubicBezTo>
                <a:cubicBezTo>
                  <a:pt x="708" y="54"/>
                  <a:pt x="773" y="34"/>
                  <a:pt x="841" y="20"/>
                </a:cubicBezTo>
                <a:cubicBezTo>
                  <a:pt x="909" y="7"/>
                  <a:pt x="977" y="0"/>
                  <a:pt x="1045" y="0"/>
                </a:cubicBezTo>
                <a:cubicBezTo>
                  <a:pt x="1114" y="0"/>
                  <a:pt x="1182" y="7"/>
                  <a:pt x="1249" y="20"/>
                </a:cubicBezTo>
                <a:cubicBezTo>
                  <a:pt x="1316" y="34"/>
                  <a:pt x="1382" y="54"/>
                  <a:pt x="1445" y="80"/>
                </a:cubicBezTo>
                <a:cubicBezTo>
                  <a:pt x="1508" y="106"/>
                  <a:pt x="1568" y="138"/>
                  <a:pt x="1625" y="176"/>
                </a:cubicBezTo>
                <a:cubicBezTo>
                  <a:pt x="1683" y="214"/>
                  <a:pt x="1735" y="258"/>
                  <a:pt x="1784" y="306"/>
                </a:cubicBezTo>
                <a:cubicBezTo>
                  <a:pt x="1832" y="355"/>
                  <a:pt x="1876" y="408"/>
                  <a:pt x="1914" y="465"/>
                </a:cubicBezTo>
                <a:cubicBezTo>
                  <a:pt x="1952" y="522"/>
                  <a:pt x="1984" y="582"/>
                  <a:pt x="2010" y="645"/>
                </a:cubicBezTo>
                <a:cubicBezTo>
                  <a:pt x="2036" y="708"/>
                  <a:pt x="2056" y="774"/>
                  <a:pt x="2070" y="841"/>
                </a:cubicBezTo>
                <a:cubicBezTo>
                  <a:pt x="2083" y="908"/>
                  <a:pt x="2090" y="976"/>
                  <a:pt x="2090" y="1045"/>
                </a:cubicBezTo>
                <a:cubicBezTo>
                  <a:pt x="2090" y="1113"/>
                  <a:pt x="2083" y="1181"/>
                  <a:pt x="2070" y="1249"/>
                </a:cubicBezTo>
                <a:cubicBezTo>
                  <a:pt x="2056" y="1316"/>
                  <a:pt x="2036" y="1381"/>
                  <a:pt x="2010" y="1445"/>
                </a:cubicBezTo>
                <a:cubicBezTo>
                  <a:pt x="1984" y="1508"/>
                  <a:pt x="1952" y="1569"/>
                  <a:pt x="1914" y="1626"/>
                </a:cubicBezTo>
                <a:cubicBezTo>
                  <a:pt x="1876" y="1683"/>
                  <a:pt x="1832" y="1736"/>
                  <a:pt x="1784" y="1785"/>
                </a:cubicBezTo>
                <a:cubicBezTo>
                  <a:pt x="1735" y="1833"/>
                  <a:pt x="1683" y="1876"/>
                  <a:pt x="1625" y="1914"/>
                </a:cubicBezTo>
                <a:cubicBezTo>
                  <a:pt x="1568" y="1953"/>
                  <a:pt x="1508" y="1985"/>
                  <a:pt x="1445" y="2011"/>
                </a:cubicBezTo>
                <a:cubicBezTo>
                  <a:pt x="1382" y="2037"/>
                  <a:pt x="1316" y="2057"/>
                  <a:pt x="1249" y="2070"/>
                </a:cubicBezTo>
                <a:cubicBezTo>
                  <a:pt x="1182" y="2084"/>
                  <a:pt x="1114" y="2090"/>
                  <a:pt x="1045" y="2090"/>
                </a:cubicBezTo>
                <a:cubicBezTo>
                  <a:pt x="977" y="2090"/>
                  <a:pt x="909" y="2084"/>
                  <a:pt x="841" y="2070"/>
                </a:cubicBezTo>
                <a:cubicBezTo>
                  <a:pt x="773" y="2057"/>
                  <a:pt x="708" y="2037"/>
                  <a:pt x="644" y="2011"/>
                </a:cubicBezTo>
                <a:cubicBezTo>
                  <a:pt x="581" y="1985"/>
                  <a:pt x="521" y="1953"/>
                  <a:pt x="464" y="1914"/>
                </a:cubicBezTo>
                <a:cubicBezTo>
                  <a:pt x="407" y="1876"/>
                  <a:pt x="354" y="1833"/>
                  <a:pt x="306" y="1785"/>
                </a:cubicBezTo>
                <a:cubicBezTo>
                  <a:pt x="257" y="1736"/>
                  <a:pt x="214" y="1683"/>
                  <a:pt x="176" y="1626"/>
                </a:cubicBezTo>
                <a:cubicBezTo>
                  <a:pt x="137" y="1569"/>
                  <a:pt x="105" y="1508"/>
                  <a:pt x="79" y="1445"/>
                </a:cubicBezTo>
                <a:cubicBezTo>
                  <a:pt x="53" y="1381"/>
                  <a:pt x="33" y="1316"/>
                  <a:pt x="20" y="1249"/>
                </a:cubicBezTo>
                <a:cubicBezTo>
                  <a:pt x="6" y="1181"/>
                  <a:pt x="0" y="1113"/>
                  <a:pt x="0" y="1045"/>
                </a:cubicBezTo>
                <a:moveTo>
                  <a:pt x="1045" y="47"/>
                </a:moveTo>
                <a:cubicBezTo>
                  <a:pt x="1012" y="47"/>
                  <a:pt x="980" y="48"/>
                  <a:pt x="947" y="52"/>
                </a:cubicBezTo>
                <a:cubicBezTo>
                  <a:pt x="915" y="55"/>
                  <a:pt x="882" y="60"/>
                  <a:pt x="850" y="66"/>
                </a:cubicBezTo>
                <a:cubicBezTo>
                  <a:pt x="818" y="72"/>
                  <a:pt x="786" y="80"/>
                  <a:pt x="754" y="90"/>
                </a:cubicBezTo>
                <a:cubicBezTo>
                  <a:pt x="723" y="99"/>
                  <a:pt x="692" y="110"/>
                  <a:pt x="662" y="123"/>
                </a:cubicBezTo>
                <a:cubicBezTo>
                  <a:pt x="632" y="135"/>
                  <a:pt x="602" y="149"/>
                  <a:pt x="574" y="165"/>
                </a:cubicBezTo>
                <a:cubicBezTo>
                  <a:pt x="545" y="180"/>
                  <a:pt x="517" y="197"/>
                  <a:pt x="490" y="215"/>
                </a:cubicBezTo>
                <a:cubicBezTo>
                  <a:pt x="462" y="233"/>
                  <a:pt x="436" y="253"/>
                  <a:pt x="411" y="273"/>
                </a:cubicBezTo>
                <a:cubicBezTo>
                  <a:pt x="386" y="294"/>
                  <a:pt x="361" y="316"/>
                  <a:pt x="338" y="339"/>
                </a:cubicBezTo>
                <a:cubicBezTo>
                  <a:pt x="315" y="362"/>
                  <a:pt x="293" y="386"/>
                  <a:pt x="273" y="412"/>
                </a:cubicBezTo>
                <a:cubicBezTo>
                  <a:pt x="252" y="437"/>
                  <a:pt x="232" y="463"/>
                  <a:pt x="214" y="490"/>
                </a:cubicBezTo>
                <a:cubicBezTo>
                  <a:pt x="196" y="518"/>
                  <a:pt x="179" y="546"/>
                  <a:pt x="164" y="574"/>
                </a:cubicBezTo>
                <a:cubicBezTo>
                  <a:pt x="148" y="603"/>
                  <a:pt x="134" y="633"/>
                  <a:pt x="122" y="663"/>
                </a:cubicBezTo>
                <a:cubicBezTo>
                  <a:pt x="109" y="693"/>
                  <a:pt x="98" y="724"/>
                  <a:pt x="89" y="755"/>
                </a:cubicBezTo>
                <a:cubicBezTo>
                  <a:pt x="79" y="786"/>
                  <a:pt x="72" y="818"/>
                  <a:pt x="65" y="850"/>
                </a:cubicBezTo>
                <a:cubicBezTo>
                  <a:pt x="59" y="882"/>
                  <a:pt x="54" y="915"/>
                  <a:pt x="51" y="947"/>
                </a:cubicBezTo>
                <a:cubicBezTo>
                  <a:pt x="48" y="980"/>
                  <a:pt x="46" y="1012"/>
                  <a:pt x="46" y="1045"/>
                </a:cubicBezTo>
                <a:cubicBezTo>
                  <a:pt x="46" y="1078"/>
                  <a:pt x="48" y="1110"/>
                  <a:pt x="51" y="1143"/>
                </a:cubicBezTo>
                <a:cubicBezTo>
                  <a:pt x="54" y="1175"/>
                  <a:pt x="59" y="1208"/>
                  <a:pt x="65" y="1240"/>
                </a:cubicBezTo>
                <a:cubicBezTo>
                  <a:pt x="72" y="1272"/>
                  <a:pt x="79" y="1303"/>
                  <a:pt x="89" y="1335"/>
                </a:cubicBezTo>
                <a:cubicBezTo>
                  <a:pt x="98" y="1366"/>
                  <a:pt x="109" y="1397"/>
                  <a:pt x="122" y="1427"/>
                </a:cubicBezTo>
                <a:cubicBezTo>
                  <a:pt x="134" y="1457"/>
                  <a:pt x="148" y="1487"/>
                  <a:pt x="164" y="1516"/>
                </a:cubicBezTo>
                <a:cubicBezTo>
                  <a:pt x="179" y="1545"/>
                  <a:pt x="196" y="1573"/>
                  <a:pt x="214" y="1600"/>
                </a:cubicBezTo>
                <a:cubicBezTo>
                  <a:pt x="232" y="1628"/>
                  <a:pt x="252" y="1654"/>
                  <a:pt x="273" y="1679"/>
                </a:cubicBezTo>
                <a:cubicBezTo>
                  <a:pt x="293" y="1704"/>
                  <a:pt x="315" y="1729"/>
                  <a:pt x="338" y="1752"/>
                </a:cubicBezTo>
                <a:cubicBezTo>
                  <a:pt x="361" y="1775"/>
                  <a:pt x="386" y="1797"/>
                  <a:pt x="411" y="1817"/>
                </a:cubicBezTo>
                <a:cubicBezTo>
                  <a:pt x="436" y="1838"/>
                  <a:pt x="462" y="1858"/>
                  <a:pt x="490" y="1876"/>
                </a:cubicBezTo>
                <a:cubicBezTo>
                  <a:pt x="517" y="1894"/>
                  <a:pt x="545" y="1911"/>
                  <a:pt x="574" y="1926"/>
                </a:cubicBezTo>
                <a:cubicBezTo>
                  <a:pt x="602" y="1942"/>
                  <a:pt x="632" y="1956"/>
                  <a:pt x="662" y="1968"/>
                </a:cubicBezTo>
                <a:cubicBezTo>
                  <a:pt x="692" y="1981"/>
                  <a:pt x="723" y="1992"/>
                  <a:pt x="754" y="2001"/>
                </a:cubicBezTo>
                <a:cubicBezTo>
                  <a:pt x="786" y="2011"/>
                  <a:pt x="818" y="2018"/>
                  <a:pt x="850" y="2025"/>
                </a:cubicBezTo>
                <a:cubicBezTo>
                  <a:pt x="882" y="2031"/>
                  <a:pt x="915" y="2036"/>
                  <a:pt x="947" y="2039"/>
                </a:cubicBezTo>
                <a:cubicBezTo>
                  <a:pt x="980" y="2042"/>
                  <a:pt x="1012" y="2044"/>
                  <a:pt x="1045" y="2044"/>
                </a:cubicBezTo>
                <a:cubicBezTo>
                  <a:pt x="1078" y="2044"/>
                  <a:pt x="1110" y="2042"/>
                  <a:pt x="1143" y="2039"/>
                </a:cubicBezTo>
                <a:cubicBezTo>
                  <a:pt x="1176" y="2036"/>
                  <a:pt x="1208" y="2031"/>
                  <a:pt x="1240" y="2025"/>
                </a:cubicBezTo>
                <a:cubicBezTo>
                  <a:pt x="1272" y="2018"/>
                  <a:pt x="1304" y="2011"/>
                  <a:pt x="1335" y="2001"/>
                </a:cubicBezTo>
                <a:cubicBezTo>
                  <a:pt x="1366" y="1992"/>
                  <a:pt x="1397" y="1981"/>
                  <a:pt x="1427" y="1968"/>
                </a:cubicBezTo>
                <a:cubicBezTo>
                  <a:pt x="1457" y="1956"/>
                  <a:pt x="1487" y="1942"/>
                  <a:pt x="1516" y="1926"/>
                </a:cubicBezTo>
                <a:cubicBezTo>
                  <a:pt x="1545" y="1911"/>
                  <a:pt x="1573" y="1894"/>
                  <a:pt x="1600" y="1876"/>
                </a:cubicBezTo>
                <a:cubicBezTo>
                  <a:pt x="1627" y="1858"/>
                  <a:pt x="1653" y="1838"/>
                  <a:pt x="1678" y="1817"/>
                </a:cubicBezTo>
                <a:cubicBezTo>
                  <a:pt x="1704" y="1797"/>
                  <a:pt x="1728" y="1775"/>
                  <a:pt x="1751" y="1752"/>
                </a:cubicBezTo>
                <a:cubicBezTo>
                  <a:pt x="1774" y="1729"/>
                  <a:pt x="1796" y="1704"/>
                  <a:pt x="1817" y="1679"/>
                </a:cubicBezTo>
                <a:cubicBezTo>
                  <a:pt x="1837" y="1654"/>
                  <a:pt x="1857" y="1628"/>
                  <a:pt x="1875" y="1600"/>
                </a:cubicBezTo>
                <a:cubicBezTo>
                  <a:pt x="1893" y="1573"/>
                  <a:pt x="1910" y="1545"/>
                  <a:pt x="1925" y="1516"/>
                </a:cubicBezTo>
                <a:cubicBezTo>
                  <a:pt x="1941" y="1487"/>
                  <a:pt x="1955" y="1457"/>
                  <a:pt x="1967" y="1427"/>
                </a:cubicBezTo>
                <a:cubicBezTo>
                  <a:pt x="1980" y="1397"/>
                  <a:pt x="1991" y="1366"/>
                  <a:pt x="2000" y="1335"/>
                </a:cubicBezTo>
                <a:cubicBezTo>
                  <a:pt x="2010" y="1303"/>
                  <a:pt x="2018" y="1272"/>
                  <a:pt x="2024" y="1240"/>
                </a:cubicBezTo>
                <a:cubicBezTo>
                  <a:pt x="2030" y="1208"/>
                  <a:pt x="2035" y="1175"/>
                  <a:pt x="2038" y="1143"/>
                </a:cubicBezTo>
                <a:cubicBezTo>
                  <a:pt x="2042" y="1110"/>
                  <a:pt x="2043" y="1078"/>
                  <a:pt x="2043" y="1045"/>
                </a:cubicBezTo>
                <a:cubicBezTo>
                  <a:pt x="2043" y="1012"/>
                  <a:pt x="2042" y="980"/>
                  <a:pt x="2038" y="947"/>
                </a:cubicBezTo>
                <a:cubicBezTo>
                  <a:pt x="2035" y="915"/>
                  <a:pt x="2030" y="882"/>
                  <a:pt x="2024" y="850"/>
                </a:cubicBezTo>
                <a:cubicBezTo>
                  <a:pt x="2018" y="818"/>
                  <a:pt x="2010" y="786"/>
                  <a:pt x="2000" y="755"/>
                </a:cubicBezTo>
                <a:cubicBezTo>
                  <a:pt x="1991" y="724"/>
                  <a:pt x="1980" y="693"/>
                  <a:pt x="1967" y="663"/>
                </a:cubicBezTo>
                <a:cubicBezTo>
                  <a:pt x="1955" y="633"/>
                  <a:pt x="1941" y="603"/>
                  <a:pt x="1925" y="574"/>
                </a:cubicBezTo>
                <a:cubicBezTo>
                  <a:pt x="1910" y="546"/>
                  <a:pt x="1893" y="518"/>
                  <a:pt x="1875" y="490"/>
                </a:cubicBezTo>
                <a:cubicBezTo>
                  <a:pt x="1857" y="463"/>
                  <a:pt x="1837" y="437"/>
                  <a:pt x="1817" y="412"/>
                </a:cubicBezTo>
                <a:cubicBezTo>
                  <a:pt x="1796" y="386"/>
                  <a:pt x="1774" y="362"/>
                  <a:pt x="1751" y="339"/>
                </a:cubicBezTo>
                <a:cubicBezTo>
                  <a:pt x="1728" y="316"/>
                  <a:pt x="1704" y="294"/>
                  <a:pt x="1678" y="273"/>
                </a:cubicBezTo>
                <a:cubicBezTo>
                  <a:pt x="1653" y="253"/>
                  <a:pt x="1627" y="233"/>
                  <a:pt x="1600" y="215"/>
                </a:cubicBezTo>
                <a:cubicBezTo>
                  <a:pt x="1573" y="197"/>
                  <a:pt x="1545" y="180"/>
                  <a:pt x="1516" y="165"/>
                </a:cubicBezTo>
                <a:cubicBezTo>
                  <a:pt x="1487" y="149"/>
                  <a:pt x="1457" y="135"/>
                  <a:pt x="1427" y="123"/>
                </a:cubicBezTo>
                <a:cubicBezTo>
                  <a:pt x="1397" y="110"/>
                  <a:pt x="1366" y="99"/>
                  <a:pt x="1335" y="90"/>
                </a:cubicBezTo>
                <a:cubicBezTo>
                  <a:pt x="1304" y="80"/>
                  <a:pt x="1272" y="72"/>
                  <a:pt x="1240" y="66"/>
                </a:cubicBezTo>
                <a:cubicBezTo>
                  <a:pt x="1208" y="60"/>
                  <a:pt x="1176" y="55"/>
                  <a:pt x="1143" y="52"/>
                </a:cubicBezTo>
                <a:cubicBezTo>
                  <a:pt x="1110" y="48"/>
                  <a:pt x="1078" y="47"/>
                  <a:pt x="1045" y="47"/>
                </a:cubicBezTo>
                <a:close/>
              </a:path>
            </a:pathLst>
          </a:custGeom>
          <a:solidFill>
            <a:srgbClr val="FFFFFF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32" name="圖片 31"/>
          <p:cNvPicPr/>
          <p:nvPr/>
        </p:nvPicPr>
        <p:blipFill>
          <a:blip r:embed="rId5"/>
          <a:stretch>
            <a:fillRect/>
          </a:stretch>
        </p:blipFill>
        <p:spPr>
          <a:xfrm>
            <a:off x="8607240" y="4596120"/>
            <a:ext cx="250200" cy="25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任意多邊形 32"/>
          <p:cNvSpPr/>
          <p:nvPr/>
        </p:nvSpPr>
        <p:spPr>
          <a:xfrm>
            <a:off x="793800" y="1863360"/>
            <a:ext cx="9109080" cy="2289960"/>
          </a:xfrm>
          <a:custGeom>
            <a:avLst/>
            <a:gdLst/>
            <a:ahLst/>
            <a:cxnLst/>
            <a:rect l="0" t="0" r="r" b="b"/>
            <a:pathLst>
              <a:path w="25303" h="6361">
                <a:moveTo>
                  <a:pt x="0" y="6083"/>
                </a:moveTo>
                <a:lnTo>
                  <a:pt x="0" y="279"/>
                </a:lnTo>
                <a:cubicBezTo>
                  <a:pt x="0" y="242"/>
                  <a:pt x="7" y="206"/>
                  <a:pt x="21" y="172"/>
                </a:cubicBezTo>
                <a:cubicBezTo>
                  <a:pt x="35" y="138"/>
                  <a:pt x="55" y="108"/>
                  <a:pt x="81" y="82"/>
                </a:cubicBezTo>
                <a:cubicBezTo>
                  <a:pt x="107" y="55"/>
                  <a:pt x="138" y="35"/>
                  <a:pt x="172" y="21"/>
                </a:cubicBezTo>
                <a:cubicBezTo>
                  <a:pt x="206" y="7"/>
                  <a:pt x="241" y="0"/>
                  <a:pt x="278" y="0"/>
                </a:cubicBezTo>
                <a:lnTo>
                  <a:pt x="25024" y="0"/>
                </a:lnTo>
                <a:cubicBezTo>
                  <a:pt x="25061" y="0"/>
                  <a:pt x="25097" y="7"/>
                  <a:pt x="25131" y="21"/>
                </a:cubicBezTo>
                <a:cubicBezTo>
                  <a:pt x="25165" y="35"/>
                  <a:pt x="25195" y="55"/>
                  <a:pt x="25221" y="82"/>
                </a:cubicBezTo>
                <a:cubicBezTo>
                  <a:pt x="25247" y="108"/>
                  <a:pt x="25268" y="138"/>
                  <a:pt x="25282" y="172"/>
                </a:cubicBezTo>
                <a:cubicBezTo>
                  <a:pt x="25296" y="206"/>
                  <a:pt x="25303" y="242"/>
                  <a:pt x="25303" y="279"/>
                </a:cubicBezTo>
                <a:lnTo>
                  <a:pt x="25303" y="6083"/>
                </a:lnTo>
                <a:cubicBezTo>
                  <a:pt x="25303" y="6120"/>
                  <a:pt x="25296" y="6155"/>
                  <a:pt x="25282" y="6189"/>
                </a:cubicBezTo>
                <a:cubicBezTo>
                  <a:pt x="25268" y="6224"/>
                  <a:pt x="25247" y="6254"/>
                  <a:pt x="25221" y="6280"/>
                </a:cubicBezTo>
                <a:cubicBezTo>
                  <a:pt x="25195" y="6306"/>
                  <a:pt x="25165" y="6326"/>
                  <a:pt x="25131" y="6340"/>
                </a:cubicBezTo>
                <a:cubicBezTo>
                  <a:pt x="25097" y="6354"/>
                  <a:pt x="25061" y="6361"/>
                  <a:pt x="25024" y="6361"/>
                </a:cubicBezTo>
                <a:lnTo>
                  <a:pt x="278" y="6361"/>
                </a:lnTo>
                <a:cubicBezTo>
                  <a:pt x="241" y="6361"/>
                  <a:pt x="206" y="6354"/>
                  <a:pt x="172" y="6340"/>
                </a:cubicBezTo>
                <a:cubicBezTo>
                  <a:pt x="138" y="6326"/>
                  <a:pt x="107" y="6306"/>
                  <a:pt x="81" y="6280"/>
                </a:cubicBezTo>
                <a:cubicBezTo>
                  <a:pt x="55" y="6254"/>
                  <a:pt x="35" y="6224"/>
                  <a:pt x="21" y="6189"/>
                </a:cubicBezTo>
                <a:cubicBezTo>
                  <a:pt x="7" y="6155"/>
                  <a:pt x="0" y="6120"/>
                  <a:pt x="0" y="6083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" name="任意多邊形 33"/>
          <p:cNvSpPr/>
          <p:nvPr/>
        </p:nvSpPr>
        <p:spPr>
          <a:xfrm>
            <a:off x="793800" y="1863360"/>
            <a:ext cx="9109080" cy="2289960"/>
          </a:xfrm>
          <a:custGeom>
            <a:avLst/>
            <a:gdLst/>
            <a:ahLst/>
            <a:cxnLst/>
            <a:rect l="0" t="0" r="r" b="b"/>
            <a:pathLst>
              <a:path w="25303" h="6361">
                <a:moveTo>
                  <a:pt x="0" y="6083"/>
                </a:moveTo>
                <a:lnTo>
                  <a:pt x="0" y="279"/>
                </a:lnTo>
                <a:cubicBezTo>
                  <a:pt x="0" y="242"/>
                  <a:pt x="7" y="206"/>
                  <a:pt x="21" y="172"/>
                </a:cubicBezTo>
                <a:cubicBezTo>
                  <a:pt x="35" y="138"/>
                  <a:pt x="55" y="108"/>
                  <a:pt x="81" y="82"/>
                </a:cubicBezTo>
                <a:cubicBezTo>
                  <a:pt x="107" y="55"/>
                  <a:pt x="138" y="35"/>
                  <a:pt x="172" y="21"/>
                </a:cubicBezTo>
                <a:cubicBezTo>
                  <a:pt x="206" y="7"/>
                  <a:pt x="241" y="0"/>
                  <a:pt x="278" y="0"/>
                </a:cubicBezTo>
                <a:lnTo>
                  <a:pt x="25024" y="0"/>
                </a:lnTo>
                <a:cubicBezTo>
                  <a:pt x="25061" y="0"/>
                  <a:pt x="25097" y="7"/>
                  <a:pt x="25131" y="21"/>
                </a:cubicBezTo>
                <a:cubicBezTo>
                  <a:pt x="25165" y="35"/>
                  <a:pt x="25195" y="55"/>
                  <a:pt x="25221" y="82"/>
                </a:cubicBezTo>
                <a:cubicBezTo>
                  <a:pt x="25247" y="108"/>
                  <a:pt x="25268" y="138"/>
                  <a:pt x="25282" y="172"/>
                </a:cubicBezTo>
                <a:cubicBezTo>
                  <a:pt x="25296" y="206"/>
                  <a:pt x="25303" y="242"/>
                  <a:pt x="25303" y="279"/>
                </a:cubicBezTo>
                <a:lnTo>
                  <a:pt x="25303" y="6083"/>
                </a:lnTo>
                <a:cubicBezTo>
                  <a:pt x="25303" y="6120"/>
                  <a:pt x="25296" y="6155"/>
                  <a:pt x="25282" y="6189"/>
                </a:cubicBezTo>
                <a:cubicBezTo>
                  <a:pt x="25268" y="6224"/>
                  <a:pt x="25247" y="6254"/>
                  <a:pt x="25221" y="6280"/>
                </a:cubicBezTo>
                <a:cubicBezTo>
                  <a:pt x="25195" y="6306"/>
                  <a:pt x="25165" y="6326"/>
                  <a:pt x="25131" y="6340"/>
                </a:cubicBezTo>
                <a:cubicBezTo>
                  <a:pt x="25097" y="6354"/>
                  <a:pt x="25061" y="6361"/>
                  <a:pt x="25024" y="6361"/>
                </a:cubicBezTo>
                <a:lnTo>
                  <a:pt x="278" y="6361"/>
                </a:lnTo>
                <a:cubicBezTo>
                  <a:pt x="241" y="6361"/>
                  <a:pt x="206" y="6354"/>
                  <a:pt x="172" y="6340"/>
                </a:cubicBezTo>
                <a:cubicBezTo>
                  <a:pt x="138" y="6326"/>
                  <a:pt x="107" y="6306"/>
                  <a:pt x="81" y="6280"/>
                </a:cubicBezTo>
                <a:cubicBezTo>
                  <a:pt x="55" y="6254"/>
                  <a:pt x="35" y="6224"/>
                  <a:pt x="21" y="6189"/>
                </a:cubicBezTo>
                <a:cubicBezTo>
                  <a:pt x="7" y="6155"/>
                  <a:pt x="0" y="6120"/>
                  <a:pt x="0" y="6083"/>
                </a:cubicBezTo>
                <a:moveTo>
                  <a:pt x="23" y="279"/>
                </a:moveTo>
                <a:lnTo>
                  <a:pt x="23" y="6083"/>
                </a:lnTo>
                <a:cubicBezTo>
                  <a:pt x="23" y="6100"/>
                  <a:pt x="25" y="6116"/>
                  <a:pt x="28" y="6133"/>
                </a:cubicBezTo>
                <a:cubicBezTo>
                  <a:pt x="31" y="6149"/>
                  <a:pt x="36" y="6165"/>
                  <a:pt x="42" y="6181"/>
                </a:cubicBezTo>
                <a:cubicBezTo>
                  <a:pt x="49" y="6196"/>
                  <a:pt x="57" y="6211"/>
                  <a:pt x="66" y="6225"/>
                </a:cubicBezTo>
                <a:cubicBezTo>
                  <a:pt x="75" y="6239"/>
                  <a:pt x="86" y="6252"/>
                  <a:pt x="98" y="6263"/>
                </a:cubicBezTo>
                <a:cubicBezTo>
                  <a:pt x="110" y="6275"/>
                  <a:pt x="122" y="6286"/>
                  <a:pt x="136" y="6295"/>
                </a:cubicBezTo>
                <a:cubicBezTo>
                  <a:pt x="150" y="6304"/>
                  <a:pt x="165" y="6312"/>
                  <a:pt x="181" y="6319"/>
                </a:cubicBezTo>
                <a:cubicBezTo>
                  <a:pt x="196" y="6325"/>
                  <a:pt x="212" y="6330"/>
                  <a:pt x="228" y="6333"/>
                </a:cubicBezTo>
                <a:cubicBezTo>
                  <a:pt x="245" y="6337"/>
                  <a:pt x="262" y="6338"/>
                  <a:pt x="278" y="6338"/>
                </a:cubicBezTo>
                <a:lnTo>
                  <a:pt x="25024" y="6338"/>
                </a:lnTo>
                <a:cubicBezTo>
                  <a:pt x="25041" y="6338"/>
                  <a:pt x="25058" y="6337"/>
                  <a:pt x="25074" y="6333"/>
                </a:cubicBezTo>
                <a:cubicBezTo>
                  <a:pt x="25091" y="6330"/>
                  <a:pt x="25107" y="6325"/>
                  <a:pt x="25122" y="6319"/>
                </a:cubicBezTo>
                <a:cubicBezTo>
                  <a:pt x="25138" y="6312"/>
                  <a:pt x="25152" y="6304"/>
                  <a:pt x="25166" y="6295"/>
                </a:cubicBezTo>
                <a:cubicBezTo>
                  <a:pt x="25180" y="6286"/>
                  <a:pt x="25193" y="6275"/>
                  <a:pt x="25205" y="6263"/>
                </a:cubicBezTo>
                <a:cubicBezTo>
                  <a:pt x="25217" y="6252"/>
                  <a:pt x="25227" y="6239"/>
                  <a:pt x="25237" y="6225"/>
                </a:cubicBezTo>
                <a:cubicBezTo>
                  <a:pt x="25246" y="6211"/>
                  <a:pt x="25254" y="6196"/>
                  <a:pt x="25260" y="6181"/>
                </a:cubicBezTo>
                <a:cubicBezTo>
                  <a:pt x="25267" y="6165"/>
                  <a:pt x="25272" y="6149"/>
                  <a:pt x="25275" y="6133"/>
                </a:cubicBezTo>
                <a:cubicBezTo>
                  <a:pt x="25278" y="6116"/>
                  <a:pt x="25280" y="6100"/>
                  <a:pt x="25280" y="6083"/>
                </a:cubicBezTo>
                <a:lnTo>
                  <a:pt x="25280" y="279"/>
                </a:lnTo>
                <a:cubicBezTo>
                  <a:pt x="25280" y="262"/>
                  <a:pt x="25278" y="245"/>
                  <a:pt x="25275" y="229"/>
                </a:cubicBezTo>
                <a:cubicBezTo>
                  <a:pt x="25272" y="212"/>
                  <a:pt x="25267" y="196"/>
                  <a:pt x="25260" y="181"/>
                </a:cubicBezTo>
                <a:cubicBezTo>
                  <a:pt x="25254" y="165"/>
                  <a:pt x="25246" y="151"/>
                  <a:pt x="25237" y="137"/>
                </a:cubicBezTo>
                <a:cubicBezTo>
                  <a:pt x="25227" y="123"/>
                  <a:pt x="25217" y="110"/>
                  <a:pt x="25205" y="98"/>
                </a:cubicBezTo>
                <a:cubicBezTo>
                  <a:pt x="25193" y="86"/>
                  <a:pt x="25180" y="76"/>
                  <a:pt x="25166" y="66"/>
                </a:cubicBezTo>
                <a:cubicBezTo>
                  <a:pt x="25152" y="57"/>
                  <a:pt x="25138" y="49"/>
                  <a:pt x="25122" y="43"/>
                </a:cubicBezTo>
                <a:cubicBezTo>
                  <a:pt x="25107" y="36"/>
                  <a:pt x="25091" y="31"/>
                  <a:pt x="25074" y="28"/>
                </a:cubicBezTo>
                <a:cubicBezTo>
                  <a:pt x="25058" y="25"/>
                  <a:pt x="25041" y="23"/>
                  <a:pt x="25024" y="23"/>
                </a:cubicBezTo>
                <a:lnTo>
                  <a:pt x="278" y="23"/>
                </a:lnTo>
                <a:cubicBezTo>
                  <a:pt x="262" y="23"/>
                  <a:pt x="245" y="25"/>
                  <a:pt x="228" y="28"/>
                </a:cubicBezTo>
                <a:cubicBezTo>
                  <a:pt x="212" y="31"/>
                  <a:pt x="196" y="36"/>
                  <a:pt x="181" y="43"/>
                </a:cubicBezTo>
                <a:cubicBezTo>
                  <a:pt x="165" y="49"/>
                  <a:pt x="150" y="57"/>
                  <a:pt x="136" y="66"/>
                </a:cubicBezTo>
                <a:cubicBezTo>
                  <a:pt x="122" y="76"/>
                  <a:pt x="110" y="86"/>
                  <a:pt x="98" y="98"/>
                </a:cubicBezTo>
                <a:cubicBezTo>
                  <a:pt x="86" y="110"/>
                  <a:pt x="75" y="123"/>
                  <a:pt x="66" y="137"/>
                </a:cubicBezTo>
                <a:cubicBezTo>
                  <a:pt x="57" y="151"/>
                  <a:pt x="49" y="165"/>
                  <a:pt x="42" y="181"/>
                </a:cubicBezTo>
                <a:cubicBezTo>
                  <a:pt x="36" y="196"/>
                  <a:pt x="31" y="212"/>
                  <a:pt x="28" y="229"/>
                </a:cubicBezTo>
                <a:cubicBezTo>
                  <a:pt x="25" y="245"/>
                  <a:pt x="23" y="262"/>
                  <a:pt x="23" y="279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5" name="文字框 34"/>
          <p:cNvSpPr txBox="1"/>
          <p:nvPr/>
        </p:nvSpPr>
        <p:spPr>
          <a:xfrm>
            <a:off x="1136520" y="2162520"/>
            <a:ext cx="8417880" cy="504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316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主流稳定币：政策、发展及与数字人民币的关系</a:t>
            </a:r>
            <a:endParaRPr lang="en-US" sz="31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" name="文字框 35"/>
          <p:cNvSpPr txBox="1"/>
          <p:nvPr/>
        </p:nvSpPr>
        <p:spPr>
          <a:xfrm>
            <a:off x="2883240" y="2755440"/>
            <a:ext cx="553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80" b="0" u="none" strike="noStrike">
                <a:solidFill>
                  <a:srgbClr val="6EE7B7"/>
                </a:solidFill>
                <a:effectLst/>
                <a:uFillTx/>
                <a:latin typeface="DejaVuSans"/>
                <a:ea typeface="DejaVuSans"/>
              </a:rPr>
              <a:t>USDT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" name="文字框 36"/>
          <p:cNvSpPr txBox="1"/>
          <p:nvPr/>
        </p:nvSpPr>
        <p:spPr>
          <a:xfrm>
            <a:off x="3434040" y="2748240"/>
            <a:ext cx="20196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u="none" strike="noStrike">
                <a:solidFill>
                  <a:srgbClr val="6EE7B7"/>
                </a:solidFill>
                <a:effectLst/>
                <a:uFillTx/>
                <a:latin typeface="WenQuanYiZenHei"/>
                <a:ea typeface="WenQuanYiZenHei"/>
              </a:rPr>
              <a:t>、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" name="文字框 37"/>
          <p:cNvSpPr txBox="1"/>
          <p:nvPr/>
        </p:nvSpPr>
        <p:spPr>
          <a:xfrm>
            <a:off x="3634560" y="2755440"/>
            <a:ext cx="570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80" b="0" u="none" strike="noStrike">
                <a:solidFill>
                  <a:srgbClr val="6EE7B7"/>
                </a:solidFill>
                <a:effectLst/>
                <a:uFillTx/>
                <a:latin typeface="DejaVuSans"/>
                <a:ea typeface="DejaVuSans"/>
              </a:rPr>
              <a:t>USDC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" name="任意多邊形 38"/>
          <p:cNvSpPr/>
          <p:nvPr/>
        </p:nvSpPr>
        <p:spPr>
          <a:xfrm>
            <a:off x="2724120" y="3275640"/>
            <a:ext cx="902880" cy="334800"/>
          </a:xfrm>
          <a:custGeom>
            <a:avLst/>
            <a:gdLst/>
            <a:ahLst/>
            <a:cxnLst/>
            <a:rect l="0" t="0" r="r" b="b"/>
            <a:pathLst>
              <a:path w="2508" h="930">
                <a:moveTo>
                  <a:pt x="0" y="464"/>
                </a:moveTo>
                <a:cubicBezTo>
                  <a:pt x="0" y="434"/>
                  <a:pt x="3" y="404"/>
                  <a:pt x="9" y="374"/>
                </a:cubicBezTo>
                <a:cubicBezTo>
                  <a:pt x="15" y="344"/>
                  <a:pt x="24" y="315"/>
                  <a:pt x="35" y="287"/>
                </a:cubicBezTo>
                <a:cubicBezTo>
                  <a:pt x="47" y="258"/>
                  <a:pt x="61" y="232"/>
                  <a:pt x="78" y="206"/>
                </a:cubicBezTo>
                <a:cubicBezTo>
                  <a:pt x="95" y="181"/>
                  <a:pt x="114" y="158"/>
                  <a:pt x="136" y="136"/>
                </a:cubicBezTo>
                <a:cubicBezTo>
                  <a:pt x="157" y="114"/>
                  <a:pt x="181" y="95"/>
                  <a:pt x="206" y="78"/>
                </a:cubicBezTo>
                <a:cubicBezTo>
                  <a:pt x="232" y="61"/>
                  <a:pt x="258" y="47"/>
                  <a:pt x="287" y="35"/>
                </a:cubicBezTo>
                <a:cubicBezTo>
                  <a:pt x="315" y="24"/>
                  <a:pt x="344" y="15"/>
                  <a:pt x="374" y="9"/>
                </a:cubicBezTo>
                <a:cubicBezTo>
                  <a:pt x="404" y="3"/>
                  <a:pt x="434" y="0"/>
                  <a:pt x="464" y="0"/>
                </a:cubicBezTo>
                <a:lnTo>
                  <a:pt x="2044" y="0"/>
                </a:lnTo>
                <a:cubicBezTo>
                  <a:pt x="2074" y="0"/>
                  <a:pt x="2104" y="3"/>
                  <a:pt x="2134" y="9"/>
                </a:cubicBezTo>
                <a:cubicBezTo>
                  <a:pt x="2164" y="15"/>
                  <a:pt x="2193" y="24"/>
                  <a:pt x="2221" y="35"/>
                </a:cubicBezTo>
                <a:cubicBezTo>
                  <a:pt x="2250" y="47"/>
                  <a:pt x="2276" y="61"/>
                  <a:pt x="2302" y="78"/>
                </a:cubicBezTo>
                <a:cubicBezTo>
                  <a:pt x="2327" y="95"/>
                  <a:pt x="2350" y="114"/>
                  <a:pt x="2372" y="136"/>
                </a:cubicBezTo>
                <a:cubicBezTo>
                  <a:pt x="2394" y="158"/>
                  <a:pt x="2413" y="181"/>
                  <a:pt x="2430" y="206"/>
                </a:cubicBezTo>
                <a:cubicBezTo>
                  <a:pt x="2447" y="232"/>
                  <a:pt x="2461" y="258"/>
                  <a:pt x="2473" y="287"/>
                </a:cubicBezTo>
                <a:cubicBezTo>
                  <a:pt x="2484" y="315"/>
                  <a:pt x="2493" y="344"/>
                  <a:pt x="2499" y="374"/>
                </a:cubicBezTo>
                <a:cubicBezTo>
                  <a:pt x="2505" y="404"/>
                  <a:pt x="2508" y="434"/>
                  <a:pt x="2508" y="464"/>
                </a:cubicBezTo>
                <a:cubicBezTo>
                  <a:pt x="2508" y="495"/>
                  <a:pt x="2505" y="525"/>
                  <a:pt x="2499" y="555"/>
                </a:cubicBezTo>
                <a:cubicBezTo>
                  <a:pt x="2493" y="585"/>
                  <a:pt x="2484" y="614"/>
                  <a:pt x="2473" y="642"/>
                </a:cubicBezTo>
                <a:cubicBezTo>
                  <a:pt x="2461" y="671"/>
                  <a:pt x="2447" y="698"/>
                  <a:pt x="2430" y="723"/>
                </a:cubicBezTo>
                <a:cubicBezTo>
                  <a:pt x="2413" y="749"/>
                  <a:pt x="2394" y="772"/>
                  <a:pt x="2372" y="794"/>
                </a:cubicBezTo>
                <a:cubicBezTo>
                  <a:pt x="2350" y="815"/>
                  <a:pt x="2327" y="834"/>
                  <a:pt x="2302" y="851"/>
                </a:cubicBezTo>
                <a:cubicBezTo>
                  <a:pt x="2276" y="868"/>
                  <a:pt x="2250" y="883"/>
                  <a:pt x="2221" y="894"/>
                </a:cubicBezTo>
                <a:cubicBezTo>
                  <a:pt x="2193" y="906"/>
                  <a:pt x="2164" y="915"/>
                  <a:pt x="2134" y="921"/>
                </a:cubicBezTo>
                <a:cubicBezTo>
                  <a:pt x="2104" y="927"/>
                  <a:pt x="2074" y="930"/>
                  <a:pt x="2044" y="930"/>
                </a:cubicBezTo>
                <a:lnTo>
                  <a:pt x="464" y="930"/>
                </a:lnTo>
                <a:cubicBezTo>
                  <a:pt x="434" y="930"/>
                  <a:pt x="404" y="927"/>
                  <a:pt x="374" y="921"/>
                </a:cubicBezTo>
                <a:cubicBezTo>
                  <a:pt x="344" y="915"/>
                  <a:pt x="315" y="906"/>
                  <a:pt x="287" y="894"/>
                </a:cubicBezTo>
                <a:cubicBezTo>
                  <a:pt x="258" y="883"/>
                  <a:pt x="232" y="868"/>
                  <a:pt x="206" y="851"/>
                </a:cubicBezTo>
                <a:cubicBezTo>
                  <a:pt x="181" y="834"/>
                  <a:pt x="157" y="815"/>
                  <a:pt x="136" y="794"/>
                </a:cubicBezTo>
                <a:cubicBezTo>
                  <a:pt x="114" y="772"/>
                  <a:pt x="95" y="749"/>
                  <a:pt x="78" y="723"/>
                </a:cubicBezTo>
                <a:cubicBezTo>
                  <a:pt x="61" y="698"/>
                  <a:pt x="47" y="671"/>
                  <a:pt x="35" y="642"/>
                </a:cubicBezTo>
                <a:cubicBezTo>
                  <a:pt x="24" y="614"/>
                  <a:pt x="15" y="585"/>
                  <a:pt x="9" y="555"/>
                </a:cubicBezTo>
                <a:cubicBezTo>
                  <a:pt x="3" y="525"/>
                  <a:pt x="0" y="495"/>
                  <a:pt x="0" y="464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40" name="圖片 39"/>
          <p:cNvPicPr/>
          <p:nvPr/>
        </p:nvPicPr>
        <p:blipFill>
          <a:blip r:embed="rId6"/>
          <a:stretch>
            <a:fillRect/>
          </a:stretch>
        </p:blipFill>
        <p:spPr>
          <a:xfrm>
            <a:off x="2891520" y="337608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文字框 40"/>
          <p:cNvSpPr txBox="1"/>
          <p:nvPr/>
        </p:nvSpPr>
        <p:spPr>
          <a:xfrm>
            <a:off x="4203360" y="2748240"/>
            <a:ext cx="362160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u="none" strike="noStrike">
                <a:solidFill>
                  <a:srgbClr val="6EE7B7"/>
                </a:solidFill>
                <a:effectLst/>
                <a:uFillTx/>
                <a:latin typeface="WenQuanYiZenHei"/>
                <a:ea typeface="WenQuanYiZenHei"/>
              </a:rPr>
              <a:t>、香港稳定币与数字人民币的互操作研究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" name="任意多邊形 41"/>
          <p:cNvSpPr/>
          <p:nvPr/>
        </p:nvSpPr>
        <p:spPr>
          <a:xfrm>
            <a:off x="4161600" y="3275640"/>
            <a:ext cx="919440" cy="334800"/>
          </a:xfrm>
          <a:custGeom>
            <a:avLst/>
            <a:gdLst/>
            <a:ahLst/>
            <a:cxnLst/>
            <a:rect l="0" t="0" r="r" b="b"/>
            <a:pathLst>
              <a:path w="2554" h="930">
                <a:moveTo>
                  <a:pt x="0" y="464"/>
                </a:moveTo>
                <a:cubicBezTo>
                  <a:pt x="0" y="434"/>
                  <a:pt x="3" y="404"/>
                  <a:pt x="9" y="374"/>
                </a:cubicBezTo>
                <a:cubicBezTo>
                  <a:pt x="14" y="344"/>
                  <a:pt x="23" y="315"/>
                  <a:pt x="35" y="287"/>
                </a:cubicBezTo>
                <a:cubicBezTo>
                  <a:pt x="47" y="258"/>
                  <a:pt x="61" y="232"/>
                  <a:pt x="78" y="206"/>
                </a:cubicBezTo>
                <a:cubicBezTo>
                  <a:pt x="95" y="181"/>
                  <a:pt x="114" y="158"/>
                  <a:pt x="136" y="136"/>
                </a:cubicBezTo>
                <a:cubicBezTo>
                  <a:pt x="157" y="114"/>
                  <a:pt x="181" y="95"/>
                  <a:pt x="206" y="78"/>
                </a:cubicBezTo>
                <a:cubicBezTo>
                  <a:pt x="231" y="61"/>
                  <a:pt x="258" y="47"/>
                  <a:pt x="286" y="35"/>
                </a:cubicBezTo>
                <a:cubicBezTo>
                  <a:pt x="314" y="24"/>
                  <a:pt x="343" y="15"/>
                  <a:pt x="373" y="9"/>
                </a:cubicBezTo>
                <a:cubicBezTo>
                  <a:pt x="403" y="3"/>
                  <a:pt x="433" y="0"/>
                  <a:pt x="464" y="0"/>
                </a:cubicBezTo>
                <a:lnTo>
                  <a:pt x="2089" y="0"/>
                </a:lnTo>
                <a:cubicBezTo>
                  <a:pt x="2119" y="0"/>
                  <a:pt x="2149" y="3"/>
                  <a:pt x="2179" y="9"/>
                </a:cubicBezTo>
                <a:cubicBezTo>
                  <a:pt x="2209" y="15"/>
                  <a:pt x="2238" y="24"/>
                  <a:pt x="2266" y="35"/>
                </a:cubicBezTo>
                <a:cubicBezTo>
                  <a:pt x="2295" y="47"/>
                  <a:pt x="2321" y="61"/>
                  <a:pt x="2347" y="78"/>
                </a:cubicBezTo>
                <a:cubicBezTo>
                  <a:pt x="2372" y="95"/>
                  <a:pt x="2396" y="114"/>
                  <a:pt x="2417" y="136"/>
                </a:cubicBezTo>
                <a:cubicBezTo>
                  <a:pt x="2439" y="158"/>
                  <a:pt x="2458" y="181"/>
                  <a:pt x="2475" y="206"/>
                </a:cubicBezTo>
                <a:cubicBezTo>
                  <a:pt x="2493" y="232"/>
                  <a:pt x="2507" y="258"/>
                  <a:pt x="2519" y="287"/>
                </a:cubicBezTo>
                <a:cubicBezTo>
                  <a:pt x="2530" y="315"/>
                  <a:pt x="2539" y="344"/>
                  <a:pt x="2545" y="374"/>
                </a:cubicBezTo>
                <a:cubicBezTo>
                  <a:pt x="2551" y="404"/>
                  <a:pt x="2554" y="434"/>
                  <a:pt x="2554" y="464"/>
                </a:cubicBezTo>
                <a:cubicBezTo>
                  <a:pt x="2554" y="495"/>
                  <a:pt x="2551" y="525"/>
                  <a:pt x="2545" y="555"/>
                </a:cubicBezTo>
                <a:cubicBezTo>
                  <a:pt x="2539" y="585"/>
                  <a:pt x="2530" y="614"/>
                  <a:pt x="2519" y="642"/>
                </a:cubicBezTo>
                <a:cubicBezTo>
                  <a:pt x="2507" y="671"/>
                  <a:pt x="2493" y="698"/>
                  <a:pt x="2475" y="723"/>
                </a:cubicBezTo>
                <a:cubicBezTo>
                  <a:pt x="2458" y="749"/>
                  <a:pt x="2439" y="772"/>
                  <a:pt x="2417" y="794"/>
                </a:cubicBezTo>
                <a:cubicBezTo>
                  <a:pt x="2396" y="815"/>
                  <a:pt x="2372" y="834"/>
                  <a:pt x="2347" y="851"/>
                </a:cubicBezTo>
                <a:cubicBezTo>
                  <a:pt x="2321" y="868"/>
                  <a:pt x="2295" y="883"/>
                  <a:pt x="2266" y="894"/>
                </a:cubicBezTo>
                <a:cubicBezTo>
                  <a:pt x="2238" y="906"/>
                  <a:pt x="2209" y="915"/>
                  <a:pt x="2179" y="921"/>
                </a:cubicBezTo>
                <a:cubicBezTo>
                  <a:pt x="2149" y="927"/>
                  <a:pt x="2119" y="930"/>
                  <a:pt x="2089" y="930"/>
                </a:cubicBezTo>
                <a:lnTo>
                  <a:pt x="464" y="930"/>
                </a:lnTo>
                <a:cubicBezTo>
                  <a:pt x="433" y="930"/>
                  <a:pt x="403" y="927"/>
                  <a:pt x="373" y="921"/>
                </a:cubicBezTo>
                <a:cubicBezTo>
                  <a:pt x="343" y="915"/>
                  <a:pt x="314" y="906"/>
                  <a:pt x="286" y="894"/>
                </a:cubicBezTo>
                <a:cubicBezTo>
                  <a:pt x="258" y="883"/>
                  <a:pt x="231" y="868"/>
                  <a:pt x="206" y="851"/>
                </a:cubicBezTo>
                <a:cubicBezTo>
                  <a:pt x="181" y="834"/>
                  <a:pt x="157" y="815"/>
                  <a:pt x="136" y="794"/>
                </a:cubicBezTo>
                <a:cubicBezTo>
                  <a:pt x="114" y="772"/>
                  <a:pt x="95" y="749"/>
                  <a:pt x="78" y="723"/>
                </a:cubicBezTo>
                <a:cubicBezTo>
                  <a:pt x="61" y="698"/>
                  <a:pt x="47" y="671"/>
                  <a:pt x="35" y="642"/>
                </a:cubicBezTo>
                <a:cubicBezTo>
                  <a:pt x="23" y="614"/>
                  <a:pt x="14" y="585"/>
                  <a:pt x="9" y="555"/>
                </a:cubicBezTo>
                <a:cubicBezTo>
                  <a:pt x="3" y="525"/>
                  <a:pt x="0" y="495"/>
                  <a:pt x="0" y="464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43" name="圖片 42"/>
          <p:cNvPicPr/>
          <p:nvPr/>
        </p:nvPicPr>
        <p:blipFill>
          <a:blip r:embed="rId7"/>
          <a:stretch>
            <a:fillRect/>
          </a:stretch>
        </p:blipFill>
        <p:spPr>
          <a:xfrm>
            <a:off x="4328640" y="337608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文字框 43"/>
          <p:cNvSpPr txBox="1"/>
          <p:nvPr/>
        </p:nvSpPr>
        <p:spPr>
          <a:xfrm>
            <a:off x="3094560" y="3360600"/>
            <a:ext cx="369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USDT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5" name="任意多邊形 44"/>
          <p:cNvSpPr/>
          <p:nvPr/>
        </p:nvSpPr>
        <p:spPr>
          <a:xfrm>
            <a:off x="5348160" y="3275640"/>
            <a:ext cx="1203840" cy="334800"/>
          </a:xfrm>
          <a:custGeom>
            <a:avLst/>
            <a:gdLst/>
            <a:ahLst/>
            <a:cxnLst/>
            <a:rect l="0" t="0" r="r" b="b"/>
            <a:pathLst>
              <a:path w="3344" h="930">
                <a:moveTo>
                  <a:pt x="0" y="464"/>
                </a:moveTo>
                <a:cubicBezTo>
                  <a:pt x="0" y="434"/>
                  <a:pt x="3" y="404"/>
                  <a:pt x="9" y="374"/>
                </a:cubicBezTo>
                <a:cubicBezTo>
                  <a:pt x="15" y="344"/>
                  <a:pt x="24" y="315"/>
                  <a:pt x="35" y="287"/>
                </a:cubicBezTo>
                <a:cubicBezTo>
                  <a:pt x="47" y="258"/>
                  <a:pt x="61" y="232"/>
                  <a:pt x="78" y="206"/>
                </a:cubicBezTo>
                <a:cubicBezTo>
                  <a:pt x="95" y="181"/>
                  <a:pt x="114" y="158"/>
                  <a:pt x="136" y="136"/>
                </a:cubicBezTo>
                <a:cubicBezTo>
                  <a:pt x="157" y="114"/>
                  <a:pt x="181" y="95"/>
                  <a:pt x="207" y="78"/>
                </a:cubicBezTo>
                <a:cubicBezTo>
                  <a:pt x="233" y="61"/>
                  <a:pt x="259" y="47"/>
                  <a:pt x="287" y="35"/>
                </a:cubicBezTo>
                <a:cubicBezTo>
                  <a:pt x="316" y="24"/>
                  <a:pt x="345" y="15"/>
                  <a:pt x="375" y="9"/>
                </a:cubicBezTo>
                <a:cubicBezTo>
                  <a:pt x="404" y="3"/>
                  <a:pt x="435" y="0"/>
                  <a:pt x="465" y="0"/>
                </a:cubicBezTo>
                <a:lnTo>
                  <a:pt x="2879" y="0"/>
                </a:lnTo>
                <a:cubicBezTo>
                  <a:pt x="2910" y="0"/>
                  <a:pt x="2940" y="3"/>
                  <a:pt x="2970" y="9"/>
                </a:cubicBezTo>
                <a:cubicBezTo>
                  <a:pt x="3000" y="15"/>
                  <a:pt x="3029" y="24"/>
                  <a:pt x="3057" y="35"/>
                </a:cubicBezTo>
                <a:cubicBezTo>
                  <a:pt x="3085" y="47"/>
                  <a:pt x="3112" y="61"/>
                  <a:pt x="3137" y="78"/>
                </a:cubicBezTo>
                <a:cubicBezTo>
                  <a:pt x="3163" y="95"/>
                  <a:pt x="3186" y="114"/>
                  <a:pt x="3208" y="136"/>
                </a:cubicBezTo>
                <a:cubicBezTo>
                  <a:pt x="3229" y="158"/>
                  <a:pt x="3248" y="181"/>
                  <a:pt x="3265" y="206"/>
                </a:cubicBezTo>
                <a:cubicBezTo>
                  <a:pt x="3282" y="232"/>
                  <a:pt x="3297" y="258"/>
                  <a:pt x="3308" y="287"/>
                </a:cubicBezTo>
                <a:cubicBezTo>
                  <a:pt x="3320" y="315"/>
                  <a:pt x="3329" y="344"/>
                  <a:pt x="3335" y="374"/>
                </a:cubicBezTo>
                <a:cubicBezTo>
                  <a:pt x="3341" y="404"/>
                  <a:pt x="3344" y="434"/>
                  <a:pt x="3344" y="464"/>
                </a:cubicBezTo>
                <a:cubicBezTo>
                  <a:pt x="3344" y="495"/>
                  <a:pt x="3341" y="525"/>
                  <a:pt x="3335" y="555"/>
                </a:cubicBezTo>
                <a:cubicBezTo>
                  <a:pt x="3329" y="585"/>
                  <a:pt x="3320" y="614"/>
                  <a:pt x="3308" y="642"/>
                </a:cubicBezTo>
                <a:cubicBezTo>
                  <a:pt x="3297" y="671"/>
                  <a:pt x="3282" y="698"/>
                  <a:pt x="3265" y="723"/>
                </a:cubicBezTo>
                <a:cubicBezTo>
                  <a:pt x="3248" y="749"/>
                  <a:pt x="3229" y="772"/>
                  <a:pt x="3208" y="794"/>
                </a:cubicBezTo>
                <a:cubicBezTo>
                  <a:pt x="3186" y="815"/>
                  <a:pt x="3163" y="834"/>
                  <a:pt x="3137" y="851"/>
                </a:cubicBezTo>
                <a:cubicBezTo>
                  <a:pt x="3112" y="868"/>
                  <a:pt x="3085" y="883"/>
                  <a:pt x="3057" y="894"/>
                </a:cubicBezTo>
                <a:cubicBezTo>
                  <a:pt x="3029" y="906"/>
                  <a:pt x="3000" y="915"/>
                  <a:pt x="2970" y="921"/>
                </a:cubicBezTo>
                <a:cubicBezTo>
                  <a:pt x="2940" y="927"/>
                  <a:pt x="2910" y="930"/>
                  <a:pt x="2879" y="930"/>
                </a:cubicBezTo>
                <a:lnTo>
                  <a:pt x="465" y="930"/>
                </a:lnTo>
                <a:cubicBezTo>
                  <a:pt x="435" y="930"/>
                  <a:pt x="404" y="927"/>
                  <a:pt x="375" y="921"/>
                </a:cubicBezTo>
                <a:cubicBezTo>
                  <a:pt x="345" y="915"/>
                  <a:pt x="316" y="906"/>
                  <a:pt x="287" y="894"/>
                </a:cubicBezTo>
                <a:cubicBezTo>
                  <a:pt x="259" y="883"/>
                  <a:pt x="233" y="868"/>
                  <a:pt x="207" y="851"/>
                </a:cubicBezTo>
                <a:cubicBezTo>
                  <a:pt x="181" y="834"/>
                  <a:pt x="157" y="815"/>
                  <a:pt x="136" y="794"/>
                </a:cubicBezTo>
                <a:cubicBezTo>
                  <a:pt x="114" y="772"/>
                  <a:pt x="95" y="749"/>
                  <a:pt x="78" y="723"/>
                </a:cubicBezTo>
                <a:cubicBezTo>
                  <a:pt x="61" y="698"/>
                  <a:pt x="47" y="671"/>
                  <a:pt x="35" y="642"/>
                </a:cubicBezTo>
                <a:cubicBezTo>
                  <a:pt x="24" y="614"/>
                  <a:pt x="15" y="585"/>
                  <a:pt x="9" y="555"/>
                </a:cubicBezTo>
                <a:cubicBezTo>
                  <a:pt x="3" y="525"/>
                  <a:pt x="0" y="495"/>
                  <a:pt x="0" y="464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46" name="圖片 45"/>
          <p:cNvPicPr/>
          <p:nvPr/>
        </p:nvPicPr>
        <p:blipFill>
          <a:blip r:embed="rId8"/>
          <a:stretch>
            <a:fillRect/>
          </a:stretch>
        </p:blipFill>
        <p:spPr>
          <a:xfrm>
            <a:off x="5515560" y="337608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文字框 46"/>
          <p:cNvSpPr txBox="1"/>
          <p:nvPr/>
        </p:nvSpPr>
        <p:spPr>
          <a:xfrm>
            <a:off x="4531680" y="3360600"/>
            <a:ext cx="3808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USDC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" name="任意多邊形 47"/>
          <p:cNvSpPr/>
          <p:nvPr/>
        </p:nvSpPr>
        <p:spPr>
          <a:xfrm>
            <a:off x="6818760" y="3275640"/>
            <a:ext cx="1153800" cy="334800"/>
          </a:xfrm>
          <a:custGeom>
            <a:avLst/>
            <a:gdLst/>
            <a:ahLst/>
            <a:cxnLst/>
            <a:rect l="0" t="0" r="r" b="b"/>
            <a:pathLst>
              <a:path w="3205" h="930">
                <a:moveTo>
                  <a:pt x="0" y="464"/>
                </a:moveTo>
                <a:cubicBezTo>
                  <a:pt x="0" y="434"/>
                  <a:pt x="3" y="404"/>
                  <a:pt x="9" y="374"/>
                </a:cubicBezTo>
                <a:cubicBezTo>
                  <a:pt x="15" y="344"/>
                  <a:pt x="24" y="315"/>
                  <a:pt x="36" y="287"/>
                </a:cubicBezTo>
                <a:cubicBezTo>
                  <a:pt x="47" y="258"/>
                  <a:pt x="62" y="232"/>
                  <a:pt x="79" y="206"/>
                </a:cubicBezTo>
                <a:cubicBezTo>
                  <a:pt x="96" y="181"/>
                  <a:pt x="115" y="158"/>
                  <a:pt x="136" y="136"/>
                </a:cubicBezTo>
                <a:cubicBezTo>
                  <a:pt x="158" y="114"/>
                  <a:pt x="181" y="95"/>
                  <a:pt x="207" y="78"/>
                </a:cubicBezTo>
                <a:cubicBezTo>
                  <a:pt x="232" y="61"/>
                  <a:pt x="259" y="47"/>
                  <a:pt x="287" y="35"/>
                </a:cubicBezTo>
                <a:cubicBezTo>
                  <a:pt x="315" y="24"/>
                  <a:pt x="344" y="15"/>
                  <a:pt x="374" y="9"/>
                </a:cubicBezTo>
                <a:cubicBezTo>
                  <a:pt x="404" y="3"/>
                  <a:pt x="434" y="0"/>
                  <a:pt x="465" y="0"/>
                </a:cubicBezTo>
                <a:lnTo>
                  <a:pt x="2740" y="0"/>
                </a:lnTo>
                <a:cubicBezTo>
                  <a:pt x="2771" y="0"/>
                  <a:pt x="2801" y="3"/>
                  <a:pt x="2831" y="9"/>
                </a:cubicBezTo>
                <a:cubicBezTo>
                  <a:pt x="2861" y="15"/>
                  <a:pt x="2890" y="24"/>
                  <a:pt x="2918" y="35"/>
                </a:cubicBezTo>
                <a:cubicBezTo>
                  <a:pt x="2946" y="47"/>
                  <a:pt x="2973" y="61"/>
                  <a:pt x="2998" y="78"/>
                </a:cubicBezTo>
                <a:cubicBezTo>
                  <a:pt x="3024" y="95"/>
                  <a:pt x="3047" y="114"/>
                  <a:pt x="3069" y="136"/>
                </a:cubicBezTo>
                <a:cubicBezTo>
                  <a:pt x="3090" y="158"/>
                  <a:pt x="3110" y="181"/>
                  <a:pt x="3127" y="206"/>
                </a:cubicBezTo>
                <a:cubicBezTo>
                  <a:pt x="3143" y="232"/>
                  <a:pt x="3158" y="258"/>
                  <a:pt x="3169" y="287"/>
                </a:cubicBezTo>
                <a:cubicBezTo>
                  <a:pt x="3181" y="315"/>
                  <a:pt x="3190" y="344"/>
                  <a:pt x="3196" y="374"/>
                </a:cubicBezTo>
                <a:cubicBezTo>
                  <a:pt x="3202" y="404"/>
                  <a:pt x="3205" y="434"/>
                  <a:pt x="3205" y="464"/>
                </a:cubicBezTo>
                <a:cubicBezTo>
                  <a:pt x="3205" y="495"/>
                  <a:pt x="3202" y="525"/>
                  <a:pt x="3196" y="555"/>
                </a:cubicBezTo>
                <a:cubicBezTo>
                  <a:pt x="3190" y="585"/>
                  <a:pt x="3181" y="614"/>
                  <a:pt x="3169" y="642"/>
                </a:cubicBezTo>
                <a:cubicBezTo>
                  <a:pt x="3158" y="671"/>
                  <a:pt x="3143" y="698"/>
                  <a:pt x="3127" y="723"/>
                </a:cubicBezTo>
                <a:cubicBezTo>
                  <a:pt x="3110" y="749"/>
                  <a:pt x="3090" y="772"/>
                  <a:pt x="3069" y="794"/>
                </a:cubicBezTo>
                <a:cubicBezTo>
                  <a:pt x="3047" y="815"/>
                  <a:pt x="3024" y="834"/>
                  <a:pt x="2998" y="851"/>
                </a:cubicBezTo>
                <a:cubicBezTo>
                  <a:pt x="2973" y="868"/>
                  <a:pt x="2946" y="883"/>
                  <a:pt x="2918" y="894"/>
                </a:cubicBezTo>
                <a:cubicBezTo>
                  <a:pt x="2890" y="906"/>
                  <a:pt x="2861" y="915"/>
                  <a:pt x="2831" y="921"/>
                </a:cubicBezTo>
                <a:cubicBezTo>
                  <a:pt x="2801" y="927"/>
                  <a:pt x="2771" y="930"/>
                  <a:pt x="2740" y="930"/>
                </a:cubicBezTo>
                <a:lnTo>
                  <a:pt x="465" y="930"/>
                </a:lnTo>
                <a:cubicBezTo>
                  <a:pt x="434" y="930"/>
                  <a:pt x="404" y="927"/>
                  <a:pt x="374" y="921"/>
                </a:cubicBezTo>
                <a:cubicBezTo>
                  <a:pt x="344" y="915"/>
                  <a:pt x="315" y="906"/>
                  <a:pt x="287" y="894"/>
                </a:cubicBezTo>
                <a:cubicBezTo>
                  <a:pt x="259" y="883"/>
                  <a:pt x="232" y="868"/>
                  <a:pt x="207" y="851"/>
                </a:cubicBezTo>
                <a:cubicBezTo>
                  <a:pt x="181" y="834"/>
                  <a:pt x="158" y="815"/>
                  <a:pt x="136" y="794"/>
                </a:cubicBezTo>
                <a:cubicBezTo>
                  <a:pt x="115" y="772"/>
                  <a:pt x="96" y="749"/>
                  <a:pt x="79" y="723"/>
                </a:cubicBezTo>
                <a:cubicBezTo>
                  <a:pt x="62" y="698"/>
                  <a:pt x="47" y="671"/>
                  <a:pt x="36" y="642"/>
                </a:cubicBezTo>
                <a:cubicBezTo>
                  <a:pt x="24" y="614"/>
                  <a:pt x="15" y="585"/>
                  <a:pt x="9" y="555"/>
                </a:cubicBezTo>
                <a:cubicBezTo>
                  <a:pt x="3" y="525"/>
                  <a:pt x="0" y="495"/>
                  <a:pt x="0" y="464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49" name="圖片 48"/>
          <p:cNvPicPr/>
          <p:nvPr/>
        </p:nvPicPr>
        <p:blipFill>
          <a:blip r:embed="rId9"/>
          <a:stretch>
            <a:fillRect/>
          </a:stretch>
        </p:blipFill>
        <p:spPr>
          <a:xfrm>
            <a:off x="6986160" y="3376080"/>
            <a:ext cx="8316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文字框 49"/>
          <p:cNvSpPr txBox="1"/>
          <p:nvPr/>
        </p:nvSpPr>
        <p:spPr>
          <a:xfrm>
            <a:off x="5713200" y="3355920"/>
            <a:ext cx="6714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香港稳定币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" name="文字框 50"/>
          <p:cNvSpPr txBox="1"/>
          <p:nvPr/>
        </p:nvSpPr>
        <p:spPr>
          <a:xfrm>
            <a:off x="7133760" y="3355920"/>
            <a:ext cx="6714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数字人民币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" name="文字框 51"/>
          <p:cNvSpPr txBox="1"/>
          <p:nvPr/>
        </p:nvSpPr>
        <p:spPr>
          <a:xfrm>
            <a:off x="8782200" y="5562000"/>
            <a:ext cx="6714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报告日期：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" name="文字框 52"/>
          <p:cNvSpPr txBox="1"/>
          <p:nvPr/>
        </p:nvSpPr>
        <p:spPr>
          <a:xfrm>
            <a:off x="9450720" y="5566680"/>
            <a:ext cx="342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2025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" name="文字框 53"/>
          <p:cNvSpPr txBox="1"/>
          <p:nvPr/>
        </p:nvSpPr>
        <p:spPr>
          <a:xfrm>
            <a:off x="9790920" y="556200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年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" name="文字框 54"/>
          <p:cNvSpPr txBox="1"/>
          <p:nvPr/>
        </p:nvSpPr>
        <p:spPr>
          <a:xfrm>
            <a:off x="9924840" y="556668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" name="文字框 55"/>
          <p:cNvSpPr txBox="1"/>
          <p:nvPr/>
        </p:nvSpPr>
        <p:spPr>
          <a:xfrm>
            <a:off x="10009800" y="556200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" name="文字框 56"/>
          <p:cNvSpPr txBox="1"/>
          <p:nvPr/>
        </p:nvSpPr>
        <p:spPr>
          <a:xfrm>
            <a:off x="10143360" y="556668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8" name="文字框 57"/>
          <p:cNvSpPr txBox="1"/>
          <p:nvPr/>
        </p:nvSpPr>
        <p:spPr>
          <a:xfrm>
            <a:off x="10228680" y="556200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日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圖片 58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6320" cy="669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任意多邊形 59"/>
          <p:cNvSpPr/>
          <p:nvPr/>
        </p:nvSpPr>
        <p:spPr>
          <a:xfrm>
            <a:off x="334080" y="735120"/>
            <a:ext cx="668880" cy="33840"/>
          </a:xfrm>
          <a:custGeom>
            <a:avLst/>
            <a:gdLst/>
            <a:ahLst/>
            <a:cxnLst/>
            <a:rect l="0" t="0" r="r" b="b"/>
            <a:pathLst>
              <a:path w="1858" h="94">
                <a:moveTo>
                  <a:pt x="0" y="0"/>
                </a:moveTo>
                <a:lnTo>
                  <a:pt x="1858" y="0"/>
                </a:lnTo>
                <a:lnTo>
                  <a:pt x="1858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34D3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1" name="任意多邊形 60"/>
          <p:cNvSpPr/>
          <p:nvPr/>
        </p:nvSpPr>
        <p:spPr>
          <a:xfrm>
            <a:off x="1337040" y="1244880"/>
            <a:ext cx="8022600" cy="4680360"/>
          </a:xfrm>
          <a:custGeom>
            <a:avLst/>
            <a:gdLst/>
            <a:ahLst/>
            <a:cxnLst/>
            <a:rect l="0" t="0" r="r" b="b"/>
            <a:pathLst>
              <a:path w="22285" h="13001">
                <a:moveTo>
                  <a:pt x="26" y="215"/>
                </a:moveTo>
                <a:cubicBezTo>
                  <a:pt x="44" y="173"/>
                  <a:pt x="69" y="135"/>
                  <a:pt x="102" y="102"/>
                </a:cubicBezTo>
                <a:cubicBezTo>
                  <a:pt x="134" y="70"/>
                  <a:pt x="172" y="44"/>
                  <a:pt x="215" y="27"/>
                </a:cubicBezTo>
                <a:cubicBezTo>
                  <a:pt x="257" y="9"/>
                  <a:pt x="302" y="0"/>
                  <a:pt x="348" y="0"/>
                </a:cubicBezTo>
                <a:lnTo>
                  <a:pt x="21937" y="0"/>
                </a:lnTo>
                <a:cubicBezTo>
                  <a:pt x="21983" y="0"/>
                  <a:pt x="22028" y="9"/>
                  <a:pt x="22070" y="27"/>
                </a:cubicBezTo>
                <a:cubicBezTo>
                  <a:pt x="22113" y="44"/>
                  <a:pt x="22150" y="70"/>
                  <a:pt x="22183" y="102"/>
                </a:cubicBezTo>
                <a:cubicBezTo>
                  <a:pt x="22216" y="135"/>
                  <a:pt x="22241" y="173"/>
                  <a:pt x="22259" y="215"/>
                </a:cubicBezTo>
                <a:cubicBezTo>
                  <a:pt x="22276" y="258"/>
                  <a:pt x="22285" y="302"/>
                  <a:pt x="22285" y="348"/>
                </a:cubicBezTo>
                <a:lnTo>
                  <a:pt x="22285" y="12652"/>
                </a:lnTo>
                <a:cubicBezTo>
                  <a:pt x="22285" y="12699"/>
                  <a:pt x="22276" y="12743"/>
                  <a:pt x="22259" y="12786"/>
                </a:cubicBezTo>
                <a:cubicBezTo>
                  <a:pt x="22241" y="12828"/>
                  <a:pt x="22216" y="12866"/>
                  <a:pt x="22183" y="12899"/>
                </a:cubicBezTo>
                <a:cubicBezTo>
                  <a:pt x="22150" y="12931"/>
                  <a:pt x="22113" y="12956"/>
                  <a:pt x="22070" y="12974"/>
                </a:cubicBezTo>
                <a:cubicBezTo>
                  <a:pt x="22028" y="12992"/>
                  <a:pt x="21983" y="13001"/>
                  <a:pt x="21937" y="13001"/>
                </a:cubicBezTo>
                <a:lnTo>
                  <a:pt x="348" y="13001"/>
                </a:lnTo>
                <a:cubicBezTo>
                  <a:pt x="302" y="13001"/>
                  <a:pt x="257" y="12992"/>
                  <a:pt x="215" y="12974"/>
                </a:cubicBezTo>
                <a:cubicBezTo>
                  <a:pt x="172" y="12956"/>
                  <a:pt x="134" y="12931"/>
                  <a:pt x="102" y="12899"/>
                </a:cubicBezTo>
                <a:cubicBezTo>
                  <a:pt x="69" y="12866"/>
                  <a:pt x="44" y="12828"/>
                  <a:pt x="26" y="12786"/>
                </a:cubicBezTo>
                <a:cubicBezTo>
                  <a:pt x="8" y="12743"/>
                  <a:pt x="0" y="12699"/>
                  <a:pt x="0" y="12652"/>
                </a:cubicBezTo>
                <a:lnTo>
                  <a:pt x="0" y="348"/>
                </a:lnTo>
                <a:cubicBezTo>
                  <a:pt x="0" y="302"/>
                  <a:pt x="8" y="258"/>
                  <a:pt x="26" y="215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2" name="任意多邊形 61"/>
          <p:cNvSpPr/>
          <p:nvPr/>
        </p:nvSpPr>
        <p:spPr>
          <a:xfrm>
            <a:off x="1337040" y="1244880"/>
            <a:ext cx="8022600" cy="4680360"/>
          </a:xfrm>
          <a:custGeom>
            <a:avLst/>
            <a:gdLst/>
            <a:ahLst/>
            <a:cxnLst/>
            <a:rect l="0" t="0" r="r" b="b"/>
            <a:pathLst>
              <a:path w="22285" h="13001">
                <a:moveTo>
                  <a:pt x="0" y="12652"/>
                </a:moveTo>
                <a:lnTo>
                  <a:pt x="0" y="348"/>
                </a:lnTo>
                <a:cubicBezTo>
                  <a:pt x="0" y="302"/>
                  <a:pt x="8" y="258"/>
                  <a:pt x="26" y="215"/>
                </a:cubicBezTo>
                <a:cubicBezTo>
                  <a:pt x="44" y="173"/>
                  <a:pt x="69" y="135"/>
                  <a:pt x="102" y="102"/>
                </a:cubicBezTo>
                <a:cubicBezTo>
                  <a:pt x="134" y="70"/>
                  <a:pt x="172" y="44"/>
                  <a:pt x="215" y="27"/>
                </a:cubicBezTo>
                <a:cubicBezTo>
                  <a:pt x="257" y="9"/>
                  <a:pt x="302" y="0"/>
                  <a:pt x="348" y="0"/>
                </a:cubicBezTo>
                <a:lnTo>
                  <a:pt x="21937" y="0"/>
                </a:lnTo>
                <a:cubicBezTo>
                  <a:pt x="21983" y="0"/>
                  <a:pt x="22028" y="9"/>
                  <a:pt x="22070" y="27"/>
                </a:cubicBezTo>
                <a:cubicBezTo>
                  <a:pt x="22113" y="44"/>
                  <a:pt x="22150" y="70"/>
                  <a:pt x="22183" y="102"/>
                </a:cubicBezTo>
                <a:cubicBezTo>
                  <a:pt x="22216" y="135"/>
                  <a:pt x="22241" y="173"/>
                  <a:pt x="22259" y="215"/>
                </a:cubicBezTo>
                <a:cubicBezTo>
                  <a:pt x="22276" y="258"/>
                  <a:pt x="22285" y="302"/>
                  <a:pt x="22285" y="348"/>
                </a:cubicBezTo>
                <a:lnTo>
                  <a:pt x="22285" y="12652"/>
                </a:lnTo>
                <a:cubicBezTo>
                  <a:pt x="22285" y="12699"/>
                  <a:pt x="22276" y="12743"/>
                  <a:pt x="22259" y="12786"/>
                </a:cubicBezTo>
                <a:cubicBezTo>
                  <a:pt x="22241" y="12828"/>
                  <a:pt x="22216" y="12866"/>
                  <a:pt x="22183" y="12899"/>
                </a:cubicBezTo>
                <a:cubicBezTo>
                  <a:pt x="22150" y="12931"/>
                  <a:pt x="22113" y="12956"/>
                  <a:pt x="22070" y="12974"/>
                </a:cubicBezTo>
                <a:cubicBezTo>
                  <a:pt x="22028" y="12992"/>
                  <a:pt x="21983" y="13001"/>
                  <a:pt x="21937" y="13001"/>
                </a:cubicBezTo>
                <a:lnTo>
                  <a:pt x="348" y="13001"/>
                </a:lnTo>
                <a:cubicBezTo>
                  <a:pt x="302" y="13001"/>
                  <a:pt x="257" y="12992"/>
                  <a:pt x="215" y="12974"/>
                </a:cubicBezTo>
                <a:cubicBezTo>
                  <a:pt x="172" y="12956"/>
                  <a:pt x="134" y="12931"/>
                  <a:pt x="102" y="12899"/>
                </a:cubicBezTo>
                <a:cubicBezTo>
                  <a:pt x="69" y="12866"/>
                  <a:pt x="44" y="12828"/>
                  <a:pt x="26" y="12786"/>
                </a:cubicBezTo>
                <a:cubicBezTo>
                  <a:pt x="8" y="12743"/>
                  <a:pt x="0" y="12699"/>
                  <a:pt x="0" y="12652"/>
                </a:cubicBezTo>
                <a:moveTo>
                  <a:pt x="23" y="348"/>
                </a:moveTo>
                <a:lnTo>
                  <a:pt x="23" y="12652"/>
                </a:lnTo>
                <a:cubicBezTo>
                  <a:pt x="23" y="12674"/>
                  <a:pt x="25" y="12695"/>
                  <a:pt x="29" y="12716"/>
                </a:cubicBezTo>
                <a:cubicBezTo>
                  <a:pt x="33" y="12737"/>
                  <a:pt x="39" y="12757"/>
                  <a:pt x="48" y="12777"/>
                </a:cubicBezTo>
                <a:cubicBezTo>
                  <a:pt x="56" y="12796"/>
                  <a:pt x="66" y="12815"/>
                  <a:pt x="78" y="12833"/>
                </a:cubicBezTo>
                <a:cubicBezTo>
                  <a:pt x="89" y="12851"/>
                  <a:pt x="103" y="12867"/>
                  <a:pt x="118" y="12882"/>
                </a:cubicBezTo>
                <a:cubicBezTo>
                  <a:pt x="133" y="12897"/>
                  <a:pt x="149" y="12911"/>
                  <a:pt x="167" y="12923"/>
                </a:cubicBezTo>
                <a:cubicBezTo>
                  <a:pt x="185" y="12934"/>
                  <a:pt x="204" y="12944"/>
                  <a:pt x="223" y="12953"/>
                </a:cubicBezTo>
                <a:cubicBezTo>
                  <a:pt x="243" y="12961"/>
                  <a:pt x="263" y="12967"/>
                  <a:pt x="284" y="12971"/>
                </a:cubicBezTo>
                <a:cubicBezTo>
                  <a:pt x="305" y="12975"/>
                  <a:pt x="326" y="12977"/>
                  <a:pt x="348" y="12977"/>
                </a:cubicBezTo>
                <a:lnTo>
                  <a:pt x="21937" y="12977"/>
                </a:lnTo>
                <a:cubicBezTo>
                  <a:pt x="21958" y="12977"/>
                  <a:pt x="21979" y="12975"/>
                  <a:pt x="22000" y="12971"/>
                </a:cubicBezTo>
                <a:cubicBezTo>
                  <a:pt x="22021" y="12967"/>
                  <a:pt x="22042" y="12961"/>
                  <a:pt x="22061" y="12953"/>
                </a:cubicBezTo>
                <a:cubicBezTo>
                  <a:pt x="22081" y="12944"/>
                  <a:pt x="22100" y="12934"/>
                  <a:pt x="22117" y="12923"/>
                </a:cubicBezTo>
                <a:cubicBezTo>
                  <a:pt x="22135" y="12911"/>
                  <a:pt x="22152" y="12897"/>
                  <a:pt x="22167" y="12882"/>
                </a:cubicBezTo>
                <a:cubicBezTo>
                  <a:pt x="22182" y="12867"/>
                  <a:pt x="22195" y="12851"/>
                  <a:pt x="22207" y="12833"/>
                </a:cubicBezTo>
                <a:cubicBezTo>
                  <a:pt x="22219" y="12815"/>
                  <a:pt x="22229" y="12796"/>
                  <a:pt x="22237" y="12777"/>
                </a:cubicBezTo>
                <a:cubicBezTo>
                  <a:pt x="22245" y="12757"/>
                  <a:pt x="22252" y="12737"/>
                  <a:pt x="22256" y="12716"/>
                </a:cubicBezTo>
                <a:cubicBezTo>
                  <a:pt x="22260" y="12695"/>
                  <a:pt x="22262" y="12674"/>
                  <a:pt x="22262" y="12652"/>
                </a:cubicBezTo>
                <a:lnTo>
                  <a:pt x="22262" y="348"/>
                </a:lnTo>
                <a:cubicBezTo>
                  <a:pt x="22262" y="327"/>
                  <a:pt x="22260" y="306"/>
                  <a:pt x="22256" y="285"/>
                </a:cubicBezTo>
                <a:cubicBezTo>
                  <a:pt x="22252" y="264"/>
                  <a:pt x="22245" y="244"/>
                  <a:pt x="22237" y="224"/>
                </a:cubicBezTo>
                <a:cubicBezTo>
                  <a:pt x="22229" y="204"/>
                  <a:pt x="22219" y="186"/>
                  <a:pt x="22207" y="168"/>
                </a:cubicBezTo>
                <a:cubicBezTo>
                  <a:pt x="22195" y="150"/>
                  <a:pt x="22182" y="134"/>
                  <a:pt x="22167" y="119"/>
                </a:cubicBezTo>
                <a:cubicBezTo>
                  <a:pt x="22152" y="104"/>
                  <a:pt x="22135" y="90"/>
                  <a:pt x="22117" y="78"/>
                </a:cubicBezTo>
                <a:cubicBezTo>
                  <a:pt x="22100" y="66"/>
                  <a:pt x="22081" y="56"/>
                  <a:pt x="22061" y="48"/>
                </a:cubicBezTo>
                <a:cubicBezTo>
                  <a:pt x="22042" y="40"/>
                  <a:pt x="22021" y="34"/>
                  <a:pt x="22000" y="30"/>
                </a:cubicBezTo>
                <a:cubicBezTo>
                  <a:pt x="21979" y="26"/>
                  <a:pt x="21958" y="23"/>
                  <a:pt x="21937" y="23"/>
                </a:cubicBezTo>
                <a:lnTo>
                  <a:pt x="348" y="23"/>
                </a:lnTo>
                <a:cubicBezTo>
                  <a:pt x="326" y="23"/>
                  <a:pt x="305" y="26"/>
                  <a:pt x="284" y="30"/>
                </a:cubicBezTo>
                <a:cubicBezTo>
                  <a:pt x="263" y="34"/>
                  <a:pt x="243" y="40"/>
                  <a:pt x="223" y="48"/>
                </a:cubicBezTo>
                <a:cubicBezTo>
                  <a:pt x="204" y="56"/>
                  <a:pt x="185" y="66"/>
                  <a:pt x="167" y="78"/>
                </a:cubicBezTo>
                <a:cubicBezTo>
                  <a:pt x="149" y="90"/>
                  <a:pt x="133" y="104"/>
                  <a:pt x="118" y="119"/>
                </a:cubicBezTo>
                <a:cubicBezTo>
                  <a:pt x="103" y="134"/>
                  <a:pt x="89" y="150"/>
                  <a:pt x="78" y="168"/>
                </a:cubicBezTo>
                <a:cubicBezTo>
                  <a:pt x="66" y="186"/>
                  <a:pt x="56" y="204"/>
                  <a:pt x="48" y="224"/>
                </a:cubicBezTo>
                <a:cubicBezTo>
                  <a:pt x="39" y="244"/>
                  <a:pt x="33" y="264"/>
                  <a:pt x="29" y="285"/>
                </a:cubicBezTo>
                <a:cubicBezTo>
                  <a:pt x="25" y="306"/>
                  <a:pt x="23" y="327"/>
                  <a:pt x="23" y="348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" name="任意多邊形 62"/>
          <p:cNvSpPr/>
          <p:nvPr/>
        </p:nvSpPr>
        <p:spPr>
          <a:xfrm>
            <a:off x="5348160" y="1520640"/>
            <a:ext cx="8640" cy="4128840"/>
          </a:xfrm>
          <a:custGeom>
            <a:avLst/>
            <a:gdLst/>
            <a:ahLst/>
            <a:cxnLst/>
            <a:rect l="0" t="0" r="r" b="b"/>
            <a:pathLst>
              <a:path w="24" h="11469">
                <a:moveTo>
                  <a:pt x="0" y="0"/>
                </a:moveTo>
                <a:lnTo>
                  <a:pt x="24" y="0"/>
                </a:lnTo>
                <a:lnTo>
                  <a:pt x="24" y="11469"/>
                </a:lnTo>
                <a:lnTo>
                  <a:pt x="0" y="114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" name="任意多邊形 63"/>
          <p:cNvSpPr/>
          <p:nvPr/>
        </p:nvSpPr>
        <p:spPr>
          <a:xfrm>
            <a:off x="5556960" y="4462200"/>
            <a:ext cx="3526920" cy="1187280"/>
          </a:xfrm>
          <a:custGeom>
            <a:avLst/>
            <a:gdLst/>
            <a:ahLst/>
            <a:cxnLst/>
            <a:rect l="0" t="0" r="r" b="b"/>
            <a:pathLst>
              <a:path w="9797" h="3298">
                <a:moveTo>
                  <a:pt x="14" y="115"/>
                </a:moveTo>
                <a:cubicBezTo>
                  <a:pt x="24" y="92"/>
                  <a:pt x="37" y="72"/>
                  <a:pt x="55" y="55"/>
                </a:cubicBezTo>
                <a:cubicBezTo>
                  <a:pt x="72" y="37"/>
                  <a:pt x="92" y="24"/>
                  <a:pt x="115" y="14"/>
                </a:cubicBezTo>
                <a:cubicBezTo>
                  <a:pt x="138" y="5"/>
                  <a:pt x="161" y="0"/>
                  <a:pt x="186" y="0"/>
                </a:cubicBezTo>
                <a:lnTo>
                  <a:pt x="9611" y="0"/>
                </a:lnTo>
                <a:cubicBezTo>
                  <a:pt x="9636" y="0"/>
                  <a:pt x="9660" y="5"/>
                  <a:pt x="9682" y="14"/>
                </a:cubicBezTo>
                <a:cubicBezTo>
                  <a:pt x="9705" y="24"/>
                  <a:pt x="9725" y="37"/>
                  <a:pt x="9743" y="55"/>
                </a:cubicBezTo>
                <a:cubicBezTo>
                  <a:pt x="9760" y="72"/>
                  <a:pt x="9774" y="92"/>
                  <a:pt x="9783" y="115"/>
                </a:cubicBezTo>
                <a:cubicBezTo>
                  <a:pt x="9792" y="138"/>
                  <a:pt x="9797" y="161"/>
                  <a:pt x="9797" y="186"/>
                </a:cubicBezTo>
                <a:lnTo>
                  <a:pt x="9797" y="3112"/>
                </a:lnTo>
                <a:cubicBezTo>
                  <a:pt x="9797" y="3136"/>
                  <a:pt x="9792" y="3160"/>
                  <a:pt x="9783" y="3183"/>
                </a:cubicBezTo>
                <a:cubicBezTo>
                  <a:pt x="9774" y="3206"/>
                  <a:pt x="9760" y="3226"/>
                  <a:pt x="9743" y="3243"/>
                </a:cubicBezTo>
                <a:cubicBezTo>
                  <a:pt x="9725" y="3261"/>
                  <a:pt x="9705" y="3274"/>
                  <a:pt x="9682" y="3283"/>
                </a:cubicBezTo>
                <a:cubicBezTo>
                  <a:pt x="9660" y="3293"/>
                  <a:pt x="9636" y="3298"/>
                  <a:pt x="9611" y="3298"/>
                </a:cubicBezTo>
                <a:lnTo>
                  <a:pt x="186" y="3298"/>
                </a:lnTo>
                <a:cubicBezTo>
                  <a:pt x="161" y="3298"/>
                  <a:pt x="138" y="3293"/>
                  <a:pt x="115" y="3283"/>
                </a:cubicBezTo>
                <a:cubicBezTo>
                  <a:pt x="92" y="3274"/>
                  <a:pt x="72" y="3261"/>
                  <a:pt x="55" y="3243"/>
                </a:cubicBezTo>
                <a:cubicBezTo>
                  <a:pt x="37" y="3226"/>
                  <a:pt x="24" y="3206"/>
                  <a:pt x="14" y="3183"/>
                </a:cubicBezTo>
                <a:cubicBezTo>
                  <a:pt x="5" y="3160"/>
                  <a:pt x="0" y="3137"/>
                  <a:pt x="0" y="3112"/>
                </a:cubicBezTo>
                <a:lnTo>
                  <a:pt x="0" y="186"/>
                </a:lnTo>
                <a:cubicBezTo>
                  <a:pt x="0" y="161"/>
                  <a:pt x="5" y="138"/>
                  <a:pt x="14" y="115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5" name="任意多邊形 64"/>
          <p:cNvSpPr/>
          <p:nvPr/>
        </p:nvSpPr>
        <p:spPr>
          <a:xfrm>
            <a:off x="5556960" y="4462200"/>
            <a:ext cx="3526920" cy="1187280"/>
          </a:xfrm>
          <a:custGeom>
            <a:avLst/>
            <a:gdLst/>
            <a:ahLst/>
            <a:cxnLst/>
            <a:rect l="0" t="0" r="r" b="b"/>
            <a:pathLst>
              <a:path w="9797" h="3298">
                <a:moveTo>
                  <a:pt x="0" y="3112"/>
                </a:moveTo>
                <a:lnTo>
                  <a:pt x="0" y="186"/>
                </a:lnTo>
                <a:cubicBezTo>
                  <a:pt x="0" y="161"/>
                  <a:pt x="5" y="138"/>
                  <a:pt x="14" y="115"/>
                </a:cubicBezTo>
                <a:cubicBezTo>
                  <a:pt x="24" y="92"/>
                  <a:pt x="37" y="72"/>
                  <a:pt x="55" y="55"/>
                </a:cubicBezTo>
                <a:cubicBezTo>
                  <a:pt x="72" y="37"/>
                  <a:pt x="92" y="24"/>
                  <a:pt x="115" y="14"/>
                </a:cubicBezTo>
                <a:cubicBezTo>
                  <a:pt x="138" y="5"/>
                  <a:pt x="161" y="0"/>
                  <a:pt x="186" y="0"/>
                </a:cubicBezTo>
                <a:lnTo>
                  <a:pt x="9611" y="0"/>
                </a:lnTo>
                <a:cubicBezTo>
                  <a:pt x="9636" y="0"/>
                  <a:pt x="9660" y="5"/>
                  <a:pt x="9682" y="14"/>
                </a:cubicBezTo>
                <a:cubicBezTo>
                  <a:pt x="9705" y="24"/>
                  <a:pt x="9725" y="37"/>
                  <a:pt x="9743" y="55"/>
                </a:cubicBezTo>
                <a:cubicBezTo>
                  <a:pt x="9760" y="72"/>
                  <a:pt x="9774" y="92"/>
                  <a:pt x="9783" y="115"/>
                </a:cubicBezTo>
                <a:cubicBezTo>
                  <a:pt x="9792" y="138"/>
                  <a:pt x="9797" y="161"/>
                  <a:pt x="9797" y="186"/>
                </a:cubicBezTo>
                <a:lnTo>
                  <a:pt x="9797" y="3112"/>
                </a:lnTo>
                <a:cubicBezTo>
                  <a:pt x="9797" y="3136"/>
                  <a:pt x="9792" y="3160"/>
                  <a:pt x="9783" y="3183"/>
                </a:cubicBezTo>
                <a:cubicBezTo>
                  <a:pt x="9774" y="3206"/>
                  <a:pt x="9760" y="3226"/>
                  <a:pt x="9743" y="3243"/>
                </a:cubicBezTo>
                <a:cubicBezTo>
                  <a:pt x="9725" y="3261"/>
                  <a:pt x="9705" y="3274"/>
                  <a:pt x="9682" y="3283"/>
                </a:cubicBezTo>
                <a:cubicBezTo>
                  <a:pt x="9660" y="3293"/>
                  <a:pt x="9636" y="3298"/>
                  <a:pt x="9611" y="3298"/>
                </a:cubicBezTo>
                <a:lnTo>
                  <a:pt x="186" y="3298"/>
                </a:lnTo>
                <a:cubicBezTo>
                  <a:pt x="161" y="3298"/>
                  <a:pt x="138" y="3293"/>
                  <a:pt x="115" y="3283"/>
                </a:cubicBezTo>
                <a:cubicBezTo>
                  <a:pt x="92" y="3274"/>
                  <a:pt x="72" y="3261"/>
                  <a:pt x="55" y="3243"/>
                </a:cubicBezTo>
                <a:cubicBezTo>
                  <a:pt x="37" y="3226"/>
                  <a:pt x="24" y="3206"/>
                  <a:pt x="14" y="3183"/>
                </a:cubicBezTo>
                <a:cubicBezTo>
                  <a:pt x="5" y="3160"/>
                  <a:pt x="0" y="3136"/>
                  <a:pt x="0" y="3112"/>
                </a:cubicBezTo>
                <a:moveTo>
                  <a:pt x="23" y="186"/>
                </a:moveTo>
                <a:lnTo>
                  <a:pt x="23" y="3112"/>
                </a:lnTo>
                <a:cubicBezTo>
                  <a:pt x="23" y="3122"/>
                  <a:pt x="24" y="3133"/>
                  <a:pt x="27" y="3144"/>
                </a:cubicBezTo>
                <a:cubicBezTo>
                  <a:pt x="29" y="3154"/>
                  <a:pt x="32" y="3164"/>
                  <a:pt x="36" y="3174"/>
                </a:cubicBezTo>
                <a:cubicBezTo>
                  <a:pt x="40" y="3184"/>
                  <a:pt x="45" y="3193"/>
                  <a:pt x="51" y="3202"/>
                </a:cubicBezTo>
                <a:cubicBezTo>
                  <a:pt x="57" y="3211"/>
                  <a:pt x="63" y="3219"/>
                  <a:pt x="71" y="3227"/>
                </a:cubicBezTo>
                <a:cubicBezTo>
                  <a:pt x="79" y="3234"/>
                  <a:pt x="87" y="3241"/>
                  <a:pt x="96" y="3247"/>
                </a:cubicBezTo>
                <a:cubicBezTo>
                  <a:pt x="104" y="3253"/>
                  <a:pt x="114" y="3258"/>
                  <a:pt x="124" y="3262"/>
                </a:cubicBezTo>
                <a:cubicBezTo>
                  <a:pt x="134" y="3266"/>
                  <a:pt x="144" y="3269"/>
                  <a:pt x="154" y="3271"/>
                </a:cubicBezTo>
                <a:cubicBezTo>
                  <a:pt x="165" y="3273"/>
                  <a:pt x="175" y="3274"/>
                  <a:pt x="186" y="3274"/>
                </a:cubicBezTo>
                <a:lnTo>
                  <a:pt x="9611" y="3274"/>
                </a:lnTo>
                <a:cubicBezTo>
                  <a:pt x="9622" y="3274"/>
                  <a:pt x="9633" y="3273"/>
                  <a:pt x="9643" y="3271"/>
                </a:cubicBezTo>
                <a:cubicBezTo>
                  <a:pt x="9654" y="3269"/>
                  <a:pt x="9664" y="3266"/>
                  <a:pt x="9674" y="3262"/>
                </a:cubicBezTo>
                <a:cubicBezTo>
                  <a:pt x="9683" y="3258"/>
                  <a:pt x="9693" y="3253"/>
                  <a:pt x="9702" y="3247"/>
                </a:cubicBezTo>
                <a:cubicBezTo>
                  <a:pt x="9711" y="3241"/>
                  <a:pt x="9719" y="3234"/>
                  <a:pt x="9726" y="3227"/>
                </a:cubicBezTo>
                <a:cubicBezTo>
                  <a:pt x="9734" y="3219"/>
                  <a:pt x="9741" y="3211"/>
                  <a:pt x="9746" y="3202"/>
                </a:cubicBezTo>
                <a:cubicBezTo>
                  <a:pt x="9752" y="3193"/>
                  <a:pt x="9757" y="3184"/>
                  <a:pt x="9762" y="3174"/>
                </a:cubicBezTo>
                <a:cubicBezTo>
                  <a:pt x="9766" y="3164"/>
                  <a:pt x="9769" y="3154"/>
                  <a:pt x="9771" y="3144"/>
                </a:cubicBezTo>
                <a:cubicBezTo>
                  <a:pt x="9773" y="3133"/>
                  <a:pt x="9774" y="3122"/>
                  <a:pt x="9774" y="3112"/>
                </a:cubicBezTo>
                <a:lnTo>
                  <a:pt x="9774" y="186"/>
                </a:lnTo>
                <a:cubicBezTo>
                  <a:pt x="9774" y="175"/>
                  <a:pt x="9773" y="165"/>
                  <a:pt x="9771" y="154"/>
                </a:cubicBezTo>
                <a:cubicBezTo>
                  <a:pt x="9769" y="144"/>
                  <a:pt x="9766" y="134"/>
                  <a:pt x="9762" y="124"/>
                </a:cubicBezTo>
                <a:cubicBezTo>
                  <a:pt x="9757" y="114"/>
                  <a:pt x="9752" y="105"/>
                  <a:pt x="9746" y="96"/>
                </a:cubicBezTo>
                <a:cubicBezTo>
                  <a:pt x="9741" y="87"/>
                  <a:pt x="9734" y="79"/>
                  <a:pt x="9726" y="71"/>
                </a:cubicBezTo>
                <a:cubicBezTo>
                  <a:pt x="9719" y="64"/>
                  <a:pt x="9711" y="57"/>
                  <a:pt x="9702" y="51"/>
                </a:cubicBezTo>
                <a:cubicBezTo>
                  <a:pt x="9693" y="45"/>
                  <a:pt x="9683" y="40"/>
                  <a:pt x="9674" y="36"/>
                </a:cubicBezTo>
                <a:cubicBezTo>
                  <a:pt x="9664" y="32"/>
                  <a:pt x="9654" y="29"/>
                  <a:pt x="9643" y="27"/>
                </a:cubicBezTo>
                <a:cubicBezTo>
                  <a:pt x="9633" y="25"/>
                  <a:pt x="9622" y="23"/>
                  <a:pt x="9611" y="23"/>
                </a:cubicBezTo>
                <a:lnTo>
                  <a:pt x="186" y="23"/>
                </a:lnTo>
                <a:cubicBezTo>
                  <a:pt x="175" y="23"/>
                  <a:pt x="165" y="25"/>
                  <a:pt x="154" y="27"/>
                </a:cubicBezTo>
                <a:cubicBezTo>
                  <a:pt x="144" y="29"/>
                  <a:pt x="134" y="32"/>
                  <a:pt x="124" y="36"/>
                </a:cubicBezTo>
                <a:cubicBezTo>
                  <a:pt x="114" y="40"/>
                  <a:pt x="104" y="45"/>
                  <a:pt x="96" y="51"/>
                </a:cubicBezTo>
                <a:cubicBezTo>
                  <a:pt x="87" y="57"/>
                  <a:pt x="79" y="64"/>
                  <a:pt x="71" y="71"/>
                </a:cubicBezTo>
                <a:cubicBezTo>
                  <a:pt x="63" y="79"/>
                  <a:pt x="57" y="87"/>
                  <a:pt x="51" y="96"/>
                </a:cubicBezTo>
                <a:cubicBezTo>
                  <a:pt x="45" y="105"/>
                  <a:pt x="40" y="114"/>
                  <a:pt x="36" y="124"/>
                </a:cubicBezTo>
                <a:cubicBezTo>
                  <a:pt x="32" y="134"/>
                  <a:pt x="29" y="144"/>
                  <a:pt x="27" y="154"/>
                </a:cubicBezTo>
                <a:cubicBezTo>
                  <a:pt x="24" y="165"/>
                  <a:pt x="23" y="175"/>
                  <a:pt x="23" y="186"/>
                </a:cubicBezTo>
                <a:close/>
              </a:path>
            </a:pathLst>
          </a:custGeom>
          <a:solidFill>
            <a:srgbClr val="FFFFFF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66" name="圖片 65"/>
          <p:cNvPicPr/>
          <p:nvPr/>
        </p:nvPicPr>
        <p:blipFill>
          <a:blip r:embed="rId2"/>
          <a:stretch>
            <a:fillRect/>
          </a:stretch>
        </p:blipFill>
        <p:spPr>
          <a:xfrm>
            <a:off x="5699160" y="4637880"/>
            <a:ext cx="12492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文字框 66"/>
          <p:cNvSpPr txBox="1"/>
          <p:nvPr/>
        </p:nvSpPr>
        <p:spPr>
          <a:xfrm>
            <a:off x="334440" y="312120"/>
            <a:ext cx="601200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37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目录</a:t>
            </a:r>
            <a:endParaRPr lang="en-US" sz="23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8" name="任意多邊形 67"/>
          <p:cNvSpPr/>
          <p:nvPr/>
        </p:nvSpPr>
        <p:spPr>
          <a:xfrm>
            <a:off x="5724000" y="4980240"/>
            <a:ext cx="42480" cy="42480"/>
          </a:xfrm>
          <a:custGeom>
            <a:avLst/>
            <a:gdLst/>
            <a:ahLst/>
            <a:cxnLst/>
            <a:rect l="0" t="0" r="r" b="b"/>
            <a:pathLst>
              <a:path w="118" h="118">
                <a:moveTo>
                  <a:pt x="118" y="60"/>
                </a:moveTo>
                <a:cubicBezTo>
                  <a:pt x="118" y="67"/>
                  <a:pt x="116" y="75"/>
                  <a:pt x="113" y="82"/>
                </a:cubicBezTo>
                <a:cubicBezTo>
                  <a:pt x="110" y="89"/>
                  <a:pt x="106" y="95"/>
                  <a:pt x="101" y="101"/>
                </a:cubicBezTo>
                <a:cubicBezTo>
                  <a:pt x="95" y="106"/>
                  <a:pt x="89" y="110"/>
                  <a:pt x="82" y="113"/>
                </a:cubicBezTo>
                <a:cubicBezTo>
                  <a:pt x="75" y="116"/>
                  <a:pt x="67" y="118"/>
                  <a:pt x="59" y="118"/>
                </a:cubicBezTo>
                <a:cubicBezTo>
                  <a:pt x="52" y="118"/>
                  <a:pt x="43" y="116"/>
                  <a:pt x="36" y="113"/>
                </a:cubicBezTo>
                <a:cubicBezTo>
                  <a:pt x="29" y="110"/>
                  <a:pt x="23" y="106"/>
                  <a:pt x="17" y="101"/>
                </a:cubicBezTo>
                <a:cubicBezTo>
                  <a:pt x="12" y="95"/>
                  <a:pt x="8" y="89"/>
                  <a:pt x="5" y="82"/>
                </a:cubicBezTo>
                <a:cubicBezTo>
                  <a:pt x="2" y="75"/>
                  <a:pt x="0" y="67"/>
                  <a:pt x="0" y="60"/>
                </a:cubicBezTo>
                <a:cubicBezTo>
                  <a:pt x="0" y="52"/>
                  <a:pt x="2" y="44"/>
                  <a:pt x="5" y="37"/>
                </a:cubicBezTo>
                <a:cubicBezTo>
                  <a:pt x="8" y="30"/>
                  <a:pt x="12" y="23"/>
                  <a:pt x="17" y="17"/>
                </a:cubicBezTo>
                <a:cubicBezTo>
                  <a:pt x="23" y="12"/>
                  <a:pt x="29" y="8"/>
                  <a:pt x="36" y="5"/>
                </a:cubicBezTo>
                <a:cubicBezTo>
                  <a:pt x="43" y="2"/>
                  <a:pt x="52" y="0"/>
                  <a:pt x="59" y="0"/>
                </a:cubicBezTo>
                <a:cubicBezTo>
                  <a:pt x="67" y="0"/>
                  <a:pt x="75" y="2"/>
                  <a:pt x="82" y="5"/>
                </a:cubicBezTo>
                <a:cubicBezTo>
                  <a:pt x="89" y="8"/>
                  <a:pt x="95" y="12"/>
                  <a:pt x="101" y="17"/>
                </a:cubicBezTo>
                <a:cubicBezTo>
                  <a:pt x="106" y="23"/>
                  <a:pt x="110" y="30"/>
                  <a:pt x="113" y="37"/>
                </a:cubicBezTo>
                <a:cubicBezTo>
                  <a:pt x="116" y="44"/>
                  <a:pt x="118" y="52"/>
                  <a:pt x="118" y="6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9" name="文字框 68"/>
          <p:cNvSpPr txBox="1"/>
          <p:nvPr/>
        </p:nvSpPr>
        <p:spPr>
          <a:xfrm>
            <a:off x="5891400" y="4619160"/>
            <a:ext cx="100656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本次演讲重点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0" name="任意多邊形 69"/>
          <p:cNvSpPr/>
          <p:nvPr/>
        </p:nvSpPr>
        <p:spPr>
          <a:xfrm>
            <a:off x="5724000" y="5181120"/>
            <a:ext cx="42480" cy="42120"/>
          </a:xfrm>
          <a:custGeom>
            <a:avLst/>
            <a:gdLst/>
            <a:ahLst/>
            <a:cxnLst/>
            <a:rect l="0" t="0" r="r" b="b"/>
            <a:pathLst>
              <a:path w="118" h="117">
                <a:moveTo>
                  <a:pt x="118" y="59"/>
                </a:moveTo>
                <a:cubicBezTo>
                  <a:pt x="118" y="66"/>
                  <a:pt x="116" y="74"/>
                  <a:pt x="113" y="81"/>
                </a:cubicBezTo>
                <a:cubicBezTo>
                  <a:pt x="110" y="88"/>
                  <a:pt x="106" y="94"/>
                  <a:pt x="101" y="100"/>
                </a:cubicBezTo>
                <a:cubicBezTo>
                  <a:pt x="95" y="105"/>
                  <a:pt x="89" y="109"/>
                  <a:pt x="82" y="112"/>
                </a:cubicBezTo>
                <a:cubicBezTo>
                  <a:pt x="75" y="115"/>
                  <a:pt x="67" y="117"/>
                  <a:pt x="59" y="117"/>
                </a:cubicBezTo>
                <a:cubicBezTo>
                  <a:pt x="52" y="117"/>
                  <a:pt x="43" y="115"/>
                  <a:pt x="36" y="112"/>
                </a:cubicBezTo>
                <a:cubicBezTo>
                  <a:pt x="29" y="109"/>
                  <a:pt x="23" y="105"/>
                  <a:pt x="17" y="100"/>
                </a:cubicBezTo>
                <a:cubicBezTo>
                  <a:pt x="12" y="94"/>
                  <a:pt x="8" y="88"/>
                  <a:pt x="5" y="81"/>
                </a:cubicBezTo>
                <a:cubicBezTo>
                  <a:pt x="2" y="74"/>
                  <a:pt x="0" y="66"/>
                  <a:pt x="0" y="59"/>
                </a:cubicBezTo>
                <a:cubicBezTo>
                  <a:pt x="0" y="51"/>
                  <a:pt x="2" y="43"/>
                  <a:pt x="5" y="35"/>
                </a:cubicBezTo>
                <a:cubicBezTo>
                  <a:pt x="8" y="28"/>
                  <a:pt x="12" y="22"/>
                  <a:pt x="17" y="17"/>
                </a:cubicBezTo>
                <a:cubicBezTo>
                  <a:pt x="23" y="11"/>
                  <a:pt x="29" y="7"/>
                  <a:pt x="36" y="4"/>
                </a:cubicBezTo>
                <a:cubicBezTo>
                  <a:pt x="43" y="1"/>
                  <a:pt x="52" y="0"/>
                  <a:pt x="59" y="0"/>
                </a:cubicBezTo>
                <a:cubicBezTo>
                  <a:pt x="67" y="0"/>
                  <a:pt x="75" y="1"/>
                  <a:pt x="82" y="4"/>
                </a:cubicBezTo>
                <a:cubicBezTo>
                  <a:pt x="89" y="7"/>
                  <a:pt x="95" y="11"/>
                  <a:pt x="101" y="17"/>
                </a:cubicBezTo>
                <a:cubicBezTo>
                  <a:pt x="106" y="22"/>
                  <a:pt x="110" y="28"/>
                  <a:pt x="113" y="35"/>
                </a:cubicBezTo>
                <a:cubicBezTo>
                  <a:pt x="116" y="43"/>
                  <a:pt x="118" y="51"/>
                  <a:pt x="118" y="59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1" name="文字框 70"/>
          <p:cNvSpPr txBox="1"/>
          <p:nvPr/>
        </p:nvSpPr>
        <p:spPr>
          <a:xfrm>
            <a:off x="5866560" y="4918680"/>
            <a:ext cx="22806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分析主流稳定币的发行机制与市场地位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2" name="任意多邊形 71"/>
          <p:cNvSpPr/>
          <p:nvPr/>
        </p:nvSpPr>
        <p:spPr>
          <a:xfrm>
            <a:off x="5724000" y="5381640"/>
            <a:ext cx="42480" cy="42120"/>
          </a:xfrm>
          <a:custGeom>
            <a:avLst/>
            <a:gdLst/>
            <a:ahLst/>
            <a:cxnLst/>
            <a:rect l="0" t="0" r="r" b="b"/>
            <a:pathLst>
              <a:path w="118" h="117">
                <a:moveTo>
                  <a:pt x="118" y="58"/>
                </a:moveTo>
                <a:cubicBezTo>
                  <a:pt x="118" y="65"/>
                  <a:pt x="116" y="73"/>
                  <a:pt x="113" y="81"/>
                </a:cubicBezTo>
                <a:cubicBezTo>
                  <a:pt x="110" y="88"/>
                  <a:pt x="106" y="94"/>
                  <a:pt x="101" y="100"/>
                </a:cubicBezTo>
                <a:cubicBezTo>
                  <a:pt x="95" y="105"/>
                  <a:pt x="89" y="109"/>
                  <a:pt x="82" y="112"/>
                </a:cubicBezTo>
                <a:cubicBezTo>
                  <a:pt x="75" y="115"/>
                  <a:pt x="67" y="117"/>
                  <a:pt x="59" y="117"/>
                </a:cubicBezTo>
                <a:cubicBezTo>
                  <a:pt x="52" y="117"/>
                  <a:pt x="43" y="115"/>
                  <a:pt x="36" y="112"/>
                </a:cubicBezTo>
                <a:cubicBezTo>
                  <a:pt x="29" y="109"/>
                  <a:pt x="23" y="105"/>
                  <a:pt x="17" y="100"/>
                </a:cubicBezTo>
                <a:cubicBezTo>
                  <a:pt x="12" y="94"/>
                  <a:pt x="8" y="88"/>
                  <a:pt x="5" y="81"/>
                </a:cubicBezTo>
                <a:cubicBezTo>
                  <a:pt x="2" y="73"/>
                  <a:pt x="0" y="65"/>
                  <a:pt x="0" y="58"/>
                </a:cubicBezTo>
                <a:cubicBezTo>
                  <a:pt x="0" y="50"/>
                  <a:pt x="2" y="43"/>
                  <a:pt x="5" y="36"/>
                </a:cubicBezTo>
                <a:cubicBezTo>
                  <a:pt x="8" y="28"/>
                  <a:pt x="12" y="22"/>
                  <a:pt x="17" y="17"/>
                </a:cubicBezTo>
                <a:cubicBezTo>
                  <a:pt x="23" y="11"/>
                  <a:pt x="29" y="7"/>
                  <a:pt x="36" y="4"/>
                </a:cubicBezTo>
                <a:cubicBezTo>
                  <a:pt x="43" y="1"/>
                  <a:pt x="52" y="0"/>
                  <a:pt x="59" y="0"/>
                </a:cubicBezTo>
                <a:cubicBezTo>
                  <a:pt x="67" y="0"/>
                  <a:pt x="75" y="1"/>
                  <a:pt x="82" y="4"/>
                </a:cubicBezTo>
                <a:cubicBezTo>
                  <a:pt x="89" y="7"/>
                  <a:pt x="95" y="11"/>
                  <a:pt x="101" y="17"/>
                </a:cubicBezTo>
                <a:cubicBezTo>
                  <a:pt x="106" y="22"/>
                  <a:pt x="110" y="28"/>
                  <a:pt x="113" y="36"/>
                </a:cubicBezTo>
                <a:cubicBezTo>
                  <a:pt x="116" y="43"/>
                  <a:pt x="118" y="50"/>
                  <a:pt x="118" y="58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3" name="文字框 72"/>
          <p:cNvSpPr txBox="1"/>
          <p:nvPr/>
        </p:nvSpPr>
        <p:spPr>
          <a:xfrm>
            <a:off x="5866560" y="5119200"/>
            <a:ext cx="21466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比较中国香港与美国的监管政策差异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" name="任意多邊形 73"/>
          <p:cNvSpPr/>
          <p:nvPr/>
        </p:nvSpPr>
        <p:spPr>
          <a:xfrm>
            <a:off x="1863360" y="2523600"/>
            <a:ext cx="16920" cy="1504440"/>
          </a:xfrm>
          <a:custGeom>
            <a:avLst/>
            <a:gdLst/>
            <a:ahLst/>
            <a:cxnLst/>
            <a:rect l="0" t="0" r="r" b="b"/>
            <a:pathLst>
              <a:path w="47" h="4179">
                <a:moveTo>
                  <a:pt x="0" y="0"/>
                </a:moveTo>
                <a:lnTo>
                  <a:pt x="47" y="0"/>
                </a:lnTo>
                <a:lnTo>
                  <a:pt x="47" y="4179"/>
                </a:lnTo>
                <a:lnTo>
                  <a:pt x="0" y="41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" name="任意多邊形 74"/>
          <p:cNvSpPr/>
          <p:nvPr/>
        </p:nvSpPr>
        <p:spPr>
          <a:xfrm>
            <a:off x="1863360" y="4027680"/>
            <a:ext cx="16920" cy="1504800"/>
          </a:xfrm>
          <a:custGeom>
            <a:avLst/>
            <a:gdLst/>
            <a:ahLst/>
            <a:cxnLst/>
            <a:rect l="0" t="0" r="r" b="b"/>
            <a:pathLst>
              <a:path w="47" h="4180">
                <a:moveTo>
                  <a:pt x="0" y="0"/>
                </a:moveTo>
                <a:lnTo>
                  <a:pt x="47" y="0"/>
                </a:lnTo>
                <a:lnTo>
                  <a:pt x="47" y="4180"/>
                </a:lnTo>
                <a:lnTo>
                  <a:pt x="0" y="41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" name="任意多邊形 75"/>
          <p:cNvSpPr/>
          <p:nvPr/>
        </p:nvSpPr>
        <p:spPr>
          <a:xfrm>
            <a:off x="1863360" y="5532120"/>
            <a:ext cx="16920" cy="1504440"/>
          </a:xfrm>
          <a:custGeom>
            <a:avLst/>
            <a:gdLst/>
            <a:ahLst/>
            <a:cxnLst/>
            <a:rect l="0" t="0" r="r" b="b"/>
            <a:pathLst>
              <a:path w="47" h="4179">
                <a:moveTo>
                  <a:pt x="0" y="0"/>
                </a:moveTo>
                <a:lnTo>
                  <a:pt x="47" y="0"/>
                </a:lnTo>
                <a:lnTo>
                  <a:pt x="47" y="4179"/>
                </a:lnTo>
                <a:lnTo>
                  <a:pt x="0" y="41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" name="任意多邊形 76"/>
          <p:cNvSpPr/>
          <p:nvPr/>
        </p:nvSpPr>
        <p:spPr>
          <a:xfrm>
            <a:off x="1829880" y="2490120"/>
            <a:ext cx="67320" cy="67320"/>
          </a:xfrm>
          <a:custGeom>
            <a:avLst/>
            <a:gdLst/>
            <a:ahLst/>
            <a:cxnLst/>
            <a:rect l="0" t="0" r="r" b="b"/>
            <a:pathLst>
              <a:path w="187" h="187">
                <a:moveTo>
                  <a:pt x="187" y="94"/>
                </a:moveTo>
                <a:cubicBezTo>
                  <a:pt x="187" y="106"/>
                  <a:pt x="185" y="118"/>
                  <a:pt x="180" y="129"/>
                </a:cubicBezTo>
                <a:cubicBezTo>
                  <a:pt x="175" y="141"/>
                  <a:pt x="168" y="151"/>
                  <a:pt x="160" y="159"/>
                </a:cubicBezTo>
                <a:cubicBezTo>
                  <a:pt x="151" y="168"/>
                  <a:pt x="141" y="175"/>
                  <a:pt x="130" y="180"/>
                </a:cubicBezTo>
                <a:cubicBezTo>
                  <a:pt x="118" y="184"/>
                  <a:pt x="106" y="187"/>
                  <a:pt x="94" y="187"/>
                </a:cubicBezTo>
                <a:cubicBezTo>
                  <a:pt x="82" y="187"/>
                  <a:pt x="70" y="184"/>
                  <a:pt x="58" y="180"/>
                </a:cubicBezTo>
                <a:cubicBezTo>
                  <a:pt x="47" y="175"/>
                  <a:pt x="37" y="168"/>
                  <a:pt x="28" y="159"/>
                </a:cubicBezTo>
                <a:cubicBezTo>
                  <a:pt x="20" y="151"/>
                  <a:pt x="13" y="141"/>
                  <a:pt x="8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2"/>
                  <a:pt x="3" y="70"/>
                  <a:pt x="8" y="58"/>
                </a:cubicBezTo>
                <a:cubicBezTo>
                  <a:pt x="13" y="47"/>
                  <a:pt x="20" y="37"/>
                  <a:pt x="28" y="28"/>
                </a:cubicBezTo>
                <a:cubicBezTo>
                  <a:pt x="37" y="18"/>
                  <a:pt x="47" y="12"/>
                  <a:pt x="58" y="7"/>
                </a:cubicBezTo>
                <a:cubicBezTo>
                  <a:pt x="70" y="2"/>
                  <a:pt x="82" y="0"/>
                  <a:pt x="94" y="0"/>
                </a:cubicBezTo>
                <a:cubicBezTo>
                  <a:pt x="106" y="0"/>
                  <a:pt x="118" y="2"/>
                  <a:pt x="130" y="7"/>
                </a:cubicBezTo>
                <a:cubicBezTo>
                  <a:pt x="141" y="12"/>
                  <a:pt x="151" y="18"/>
                  <a:pt x="160" y="28"/>
                </a:cubicBezTo>
                <a:cubicBezTo>
                  <a:pt x="168" y="37"/>
                  <a:pt x="175" y="47"/>
                  <a:pt x="180" y="58"/>
                </a:cubicBezTo>
                <a:cubicBezTo>
                  <a:pt x="185" y="70"/>
                  <a:pt x="187" y="82"/>
                  <a:pt x="187" y="94"/>
                </a:cubicBezTo>
                <a:close/>
              </a:path>
            </a:pathLst>
          </a:custGeom>
          <a:solidFill>
            <a:srgbClr val="4CD1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" name="任意多邊形 77"/>
          <p:cNvSpPr/>
          <p:nvPr/>
        </p:nvSpPr>
        <p:spPr>
          <a:xfrm>
            <a:off x="1829880" y="3994200"/>
            <a:ext cx="67320" cy="67320"/>
          </a:xfrm>
          <a:custGeom>
            <a:avLst/>
            <a:gdLst/>
            <a:ahLst/>
            <a:cxnLst/>
            <a:rect l="0" t="0" r="r" b="b"/>
            <a:pathLst>
              <a:path w="187" h="187">
                <a:moveTo>
                  <a:pt x="187" y="93"/>
                </a:moveTo>
                <a:cubicBezTo>
                  <a:pt x="187" y="107"/>
                  <a:pt x="185" y="118"/>
                  <a:pt x="180" y="130"/>
                </a:cubicBezTo>
                <a:cubicBezTo>
                  <a:pt x="175" y="141"/>
                  <a:pt x="168" y="151"/>
                  <a:pt x="160" y="160"/>
                </a:cubicBezTo>
                <a:cubicBezTo>
                  <a:pt x="151" y="169"/>
                  <a:pt x="141" y="175"/>
                  <a:pt x="130" y="180"/>
                </a:cubicBezTo>
                <a:cubicBezTo>
                  <a:pt x="118" y="185"/>
                  <a:pt x="106" y="187"/>
                  <a:pt x="94" y="187"/>
                </a:cubicBezTo>
                <a:cubicBezTo>
                  <a:pt x="82" y="187"/>
                  <a:pt x="70" y="185"/>
                  <a:pt x="58" y="180"/>
                </a:cubicBezTo>
                <a:cubicBezTo>
                  <a:pt x="47" y="175"/>
                  <a:pt x="37" y="169"/>
                  <a:pt x="28" y="160"/>
                </a:cubicBezTo>
                <a:cubicBezTo>
                  <a:pt x="20" y="151"/>
                  <a:pt x="13" y="141"/>
                  <a:pt x="8" y="130"/>
                </a:cubicBezTo>
                <a:cubicBezTo>
                  <a:pt x="3" y="118"/>
                  <a:pt x="0" y="107"/>
                  <a:pt x="0" y="93"/>
                </a:cubicBezTo>
                <a:cubicBezTo>
                  <a:pt x="0" y="81"/>
                  <a:pt x="3" y="69"/>
                  <a:pt x="8" y="58"/>
                </a:cubicBezTo>
                <a:cubicBezTo>
                  <a:pt x="13" y="46"/>
                  <a:pt x="20" y="36"/>
                  <a:pt x="28" y="28"/>
                </a:cubicBezTo>
                <a:cubicBezTo>
                  <a:pt x="37" y="19"/>
                  <a:pt x="47" y="12"/>
                  <a:pt x="58" y="7"/>
                </a:cubicBezTo>
                <a:cubicBezTo>
                  <a:pt x="70" y="3"/>
                  <a:pt x="82" y="0"/>
                  <a:pt x="94" y="0"/>
                </a:cubicBezTo>
                <a:cubicBezTo>
                  <a:pt x="106" y="0"/>
                  <a:pt x="118" y="3"/>
                  <a:pt x="130" y="7"/>
                </a:cubicBezTo>
                <a:cubicBezTo>
                  <a:pt x="141" y="12"/>
                  <a:pt x="151" y="19"/>
                  <a:pt x="160" y="28"/>
                </a:cubicBezTo>
                <a:cubicBezTo>
                  <a:pt x="168" y="36"/>
                  <a:pt x="175" y="46"/>
                  <a:pt x="180" y="58"/>
                </a:cubicBezTo>
                <a:cubicBezTo>
                  <a:pt x="185" y="69"/>
                  <a:pt x="187" y="81"/>
                  <a:pt x="187" y="93"/>
                </a:cubicBezTo>
                <a:close/>
              </a:path>
            </a:pathLst>
          </a:custGeom>
          <a:solidFill>
            <a:srgbClr val="4CD1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" name="任意多邊形 78"/>
          <p:cNvSpPr/>
          <p:nvPr/>
        </p:nvSpPr>
        <p:spPr>
          <a:xfrm>
            <a:off x="1829880" y="5498640"/>
            <a:ext cx="67320" cy="66960"/>
          </a:xfrm>
          <a:custGeom>
            <a:avLst/>
            <a:gdLst/>
            <a:ahLst/>
            <a:cxnLst/>
            <a:rect l="0" t="0" r="r" b="b"/>
            <a:pathLst>
              <a:path w="187" h="186">
                <a:moveTo>
                  <a:pt x="187" y="93"/>
                </a:moveTo>
                <a:cubicBezTo>
                  <a:pt x="187" y="105"/>
                  <a:pt x="185" y="117"/>
                  <a:pt x="180" y="128"/>
                </a:cubicBezTo>
                <a:cubicBezTo>
                  <a:pt x="175" y="139"/>
                  <a:pt x="168" y="149"/>
                  <a:pt x="160" y="158"/>
                </a:cubicBezTo>
                <a:cubicBezTo>
                  <a:pt x="151" y="167"/>
                  <a:pt x="141" y="175"/>
                  <a:pt x="130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2" y="186"/>
                  <a:pt x="70" y="184"/>
                  <a:pt x="58" y="179"/>
                </a:cubicBezTo>
                <a:cubicBezTo>
                  <a:pt x="47" y="175"/>
                  <a:pt x="37" y="167"/>
                  <a:pt x="28" y="158"/>
                </a:cubicBezTo>
                <a:cubicBezTo>
                  <a:pt x="20" y="149"/>
                  <a:pt x="13" y="139"/>
                  <a:pt x="8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0"/>
                  <a:pt x="3" y="68"/>
                  <a:pt x="8" y="57"/>
                </a:cubicBezTo>
                <a:cubicBezTo>
                  <a:pt x="13" y="46"/>
                  <a:pt x="20" y="36"/>
                  <a:pt x="28" y="27"/>
                </a:cubicBezTo>
                <a:cubicBezTo>
                  <a:pt x="37" y="18"/>
                  <a:pt x="47" y="11"/>
                  <a:pt x="58" y="7"/>
                </a:cubicBezTo>
                <a:cubicBezTo>
                  <a:pt x="70" y="2"/>
                  <a:pt x="82" y="0"/>
                  <a:pt x="94" y="0"/>
                </a:cubicBezTo>
                <a:cubicBezTo>
                  <a:pt x="106" y="0"/>
                  <a:pt x="118" y="2"/>
                  <a:pt x="130" y="7"/>
                </a:cubicBezTo>
                <a:cubicBezTo>
                  <a:pt x="141" y="11"/>
                  <a:pt x="151" y="18"/>
                  <a:pt x="160" y="27"/>
                </a:cubicBezTo>
                <a:cubicBezTo>
                  <a:pt x="168" y="36"/>
                  <a:pt x="175" y="46"/>
                  <a:pt x="180" y="57"/>
                </a:cubicBezTo>
                <a:cubicBezTo>
                  <a:pt x="185" y="68"/>
                  <a:pt x="187" y="80"/>
                  <a:pt x="187" y="93"/>
                </a:cubicBezTo>
                <a:close/>
              </a:path>
            </a:pathLst>
          </a:custGeom>
          <a:solidFill>
            <a:srgbClr val="4CD1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" name="任意多邊形 79"/>
          <p:cNvSpPr/>
          <p:nvPr/>
        </p:nvSpPr>
        <p:spPr>
          <a:xfrm>
            <a:off x="1612800" y="1520640"/>
            <a:ext cx="334440" cy="334800"/>
          </a:xfrm>
          <a:custGeom>
            <a:avLst/>
            <a:gdLst/>
            <a:ahLst/>
            <a:cxnLst/>
            <a:rect l="0" t="0" r="r" b="b"/>
            <a:pathLst>
              <a:path w="929" h="930">
                <a:moveTo>
                  <a:pt x="0" y="465"/>
                </a:moveTo>
                <a:cubicBezTo>
                  <a:pt x="0" y="403"/>
                  <a:pt x="11" y="344"/>
                  <a:pt x="35" y="287"/>
                </a:cubicBezTo>
                <a:cubicBezTo>
                  <a:pt x="59" y="230"/>
                  <a:pt x="92" y="180"/>
                  <a:pt x="136" y="136"/>
                </a:cubicBezTo>
                <a:cubicBezTo>
                  <a:pt x="179" y="93"/>
                  <a:pt x="229" y="59"/>
                  <a:pt x="286" y="36"/>
                </a:cubicBezTo>
                <a:cubicBezTo>
                  <a:pt x="343" y="12"/>
                  <a:pt x="402" y="0"/>
                  <a:pt x="464" y="0"/>
                </a:cubicBezTo>
                <a:cubicBezTo>
                  <a:pt x="525" y="0"/>
                  <a:pt x="585" y="12"/>
                  <a:pt x="643" y="36"/>
                </a:cubicBezTo>
                <a:cubicBezTo>
                  <a:pt x="699" y="59"/>
                  <a:pt x="750" y="93"/>
                  <a:pt x="793" y="136"/>
                </a:cubicBezTo>
                <a:cubicBezTo>
                  <a:pt x="837" y="180"/>
                  <a:pt x="870" y="230"/>
                  <a:pt x="894" y="287"/>
                </a:cubicBezTo>
                <a:cubicBezTo>
                  <a:pt x="917" y="344"/>
                  <a:pt x="929" y="403"/>
                  <a:pt x="929" y="465"/>
                </a:cubicBezTo>
                <a:cubicBezTo>
                  <a:pt x="929" y="526"/>
                  <a:pt x="917" y="585"/>
                  <a:pt x="894" y="642"/>
                </a:cubicBezTo>
                <a:cubicBezTo>
                  <a:pt x="870" y="699"/>
                  <a:pt x="837" y="749"/>
                  <a:pt x="793" y="793"/>
                </a:cubicBezTo>
                <a:cubicBezTo>
                  <a:pt x="750" y="836"/>
                  <a:pt x="699" y="870"/>
                  <a:pt x="643" y="894"/>
                </a:cubicBezTo>
                <a:cubicBezTo>
                  <a:pt x="585" y="918"/>
                  <a:pt x="525" y="930"/>
                  <a:pt x="464" y="930"/>
                </a:cubicBezTo>
                <a:cubicBezTo>
                  <a:pt x="402" y="930"/>
                  <a:pt x="343" y="918"/>
                  <a:pt x="286" y="894"/>
                </a:cubicBezTo>
                <a:cubicBezTo>
                  <a:pt x="229" y="870"/>
                  <a:pt x="179" y="836"/>
                  <a:pt x="136" y="793"/>
                </a:cubicBezTo>
                <a:cubicBezTo>
                  <a:pt x="92" y="749"/>
                  <a:pt x="59" y="699"/>
                  <a:pt x="35" y="642"/>
                </a:cubicBezTo>
                <a:cubicBezTo>
                  <a:pt x="11" y="585"/>
                  <a:pt x="0" y="526"/>
                  <a:pt x="0" y="465"/>
                </a:cubicBezTo>
                <a:close/>
              </a:path>
            </a:pathLst>
          </a:custGeom>
          <a:solidFill>
            <a:srgbClr val="4CD137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1" name="任意多邊形 80"/>
          <p:cNvSpPr/>
          <p:nvPr/>
        </p:nvSpPr>
        <p:spPr>
          <a:xfrm>
            <a:off x="1612800" y="1520640"/>
            <a:ext cx="334440" cy="334800"/>
          </a:xfrm>
          <a:custGeom>
            <a:avLst/>
            <a:gdLst/>
            <a:ahLst/>
            <a:cxnLst/>
            <a:rect l="0" t="0" r="r" b="b"/>
            <a:pathLst>
              <a:path w="929" h="930">
                <a:moveTo>
                  <a:pt x="0" y="465"/>
                </a:moveTo>
                <a:cubicBezTo>
                  <a:pt x="0" y="403"/>
                  <a:pt x="11" y="344"/>
                  <a:pt x="35" y="287"/>
                </a:cubicBezTo>
                <a:cubicBezTo>
                  <a:pt x="59" y="230"/>
                  <a:pt x="92" y="180"/>
                  <a:pt x="136" y="136"/>
                </a:cubicBezTo>
                <a:cubicBezTo>
                  <a:pt x="179" y="93"/>
                  <a:pt x="229" y="59"/>
                  <a:pt x="286" y="36"/>
                </a:cubicBezTo>
                <a:cubicBezTo>
                  <a:pt x="343" y="12"/>
                  <a:pt x="402" y="0"/>
                  <a:pt x="464" y="0"/>
                </a:cubicBezTo>
                <a:cubicBezTo>
                  <a:pt x="525" y="0"/>
                  <a:pt x="585" y="12"/>
                  <a:pt x="643" y="36"/>
                </a:cubicBezTo>
                <a:cubicBezTo>
                  <a:pt x="699" y="59"/>
                  <a:pt x="750" y="93"/>
                  <a:pt x="793" y="136"/>
                </a:cubicBezTo>
                <a:cubicBezTo>
                  <a:pt x="837" y="180"/>
                  <a:pt x="870" y="230"/>
                  <a:pt x="894" y="287"/>
                </a:cubicBezTo>
                <a:cubicBezTo>
                  <a:pt x="917" y="344"/>
                  <a:pt x="929" y="403"/>
                  <a:pt x="929" y="465"/>
                </a:cubicBezTo>
                <a:cubicBezTo>
                  <a:pt x="929" y="526"/>
                  <a:pt x="917" y="585"/>
                  <a:pt x="894" y="642"/>
                </a:cubicBezTo>
                <a:cubicBezTo>
                  <a:pt x="870" y="699"/>
                  <a:pt x="837" y="749"/>
                  <a:pt x="793" y="793"/>
                </a:cubicBezTo>
                <a:cubicBezTo>
                  <a:pt x="750" y="836"/>
                  <a:pt x="699" y="870"/>
                  <a:pt x="643" y="894"/>
                </a:cubicBezTo>
                <a:cubicBezTo>
                  <a:pt x="585" y="918"/>
                  <a:pt x="525" y="930"/>
                  <a:pt x="464" y="930"/>
                </a:cubicBezTo>
                <a:cubicBezTo>
                  <a:pt x="402" y="930"/>
                  <a:pt x="343" y="918"/>
                  <a:pt x="286" y="894"/>
                </a:cubicBezTo>
                <a:cubicBezTo>
                  <a:pt x="229" y="870"/>
                  <a:pt x="179" y="836"/>
                  <a:pt x="136" y="793"/>
                </a:cubicBezTo>
                <a:cubicBezTo>
                  <a:pt x="92" y="749"/>
                  <a:pt x="59" y="699"/>
                  <a:pt x="35" y="642"/>
                </a:cubicBezTo>
                <a:cubicBezTo>
                  <a:pt x="11" y="585"/>
                  <a:pt x="0" y="526"/>
                  <a:pt x="0" y="465"/>
                </a:cubicBezTo>
                <a:moveTo>
                  <a:pt x="464" y="23"/>
                </a:moveTo>
                <a:cubicBezTo>
                  <a:pt x="435" y="23"/>
                  <a:pt x="406" y="26"/>
                  <a:pt x="378" y="32"/>
                </a:cubicBezTo>
                <a:cubicBezTo>
                  <a:pt x="349" y="38"/>
                  <a:pt x="322" y="46"/>
                  <a:pt x="295" y="57"/>
                </a:cubicBezTo>
                <a:cubicBezTo>
                  <a:pt x="268" y="68"/>
                  <a:pt x="243" y="82"/>
                  <a:pt x="219" y="98"/>
                </a:cubicBezTo>
                <a:cubicBezTo>
                  <a:pt x="195" y="114"/>
                  <a:pt x="172" y="132"/>
                  <a:pt x="152" y="153"/>
                </a:cubicBezTo>
                <a:cubicBezTo>
                  <a:pt x="132" y="173"/>
                  <a:pt x="113" y="195"/>
                  <a:pt x="97" y="220"/>
                </a:cubicBezTo>
                <a:cubicBezTo>
                  <a:pt x="81" y="244"/>
                  <a:pt x="67" y="269"/>
                  <a:pt x="56" y="296"/>
                </a:cubicBezTo>
                <a:cubicBezTo>
                  <a:pt x="45" y="323"/>
                  <a:pt x="37" y="350"/>
                  <a:pt x="31" y="378"/>
                </a:cubicBezTo>
                <a:cubicBezTo>
                  <a:pt x="26" y="407"/>
                  <a:pt x="23" y="436"/>
                  <a:pt x="23" y="465"/>
                </a:cubicBezTo>
                <a:cubicBezTo>
                  <a:pt x="23" y="493"/>
                  <a:pt x="26" y="522"/>
                  <a:pt x="31" y="551"/>
                </a:cubicBezTo>
                <a:cubicBezTo>
                  <a:pt x="37" y="579"/>
                  <a:pt x="45" y="607"/>
                  <a:pt x="56" y="633"/>
                </a:cubicBezTo>
                <a:cubicBezTo>
                  <a:pt x="67" y="660"/>
                  <a:pt x="81" y="685"/>
                  <a:pt x="97" y="710"/>
                </a:cubicBezTo>
                <a:cubicBezTo>
                  <a:pt x="113" y="734"/>
                  <a:pt x="132" y="756"/>
                  <a:pt x="152" y="776"/>
                </a:cubicBezTo>
                <a:cubicBezTo>
                  <a:pt x="172" y="797"/>
                  <a:pt x="195" y="815"/>
                  <a:pt x="219" y="831"/>
                </a:cubicBezTo>
                <a:cubicBezTo>
                  <a:pt x="243" y="847"/>
                  <a:pt x="268" y="861"/>
                  <a:pt x="295" y="872"/>
                </a:cubicBezTo>
                <a:cubicBezTo>
                  <a:pt x="322" y="884"/>
                  <a:pt x="349" y="892"/>
                  <a:pt x="378" y="898"/>
                </a:cubicBezTo>
                <a:cubicBezTo>
                  <a:pt x="406" y="904"/>
                  <a:pt x="435" y="907"/>
                  <a:pt x="464" y="907"/>
                </a:cubicBezTo>
                <a:cubicBezTo>
                  <a:pt x="493" y="907"/>
                  <a:pt x="522" y="904"/>
                  <a:pt x="550" y="898"/>
                </a:cubicBezTo>
                <a:cubicBezTo>
                  <a:pt x="578" y="892"/>
                  <a:pt x="606" y="884"/>
                  <a:pt x="634" y="872"/>
                </a:cubicBezTo>
                <a:cubicBezTo>
                  <a:pt x="660" y="861"/>
                  <a:pt x="686" y="847"/>
                  <a:pt x="710" y="831"/>
                </a:cubicBezTo>
                <a:cubicBezTo>
                  <a:pt x="734" y="815"/>
                  <a:pt x="756" y="797"/>
                  <a:pt x="777" y="776"/>
                </a:cubicBezTo>
                <a:cubicBezTo>
                  <a:pt x="797" y="756"/>
                  <a:pt x="816" y="734"/>
                  <a:pt x="832" y="710"/>
                </a:cubicBezTo>
                <a:cubicBezTo>
                  <a:pt x="848" y="685"/>
                  <a:pt x="861" y="660"/>
                  <a:pt x="872" y="633"/>
                </a:cubicBezTo>
                <a:cubicBezTo>
                  <a:pt x="883" y="607"/>
                  <a:pt x="892" y="579"/>
                  <a:pt x="897" y="551"/>
                </a:cubicBezTo>
                <a:cubicBezTo>
                  <a:pt x="903" y="522"/>
                  <a:pt x="906" y="493"/>
                  <a:pt x="906" y="465"/>
                </a:cubicBezTo>
                <a:cubicBezTo>
                  <a:pt x="906" y="436"/>
                  <a:pt x="903" y="407"/>
                  <a:pt x="897" y="378"/>
                </a:cubicBezTo>
                <a:cubicBezTo>
                  <a:pt x="892" y="350"/>
                  <a:pt x="883" y="323"/>
                  <a:pt x="872" y="296"/>
                </a:cubicBezTo>
                <a:cubicBezTo>
                  <a:pt x="861" y="269"/>
                  <a:pt x="848" y="244"/>
                  <a:pt x="832" y="220"/>
                </a:cubicBezTo>
                <a:cubicBezTo>
                  <a:pt x="816" y="195"/>
                  <a:pt x="797" y="173"/>
                  <a:pt x="777" y="153"/>
                </a:cubicBezTo>
                <a:cubicBezTo>
                  <a:pt x="756" y="132"/>
                  <a:pt x="734" y="114"/>
                  <a:pt x="710" y="98"/>
                </a:cubicBezTo>
                <a:cubicBezTo>
                  <a:pt x="686" y="82"/>
                  <a:pt x="660" y="68"/>
                  <a:pt x="634" y="57"/>
                </a:cubicBezTo>
                <a:cubicBezTo>
                  <a:pt x="606" y="46"/>
                  <a:pt x="578" y="38"/>
                  <a:pt x="550" y="32"/>
                </a:cubicBezTo>
                <a:cubicBezTo>
                  <a:pt x="522" y="26"/>
                  <a:pt x="493" y="23"/>
                  <a:pt x="464" y="23"/>
                </a:cubicBezTo>
                <a:close/>
              </a:path>
            </a:pathLst>
          </a:custGeom>
          <a:solidFill>
            <a:srgbClr val="4CD137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2" name="文字框 81"/>
          <p:cNvSpPr txBox="1"/>
          <p:nvPr/>
        </p:nvSpPr>
        <p:spPr>
          <a:xfrm>
            <a:off x="5866560" y="5319720"/>
            <a:ext cx="21466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探讨稳定币与数字人民币的互操作性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3" name="文字框 82"/>
          <p:cNvSpPr txBox="1"/>
          <p:nvPr/>
        </p:nvSpPr>
        <p:spPr>
          <a:xfrm>
            <a:off x="1733400" y="160560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1" u="none" strike="noStrike">
                <a:solidFill>
                  <a:srgbClr val="4CD137"/>
                </a:solidFill>
                <a:effectLst/>
                <a:uFillTx/>
                <a:latin typeface="DejaVuSans"/>
                <a:ea typeface="DejaVuSans"/>
              </a:rPr>
              <a:t>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84" name="圖片 83"/>
          <p:cNvPicPr/>
          <p:nvPr/>
        </p:nvPicPr>
        <p:blipFill>
          <a:blip r:embed="rId3"/>
          <a:stretch>
            <a:fillRect/>
          </a:stretch>
        </p:blipFill>
        <p:spPr>
          <a:xfrm>
            <a:off x="2080800" y="198036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文字框 84"/>
          <p:cNvSpPr txBox="1"/>
          <p:nvPr/>
        </p:nvSpPr>
        <p:spPr>
          <a:xfrm>
            <a:off x="2047320" y="1561680"/>
            <a:ext cx="100656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稳定币概述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6" name="文字框 85"/>
          <p:cNvSpPr txBox="1"/>
          <p:nvPr/>
        </p:nvSpPr>
        <p:spPr>
          <a:xfrm>
            <a:off x="2281320" y="197352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7" name="任意多邊形 86"/>
          <p:cNvSpPr/>
          <p:nvPr/>
        </p:nvSpPr>
        <p:spPr>
          <a:xfrm>
            <a:off x="1612800" y="2423160"/>
            <a:ext cx="334440" cy="334800"/>
          </a:xfrm>
          <a:custGeom>
            <a:avLst/>
            <a:gdLst/>
            <a:ahLst/>
            <a:cxnLst/>
            <a:rect l="0" t="0" r="r" b="b"/>
            <a:pathLst>
              <a:path w="929" h="930">
                <a:moveTo>
                  <a:pt x="0" y="466"/>
                </a:moveTo>
                <a:cubicBezTo>
                  <a:pt x="0" y="404"/>
                  <a:pt x="11" y="345"/>
                  <a:pt x="35" y="288"/>
                </a:cubicBezTo>
                <a:cubicBezTo>
                  <a:pt x="59" y="231"/>
                  <a:pt x="92" y="180"/>
                  <a:pt x="136" y="136"/>
                </a:cubicBezTo>
                <a:cubicBezTo>
                  <a:pt x="179" y="93"/>
                  <a:pt x="229" y="59"/>
                  <a:pt x="286" y="36"/>
                </a:cubicBezTo>
                <a:cubicBezTo>
                  <a:pt x="343" y="12"/>
                  <a:pt x="402" y="0"/>
                  <a:pt x="464" y="0"/>
                </a:cubicBezTo>
                <a:cubicBezTo>
                  <a:pt x="525" y="0"/>
                  <a:pt x="585" y="12"/>
                  <a:pt x="643" y="36"/>
                </a:cubicBezTo>
                <a:cubicBezTo>
                  <a:pt x="699" y="59"/>
                  <a:pt x="750" y="93"/>
                  <a:pt x="793" y="136"/>
                </a:cubicBezTo>
                <a:cubicBezTo>
                  <a:pt x="837" y="180"/>
                  <a:pt x="870" y="231"/>
                  <a:pt x="894" y="288"/>
                </a:cubicBezTo>
                <a:cubicBezTo>
                  <a:pt x="917" y="345"/>
                  <a:pt x="929" y="404"/>
                  <a:pt x="929" y="466"/>
                </a:cubicBezTo>
                <a:cubicBezTo>
                  <a:pt x="929" y="527"/>
                  <a:pt x="917" y="586"/>
                  <a:pt x="894" y="643"/>
                </a:cubicBezTo>
                <a:cubicBezTo>
                  <a:pt x="870" y="700"/>
                  <a:pt x="837" y="750"/>
                  <a:pt x="793" y="794"/>
                </a:cubicBezTo>
                <a:cubicBezTo>
                  <a:pt x="750" y="837"/>
                  <a:pt x="699" y="871"/>
                  <a:pt x="643" y="894"/>
                </a:cubicBezTo>
                <a:cubicBezTo>
                  <a:pt x="585" y="918"/>
                  <a:pt x="525" y="930"/>
                  <a:pt x="464" y="930"/>
                </a:cubicBezTo>
                <a:cubicBezTo>
                  <a:pt x="402" y="930"/>
                  <a:pt x="343" y="918"/>
                  <a:pt x="286" y="894"/>
                </a:cubicBezTo>
                <a:cubicBezTo>
                  <a:pt x="229" y="871"/>
                  <a:pt x="179" y="837"/>
                  <a:pt x="136" y="794"/>
                </a:cubicBezTo>
                <a:cubicBezTo>
                  <a:pt x="92" y="750"/>
                  <a:pt x="59" y="700"/>
                  <a:pt x="35" y="643"/>
                </a:cubicBezTo>
                <a:cubicBezTo>
                  <a:pt x="11" y="586"/>
                  <a:pt x="0" y="527"/>
                  <a:pt x="0" y="466"/>
                </a:cubicBezTo>
                <a:close/>
              </a:path>
            </a:pathLst>
          </a:custGeom>
          <a:solidFill>
            <a:srgbClr val="4CD137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8" name="任意多邊形 87"/>
          <p:cNvSpPr/>
          <p:nvPr/>
        </p:nvSpPr>
        <p:spPr>
          <a:xfrm>
            <a:off x="1612800" y="2423160"/>
            <a:ext cx="334440" cy="334800"/>
          </a:xfrm>
          <a:custGeom>
            <a:avLst/>
            <a:gdLst/>
            <a:ahLst/>
            <a:cxnLst/>
            <a:rect l="0" t="0" r="r" b="b"/>
            <a:pathLst>
              <a:path w="929" h="930">
                <a:moveTo>
                  <a:pt x="0" y="466"/>
                </a:moveTo>
                <a:cubicBezTo>
                  <a:pt x="0" y="404"/>
                  <a:pt x="11" y="345"/>
                  <a:pt x="35" y="288"/>
                </a:cubicBezTo>
                <a:cubicBezTo>
                  <a:pt x="59" y="231"/>
                  <a:pt x="92" y="180"/>
                  <a:pt x="136" y="136"/>
                </a:cubicBezTo>
                <a:cubicBezTo>
                  <a:pt x="179" y="93"/>
                  <a:pt x="229" y="59"/>
                  <a:pt x="286" y="36"/>
                </a:cubicBezTo>
                <a:cubicBezTo>
                  <a:pt x="343" y="12"/>
                  <a:pt x="402" y="0"/>
                  <a:pt x="464" y="0"/>
                </a:cubicBezTo>
                <a:cubicBezTo>
                  <a:pt x="525" y="0"/>
                  <a:pt x="585" y="12"/>
                  <a:pt x="643" y="36"/>
                </a:cubicBezTo>
                <a:cubicBezTo>
                  <a:pt x="699" y="59"/>
                  <a:pt x="750" y="93"/>
                  <a:pt x="793" y="136"/>
                </a:cubicBezTo>
                <a:cubicBezTo>
                  <a:pt x="837" y="180"/>
                  <a:pt x="870" y="231"/>
                  <a:pt x="894" y="288"/>
                </a:cubicBezTo>
                <a:cubicBezTo>
                  <a:pt x="917" y="345"/>
                  <a:pt x="929" y="404"/>
                  <a:pt x="929" y="466"/>
                </a:cubicBezTo>
                <a:cubicBezTo>
                  <a:pt x="929" y="527"/>
                  <a:pt x="917" y="586"/>
                  <a:pt x="894" y="643"/>
                </a:cubicBezTo>
                <a:cubicBezTo>
                  <a:pt x="870" y="700"/>
                  <a:pt x="837" y="750"/>
                  <a:pt x="793" y="794"/>
                </a:cubicBezTo>
                <a:cubicBezTo>
                  <a:pt x="750" y="837"/>
                  <a:pt x="699" y="871"/>
                  <a:pt x="643" y="894"/>
                </a:cubicBezTo>
                <a:cubicBezTo>
                  <a:pt x="585" y="918"/>
                  <a:pt x="525" y="930"/>
                  <a:pt x="464" y="930"/>
                </a:cubicBezTo>
                <a:cubicBezTo>
                  <a:pt x="402" y="930"/>
                  <a:pt x="343" y="918"/>
                  <a:pt x="286" y="894"/>
                </a:cubicBezTo>
                <a:cubicBezTo>
                  <a:pt x="229" y="871"/>
                  <a:pt x="179" y="837"/>
                  <a:pt x="136" y="794"/>
                </a:cubicBezTo>
                <a:cubicBezTo>
                  <a:pt x="92" y="750"/>
                  <a:pt x="59" y="700"/>
                  <a:pt x="35" y="643"/>
                </a:cubicBezTo>
                <a:cubicBezTo>
                  <a:pt x="11" y="586"/>
                  <a:pt x="0" y="527"/>
                  <a:pt x="0" y="466"/>
                </a:cubicBezTo>
                <a:moveTo>
                  <a:pt x="464" y="23"/>
                </a:moveTo>
                <a:cubicBezTo>
                  <a:pt x="435" y="23"/>
                  <a:pt x="406" y="26"/>
                  <a:pt x="378" y="32"/>
                </a:cubicBezTo>
                <a:cubicBezTo>
                  <a:pt x="349" y="38"/>
                  <a:pt x="322" y="46"/>
                  <a:pt x="295" y="57"/>
                </a:cubicBezTo>
                <a:cubicBezTo>
                  <a:pt x="268" y="68"/>
                  <a:pt x="243" y="82"/>
                  <a:pt x="219" y="98"/>
                </a:cubicBezTo>
                <a:cubicBezTo>
                  <a:pt x="195" y="114"/>
                  <a:pt x="172" y="132"/>
                  <a:pt x="152" y="153"/>
                </a:cubicBezTo>
                <a:cubicBezTo>
                  <a:pt x="132" y="173"/>
                  <a:pt x="113" y="195"/>
                  <a:pt x="97" y="220"/>
                </a:cubicBezTo>
                <a:cubicBezTo>
                  <a:pt x="81" y="245"/>
                  <a:pt x="67" y="270"/>
                  <a:pt x="56" y="297"/>
                </a:cubicBezTo>
                <a:cubicBezTo>
                  <a:pt x="45" y="324"/>
                  <a:pt x="37" y="351"/>
                  <a:pt x="31" y="380"/>
                </a:cubicBezTo>
                <a:cubicBezTo>
                  <a:pt x="26" y="408"/>
                  <a:pt x="23" y="437"/>
                  <a:pt x="23" y="466"/>
                </a:cubicBezTo>
                <a:cubicBezTo>
                  <a:pt x="23" y="495"/>
                  <a:pt x="26" y="523"/>
                  <a:pt x="31" y="552"/>
                </a:cubicBezTo>
                <a:cubicBezTo>
                  <a:pt x="37" y="580"/>
                  <a:pt x="45" y="608"/>
                  <a:pt x="56" y="634"/>
                </a:cubicBezTo>
                <a:cubicBezTo>
                  <a:pt x="67" y="661"/>
                  <a:pt x="81" y="686"/>
                  <a:pt x="97" y="711"/>
                </a:cubicBezTo>
                <a:cubicBezTo>
                  <a:pt x="113" y="735"/>
                  <a:pt x="132" y="757"/>
                  <a:pt x="152" y="777"/>
                </a:cubicBezTo>
                <a:cubicBezTo>
                  <a:pt x="172" y="798"/>
                  <a:pt x="195" y="816"/>
                  <a:pt x="219" y="832"/>
                </a:cubicBezTo>
                <a:cubicBezTo>
                  <a:pt x="243" y="848"/>
                  <a:pt x="268" y="862"/>
                  <a:pt x="295" y="873"/>
                </a:cubicBezTo>
                <a:cubicBezTo>
                  <a:pt x="322" y="884"/>
                  <a:pt x="349" y="892"/>
                  <a:pt x="378" y="898"/>
                </a:cubicBezTo>
                <a:cubicBezTo>
                  <a:pt x="406" y="904"/>
                  <a:pt x="435" y="907"/>
                  <a:pt x="464" y="907"/>
                </a:cubicBezTo>
                <a:cubicBezTo>
                  <a:pt x="493" y="907"/>
                  <a:pt x="522" y="904"/>
                  <a:pt x="550" y="898"/>
                </a:cubicBezTo>
                <a:cubicBezTo>
                  <a:pt x="578" y="892"/>
                  <a:pt x="606" y="884"/>
                  <a:pt x="634" y="873"/>
                </a:cubicBezTo>
                <a:cubicBezTo>
                  <a:pt x="660" y="862"/>
                  <a:pt x="686" y="848"/>
                  <a:pt x="710" y="832"/>
                </a:cubicBezTo>
                <a:cubicBezTo>
                  <a:pt x="734" y="816"/>
                  <a:pt x="756" y="798"/>
                  <a:pt x="777" y="777"/>
                </a:cubicBezTo>
                <a:cubicBezTo>
                  <a:pt x="797" y="757"/>
                  <a:pt x="816" y="735"/>
                  <a:pt x="832" y="711"/>
                </a:cubicBezTo>
                <a:cubicBezTo>
                  <a:pt x="848" y="686"/>
                  <a:pt x="861" y="661"/>
                  <a:pt x="872" y="634"/>
                </a:cubicBezTo>
                <a:cubicBezTo>
                  <a:pt x="883" y="608"/>
                  <a:pt x="892" y="580"/>
                  <a:pt x="897" y="552"/>
                </a:cubicBezTo>
                <a:cubicBezTo>
                  <a:pt x="903" y="523"/>
                  <a:pt x="906" y="495"/>
                  <a:pt x="906" y="466"/>
                </a:cubicBezTo>
                <a:cubicBezTo>
                  <a:pt x="906" y="437"/>
                  <a:pt x="903" y="408"/>
                  <a:pt x="897" y="380"/>
                </a:cubicBezTo>
                <a:cubicBezTo>
                  <a:pt x="892" y="351"/>
                  <a:pt x="883" y="324"/>
                  <a:pt x="872" y="297"/>
                </a:cubicBezTo>
                <a:cubicBezTo>
                  <a:pt x="861" y="270"/>
                  <a:pt x="848" y="245"/>
                  <a:pt x="832" y="220"/>
                </a:cubicBezTo>
                <a:cubicBezTo>
                  <a:pt x="816" y="195"/>
                  <a:pt x="797" y="173"/>
                  <a:pt x="777" y="153"/>
                </a:cubicBezTo>
                <a:cubicBezTo>
                  <a:pt x="756" y="132"/>
                  <a:pt x="734" y="114"/>
                  <a:pt x="710" y="98"/>
                </a:cubicBezTo>
                <a:cubicBezTo>
                  <a:pt x="686" y="82"/>
                  <a:pt x="660" y="68"/>
                  <a:pt x="634" y="57"/>
                </a:cubicBezTo>
                <a:cubicBezTo>
                  <a:pt x="606" y="46"/>
                  <a:pt x="578" y="38"/>
                  <a:pt x="550" y="32"/>
                </a:cubicBezTo>
                <a:cubicBezTo>
                  <a:pt x="522" y="26"/>
                  <a:pt x="493" y="23"/>
                  <a:pt x="464" y="23"/>
                </a:cubicBezTo>
                <a:close/>
              </a:path>
            </a:pathLst>
          </a:custGeom>
          <a:solidFill>
            <a:srgbClr val="4CD137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9" name="文字框 88"/>
          <p:cNvSpPr txBox="1"/>
          <p:nvPr/>
        </p:nvSpPr>
        <p:spPr>
          <a:xfrm>
            <a:off x="2323800" y="1968840"/>
            <a:ext cx="12078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稳定币的定义与价值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0" name="文字框 89"/>
          <p:cNvSpPr txBox="1"/>
          <p:nvPr/>
        </p:nvSpPr>
        <p:spPr>
          <a:xfrm>
            <a:off x="1733400" y="250812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1" u="none" strike="noStrike">
                <a:solidFill>
                  <a:srgbClr val="4CD137"/>
                </a:solidFill>
                <a:effectLst/>
                <a:uFillTx/>
                <a:latin typeface="DejaVuSans"/>
                <a:ea typeface="DejaVuSans"/>
              </a:rPr>
              <a:t>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91" name="圖片 90"/>
          <p:cNvPicPr/>
          <p:nvPr/>
        </p:nvPicPr>
        <p:blipFill>
          <a:blip r:embed="rId4"/>
          <a:stretch>
            <a:fillRect/>
          </a:stretch>
        </p:blipFill>
        <p:spPr>
          <a:xfrm>
            <a:off x="2080800" y="288324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文字框 91"/>
          <p:cNvSpPr txBox="1"/>
          <p:nvPr/>
        </p:nvSpPr>
        <p:spPr>
          <a:xfrm>
            <a:off x="2047320" y="2464200"/>
            <a:ext cx="14090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主流稳定币分析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3" name="文字框 92"/>
          <p:cNvSpPr txBox="1"/>
          <p:nvPr/>
        </p:nvSpPr>
        <p:spPr>
          <a:xfrm>
            <a:off x="2281320" y="2876040"/>
            <a:ext cx="10414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USDT (Tether)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94" name="圖片 93"/>
          <p:cNvPicPr/>
          <p:nvPr/>
        </p:nvPicPr>
        <p:blipFill>
          <a:blip r:embed="rId5"/>
          <a:stretch>
            <a:fillRect/>
          </a:stretch>
        </p:blipFill>
        <p:spPr>
          <a:xfrm>
            <a:off x="2080800" y="315036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文字框 94"/>
          <p:cNvSpPr txBox="1"/>
          <p:nvPr/>
        </p:nvSpPr>
        <p:spPr>
          <a:xfrm>
            <a:off x="3296160" y="2871360"/>
            <a:ext cx="268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详解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6" name="文字框 95"/>
          <p:cNvSpPr txBox="1"/>
          <p:nvPr/>
        </p:nvSpPr>
        <p:spPr>
          <a:xfrm>
            <a:off x="2281320" y="3143520"/>
            <a:ext cx="12405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USDC (USD Coin)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97" name="圖片 96"/>
          <p:cNvPicPr/>
          <p:nvPr/>
        </p:nvPicPr>
        <p:blipFill>
          <a:blip r:embed="rId6"/>
          <a:stretch>
            <a:fillRect/>
          </a:stretch>
        </p:blipFill>
        <p:spPr>
          <a:xfrm>
            <a:off x="2080800" y="341784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文字框 97"/>
          <p:cNvSpPr txBox="1"/>
          <p:nvPr/>
        </p:nvSpPr>
        <p:spPr>
          <a:xfrm>
            <a:off x="3517560" y="3138840"/>
            <a:ext cx="268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剖析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9" name="文字框 98"/>
          <p:cNvSpPr txBox="1"/>
          <p:nvPr/>
        </p:nvSpPr>
        <p:spPr>
          <a:xfrm>
            <a:off x="2281320" y="341064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0" name="任意多邊形 99"/>
          <p:cNvSpPr/>
          <p:nvPr/>
        </p:nvSpPr>
        <p:spPr>
          <a:xfrm>
            <a:off x="1612800" y="3860640"/>
            <a:ext cx="334440" cy="334440"/>
          </a:xfrm>
          <a:custGeom>
            <a:avLst/>
            <a:gdLst/>
            <a:ahLst/>
            <a:cxnLst/>
            <a:rect l="0" t="0" r="r" b="b"/>
            <a:pathLst>
              <a:path w="929" h="929">
                <a:moveTo>
                  <a:pt x="0" y="464"/>
                </a:moveTo>
                <a:cubicBezTo>
                  <a:pt x="0" y="403"/>
                  <a:pt x="11" y="343"/>
                  <a:pt x="35" y="287"/>
                </a:cubicBezTo>
                <a:cubicBezTo>
                  <a:pt x="59" y="230"/>
                  <a:pt x="92" y="179"/>
                  <a:pt x="136" y="136"/>
                </a:cubicBezTo>
                <a:cubicBezTo>
                  <a:pt x="179" y="92"/>
                  <a:pt x="229" y="59"/>
                  <a:pt x="286" y="35"/>
                </a:cubicBezTo>
                <a:cubicBezTo>
                  <a:pt x="343" y="12"/>
                  <a:pt x="402" y="0"/>
                  <a:pt x="464" y="0"/>
                </a:cubicBezTo>
                <a:cubicBezTo>
                  <a:pt x="525" y="0"/>
                  <a:pt x="585" y="12"/>
                  <a:pt x="643" y="35"/>
                </a:cubicBezTo>
                <a:cubicBezTo>
                  <a:pt x="699" y="59"/>
                  <a:pt x="750" y="92"/>
                  <a:pt x="793" y="136"/>
                </a:cubicBezTo>
                <a:cubicBezTo>
                  <a:pt x="837" y="179"/>
                  <a:pt x="870" y="230"/>
                  <a:pt x="894" y="287"/>
                </a:cubicBezTo>
                <a:cubicBezTo>
                  <a:pt x="917" y="343"/>
                  <a:pt x="929" y="403"/>
                  <a:pt x="929" y="464"/>
                </a:cubicBezTo>
                <a:cubicBezTo>
                  <a:pt x="929" y="526"/>
                  <a:pt x="917" y="585"/>
                  <a:pt x="894" y="642"/>
                </a:cubicBezTo>
                <a:cubicBezTo>
                  <a:pt x="870" y="699"/>
                  <a:pt x="837" y="749"/>
                  <a:pt x="793" y="792"/>
                </a:cubicBezTo>
                <a:cubicBezTo>
                  <a:pt x="750" y="836"/>
                  <a:pt x="699" y="870"/>
                  <a:pt x="643" y="894"/>
                </a:cubicBezTo>
                <a:cubicBezTo>
                  <a:pt x="585" y="918"/>
                  <a:pt x="525" y="929"/>
                  <a:pt x="464" y="929"/>
                </a:cubicBezTo>
                <a:cubicBezTo>
                  <a:pt x="402" y="929"/>
                  <a:pt x="343" y="918"/>
                  <a:pt x="286" y="894"/>
                </a:cubicBezTo>
                <a:cubicBezTo>
                  <a:pt x="229" y="870"/>
                  <a:pt x="179" y="836"/>
                  <a:pt x="136" y="792"/>
                </a:cubicBezTo>
                <a:cubicBezTo>
                  <a:pt x="92" y="749"/>
                  <a:pt x="59" y="699"/>
                  <a:pt x="35" y="642"/>
                </a:cubicBezTo>
                <a:cubicBezTo>
                  <a:pt x="11" y="585"/>
                  <a:pt x="0" y="526"/>
                  <a:pt x="0" y="464"/>
                </a:cubicBezTo>
                <a:close/>
              </a:path>
            </a:pathLst>
          </a:custGeom>
          <a:solidFill>
            <a:srgbClr val="4CD137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1" name="任意多邊形 100"/>
          <p:cNvSpPr/>
          <p:nvPr/>
        </p:nvSpPr>
        <p:spPr>
          <a:xfrm>
            <a:off x="1612800" y="3860640"/>
            <a:ext cx="334440" cy="334440"/>
          </a:xfrm>
          <a:custGeom>
            <a:avLst/>
            <a:gdLst/>
            <a:ahLst/>
            <a:cxnLst/>
            <a:rect l="0" t="0" r="r" b="b"/>
            <a:pathLst>
              <a:path w="929" h="929">
                <a:moveTo>
                  <a:pt x="0" y="464"/>
                </a:moveTo>
                <a:cubicBezTo>
                  <a:pt x="0" y="403"/>
                  <a:pt x="11" y="343"/>
                  <a:pt x="35" y="287"/>
                </a:cubicBezTo>
                <a:cubicBezTo>
                  <a:pt x="59" y="230"/>
                  <a:pt x="92" y="179"/>
                  <a:pt x="136" y="136"/>
                </a:cubicBezTo>
                <a:cubicBezTo>
                  <a:pt x="179" y="92"/>
                  <a:pt x="229" y="59"/>
                  <a:pt x="286" y="35"/>
                </a:cubicBezTo>
                <a:cubicBezTo>
                  <a:pt x="343" y="12"/>
                  <a:pt x="402" y="0"/>
                  <a:pt x="464" y="0"/>
                </a:cubicBezTo>
                <a:cubicBezTo>
                  <a:pt x="525" y="0"/>
                  <a:pt x="585" y="12"/>
                  <a:pt x="643" y="35"/>
                </a:cubicBezTo>
                <a:cubicBezTo>
                  <a:pt x="699" y="59"/>
                  <a:pt x="750" y="92"/>
                  <a:pt x="793" y="136"/>
                </a:cubicBezTo>
                <a:cubicBezTo>
                  <a:pt x="837" y="179"/>
                  <a:pt x="870" y="230"/>
                  <a:pt x="894" y="287"/>
                </a:cubicBezTo>
                <a:cubicBezTo>
                  <a:pt x="917" y="343"/>
                  <a:pt x="929" y="403"/>
                  <a:pt x="929" y="464"/>
                </a:cubicBezTo>
                <a:cubicBezTo>
                  <a:pt x="929" y="526"/>
                  <a:pt x="917" y="585"/>
                  <a:pt x="894" y="642"/>
                </a:cubicBezTo>
                <a:cubicBezTo>
                  <a:pt x="870" y="699"/>
                  <a:pt x="837" y="749"/>
                  <a:pt x="793" y="792"/>
                </a:cubicBezTo>
                <a:cubicBezTo>
                  <a:pt x="750" y="836"/>
                  <a:pt x="699" y="870"/>
                  <a:pt x="643" y="894"/>
                </a:cubicBezTo>
                <a:cubicBezTo>
                  <a:pt x="585" y="918"/>
                  <a:pt x="525" y="929"/>
                  <a:pt x="464" y="929"/>
                </a:cubicBezTo>
                <a:cubicBezTo>
                  <a:pt x="402" y="929"/>
                  <a:pt x="343" y="918"/>
                  <a:pt x="286" y="894"/>
                </a:cubicBezTo>
                <a:cubicBezTo>
                  <a:pt x="229" y="870"/>
                  <a:pt x="179" y="836"/>
                  <a:pt x="136" y="792"/>
                </a:cubicBezTo>
                <a:cubicBezTo>
                  <a:pt x="92" y="749"/>
                  <a:pt x="59" y="699"/>
                  <a:pt x="35" y="642"/>
                </a:cubicBezTo>
                <a:cubicBezTo>
                  <a:pt x="11" y="585"/>
                  <a:pt x="0" y="526"/>
                  <a:pt x="0" y="464"/>
                </a:cubicBezTo>
                <a:moveTo>
                  <a:pt x="464" y="23"/>
                </a:moveTo>
                <a:cubicBezTo>
                  <a:pt x="435" y="23"/>
                  <a:pt x="406" y="26"/>
                  <a:pt x="378" y="32"/>
                </a:cubicBezTo>
                <a:cubicBezTo>
                  <a:pt x="349" y="37"/>
                  <a:pt x="322" y="46"/>
                  <a:pt x="295" y="57"/>
                </a:cubicBezTo>
                <a:cubicBezTo>
                  <a:pt x="268" y="68"/>
                  <a:pt x="243" y="81"/>
                  <a:pt x="219" y="97"/>
                </a:cubicBezTo>
                <a:cubicBezTo>
                  <a:pt x="195" y="114"/>
                  <a:pt x="172" y="132"/>
                  <a:pt x="152" y="152"/>
                </a:cubicBezTo>
                <a:cubicBezTo>
                  <a:pt x="132" y="173"/>
                  <a:pt x="113" y="195"/>
                  <a:pt x="97" y="219"/>
                </a:cubicBezTo>
                <a:cubicBezTo>
                  <a:pt x="81" y="243"/>
                  <a:pt x="67" y="269"/>
                  <a:pt x="56" y="295"/>
                </a:cubicBezTo>
                <a:cubicBezTo>
                  <a:pt x="45" y="322"/>
                  <a:pt x="37" y="350"/>
                  <a:pt x="31" y="378"/>
                </a:cubicBezTo>
                <a:cubicBezTo>
                  <a:pt x="26" y="407"/>
                  <a:pt x="23" y="435"/>
                  <a:pt x="23" y="464"/>
                </a:cubicBezTo>
                <a:cubicBezTo>
                  <a:pt x="23" y="493"/>
                  <a:pt x="26" y="522"/>
                  <a:pt x="31" y="550"/>
                </a:cubicBezTo>
                <a:cubicBezTo>
                  <a:pt x="37" y="579"/>
                  <a:pt x="45" y="606"/>
                  <a:pt x="56" y="633"/>
                </a:cubicBezTo>
                <a:cubicBezTo>
                  <a:pt x="67" y="660"/>
                  <a:pt x="81" y="685"/>
                  <a:pt x="97" y="709"/>
                </a:cubicBezTo>
                <a:cubicBezTo>
                  <a:pt x="113" y="733"/>
                  <a:pt x="132" y="756"/>
                  <a:pt x="152" y="776"/>
                </a:cubicBezTo>
                <a:cubicBezTo>
                  <a:pt x="172" y="797"/>
                  <a:pt x="195" y="815"/>
                  <a:pt x="219" y="831"/>
                </a:cubicBezTo>
                <a:cubicBezTo>
                  <a:pt x="243" y="847"/>
                  <a:pt x="268" y="861"/>
                  <a:pt x="295" y="872"/>
                </a:cubicBezTo>
                <a:cubicBezTo>
                  <a:pt x="322" y="884"/>
                  <a:pt x="349" y="892"/>
                  <a:pt x="378" y="898"/>
                </a:cubicBezTo>
                <a:cubicBezTo>
                  <a:pt x="406" y="903"/>
                  <a:pt x="435" y="906"/>
                  <a:pt x="464" y="906"/>
                </a:cubicBezTo>
                <a:cubicBezTo>
                  <a:pt x="493" y="906"/>
                  <a:pt x="522" y="903"/>
                  <a:pt x="550" y="898"/>
                </a:cubicBezTo>
                <a:cubicBezTo>
                  <a:pt x="578" y="892"/>
                  <a:pt x="606" y="884"/>
                  <a:pt x="634" y="872"/>
                </a:cubicBezTo>
                <a:cubicBezTo>
                  <a:pt x="660" y="861"/>
                  <a:pt x="686" y="847"/>
                  <a:pt x="710" y="831"/>
                </a:cubicBezTo>
                <a:cubicBezTo>
                  <a:pt x="734" y="815"/>
                  <a:pt x="756" y="797"/>
                  <a:pt x="777" y="776"/>
                </a:cubicBezTo>
                <a:cubicBezTo>
                  <a:pt x="797" y="756"/>
                  <a:pt x="816" y="733"/>
                  <a:pt x="832" y="709"/>
                </a:cubicBezTo>
                <a:cubicBezTo>
                  <a:pt x="848" y="685"/>
                  <a:pt x="861" y="660"/>
                  <a:pt x="872" y="633"/>
                </a:cubicBezTo>
                <a:cubicBezTo>
                  <a:pt x="883" y="606"/>
                  <a:pt x="892" y="579"/>
                  <a:pt x="897" y="550"/>
                </a:cubicBezTo>
                <a:cubicBezTo>
                  <a:pt x="903" y="522"/>
                  <a:pt x="906" y="493"/>
                  <a:pt x="906" y="464"/>
                </a:cubicBezTo>
                <a:cubicBezTo>
                  <a:pt x="906" y="435"/>
                  <a:pt x="903" y="407"/>
                  <a:pt x="897" y="378"/>
                </a:cubicBezTo>
                <a:cubicBezTo>
                  <a:pt x="892" y="350"/>
                  <a:pt x="883" y="322"/>
                  <a:pt x="872" y="295"/>
                </a:cubicBezTo>
                <a:cubicBezTo>
                  <a:pt x="861" y="269"/>
                  <a:pt x="848" y="243"/>
                  <a:pt x="832" y="219"/>
                </a:cubicBezTo>
                <a:cubicBezTo>
                  <a:pt x="816" y="195"/>
                  <a:pt x="797" y="173"/>
                  <a:pt x="777" y="152"/>
                </a:cubicBezTo>
                <a:cubicBezTo>
                  <a:pt x="756" y="132"/>
                  <a:pt x="734" y="114"/>
                  <a:pt x="710" y="97"/>
                </a:cubicBezTo>
                <a:cubicBezTo>
                  <a:pt x="686" y="81"/>
                  <a:pt x="660" y="68"/>
                  <a:pt x="634" y="57"/>
                </a:cubicBezTo>
                <a:cubicBezTo>
                  <a:pt x="606" y="46"/>
                  <a:pt x="578" y="37"/>
                  <a:pt x="550" y="32"/>
                </a:cubicBezTo>
                <a:cubicBezTo>
                  <a:pt x="522" y="26"/>
                  <a:pt x="493" y="23"/>
                  <a:pt x="464" y="23"/>
                </a:cubicBezTo>
                <a:close/>
              </a:path>
            </a:pathLst>
          </a:custGeom>
          <a:solidFill>
            <a:srgbClr val="4CD137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2" name="文字框 101"/>
          <p:cNvSpPr txBox="1"/>
          <p:nvPr/>
        </p:nvSpPr>
        <p:spPr>
          <a:xfrm>
            <a:off x="2323800" y="3405960"/>
            <a:ext cx="12078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香港稳定币生态建设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3" name="文字框 102"/>
          <p:cNvSpPr txBox="1"/>
          <p:nvPr/>
        </p:nvSpPr>
        <p:spPr>
          <a:xfrm>
            <a:off x="1733400" y="394560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1" u="none" strike="noStrike">
                <a:solidFill>
                  <a:srgbClr val="4CD137"/>
                </a:solidFill>
                <a:effectLst/>
                <a:uFillTx/>
                <a:latin typeface="DejaVuSans"/>
                <a:ea typeface="DejaVuSans"/>
              </a:rPr>
              <a:t>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04" name="圖片 103"/>
          <p:cNvPicPr/>
          <p:nvPr/>
        </p:nvPicPr>
        <p:blipFill>
          <a:blip r:embed="rId7"/>
          <a:stretch>
            <a:fillRect/>
          </a:stretch>
        </p:blipFill>
        <p:spPr>
          <a:xfrm>
            <a:off x="2080800" y="432036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文字框 104"/>
          <p:cNvSpPr txBox="1"/>
          <p:nvPr/>
        </p:nvSpPr>
        <p:spPr>
          <a:xfrm>
            <a:off x="2047320" y="3901680"/>
            <a:ext cx="120780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监管政策分析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6" name="文字框 105"/>
          <p:cNvSpPr txBox="1"/>
          <p:nvPr/>
        </p:nvSpPr>
        <p:spPr>
          <a:xfrm>
            <a:off x="2281320" y="431316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07" name="圖片 106"/>
          <p:cNvPicPr/>
          <p:nvPr/>
        </p:nvPicPr>
        <p:blipFill>
          <a:blip r:embed="rId8"/>
          <a:stretch>
            <a:fillRect/>
          </a:stretch>
        </p:blipFill>
        <p:spPr>
          <a:xfrm>
            <a:off x="2080800" y="4587840"/>
            <a:ext cx="1666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文字框 107"/>
          <p:cNvSpPr txBox="1"/>
          <p:nvPr/>
        </p:nvSpPr>
        <p:spPr>
          <a:xfrm>
            <a:off x="2323800" y="4308480"/>
            <a:ext cx="12078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香港稳定币监管框架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9" name="文字框 108"/>
          <p:cNvSpPr txBox="1"/>
          <p:nvPr/>
        </p:nvSpPr>
        <p:spPr>
          <a:xfrm>
            <a:off x="2314800" y="458064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10" name="圖片 109"/>
          <p:cNvPicPr/>
          <p:nvPr/>
        </p:nvPicPr>
        <p:blipFill>
          <a:blip r:embed="rId9"/>
          <a:stretch>
            <a:fillRect/>
          </a:stretch>
        </p:blipFill>
        <p:spPr>
          <a:xfrm>
            <a:off x="2080800" y="4855320"/>
            <a:ext cx="1666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文字框 110"/>
          <p:cNvSpPr txBox="1"/>
          <p:nvPr/>
        </p:nvSpPr>
        <p:spPr>
          <a:xfrm>
            <a:off x="2357280" y="4575960"/>
            <a:ext cx="12078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美国稳定币监管态度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2" name="文字框 111"/>
          <p:cNvSpPr txBox="1"/>
          <p:nvPr/>
        </p:nvSpPr>
        <p:spPr>
          <a:xfrm>
            <a:off x="2314800" y="484812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3" name="任意多邊形 112"/>
          <p:cNvSpPr/>
          <p:nvPr/>
        </p:nvSpPr>
        <p:spPr>
          <a:xfrm>
            <a:off x="5556960" y="1520640"/>
            <a:ext cx="334800" cy="334800"/>
          </a:xfrm>
          <a:custGeom>
            <a:avLst/>
            <a:gdLst/>
            <a:ahLst/>
            <a:cxnLst/>
            <a:rect l="0" t="0" r="r" b="b"/>
            <a:pathLst>
              <a:path w="930" h="930">
                <a:moveTo>
                  <a:pt x="36" y="287"/>
                </a:moveTo>
                <a:cubicBezTo>
                  <a:pt x="59" y="230"/>
                  <a:pt x="93" y="180"/>
                  <a:pt x="136" y="136"/>
                </a:cubicBezTo>
                <a:cubicBezTo>
                  <a:pt x="180" y="93"/>
                  <a:pt x="230" y="59"/>
                  <a:pt x="287" y="36"/>
                </a:cubicBezTo>
                <a:cubicBezTo>
                  <a:pt x="344" y="12"/>
                  <a:pt x="403" y="0"/>
                  <a:pt x="464" y="0"/>
                </a:cubicBezTo>
                <a:cubicBezTo>
                  <a:pt x="526" y="0"/>
                  <a:pt x="585" y="12"/>
                  <a:pt x="642" y="36"/>
                </a:cubicBezTo>
                <a:cubicBezTo>
                  <a:pt x="699" y="59"/>
                  <a:pt x="749" y="93"/>
                  <a:pt x="793" y="136"/>
                </a:cubicBezTo>
                <a:cubicBezTo>
                  <a:pt x="837" y="180"/>
                  <a:pt x="871" y="230"/>
                  <a:pt x="894" y="287"/>
                </a:cubicBezTo>
                <a:cubicBezTo>
                  <a:pt x="918" y="344"/>
                  <a:pt x="930" y="403"/>
                  <a:pt x="930" y="465"/>
                </a:cubicBezTo>
                <a:cubicBezTo>
                  <a:pt x="930" y="526"/>
                  <a:pt x="918" y="585"/>
                  <a:pt x="894" y="642"/>
                </a:cubicBezTo>
                <a:cubicBezTo>
                  <a:pt x="871" y="699"/>
                  <a:pt x="837" y="749"/>
                  <a:pt x="793" y="793"/>
                </a:cubicBezTo>
                <a:cubicBezTo>
                  <a:pt x="749" y="836"/>
                  <a:pt x="699" y="870"/>
                  <a:pt x="642" y="894"/>
                </a:cubicBezTo>
                <a:cubicBezTo>
                  <a:pt x="585" y="918"/>
                  <a:pt x="526" y="930"/>
                  <a:pt x="464" y="930"/>
                </a:cubicBezTo>
                <a:cubicBezTo>
                  <a:pt x="403" y="930"/>
                  <a:pt x="344" y="918"/>
                  <a:pt x="287" y="894"/>
                </a:cubicBezTo>
                <a:cubicBezTo>
                  <a:pt x="230" y="870"/>
                  <a:pt x="180" y="836"/>
                  <a:pt x="136" y="793"/>
                </a:cubicBezTo>
                <a:cubicBezTo>
                  <a:pt x="93" y="749"/>
                  <a:pt x="59" y="699"/>
                  <a:pt x="36" y="642"/>
                </a:cubicBezTo>
                <a:cubicBezTo>
                  <a:pt x="12" y="585"/>
                  <a:pt x="0" y="526"/>
                  <a:pt x="0" y="465"/>
                </a:cubicBezTo>
                <a:lnTo>
                  <a:pt x="0" y="464"/>
                </a:lnTo>
                <a:cubicBezTo>
                  <a:pt x="0" y="403"/>
                  <a:pt x="12" y="344"/>
                  <a:pt x="36" y="287"/>
                </a:cubicBezTo>
                <a:close/>
              </a:path>
            </a:pathLst>
          </a:custGeom>
          <a:solidFill>
            <a:srgbClr val="4CD137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4" name="任意多邊形 113"/>
          <p:cNvSpPr/>
          <p:nvPr/>
        </p:nvSpPr>
        <p:spPr>
          <a:xfrm>
            <a:off x="5556960" y="1520640"/>
            <a:ext cx="334800" cy="334800"/>
          </a:xfrm>
          <a:custGeom>
            <a:avLst/>
            <a:gdLst/>
            <a:ahLst/>
            <a:cxnLst/>
            <a:rect l="0" t="0" r="r" b="b"/>
            <a:pathLst>
              <a:path w="930" h="930">
                <a:moveTo>
                  <a:pt x="0" y="465"/>
                </a:moveTo>
                <a:cubicBezTo>
                  <a:pt x="0" y="403"/>
                  <a:pt x="12" y="344"/>
                  <a:pt x="36" y="287"/>
                </a:cubicBezTo>
                <a:cubicBezTo>
                  <a:pt x="59" y="230"/>
                  <a:pt x="93" y="180"/>
                  <a:pt x="136" y="136"/>
                </a:cubicBezTo>
                <a:cubicBezTo>
                  <a:pt x="180" y="93"/>
                  <a:pt x="230" y="59"/>
                  <a:pt x="287" y="36"/>
                </a:cubicBezTo>
                <a:cubicBezTo>
                  <a:pt x="344" y="12"/>
                  <a:pt x="403" y="0"/>
                  <a:pt x="464" y="0"/>
                </a:cubicBezTo>
                <a:cubicBezTo>
                  <a:pt x="526" y="0"/>
                  <a:pt x="585" y="12"/>
                  <a:pt x="642" y="36"/>
                </a:cubicBezTo>
                <a:cubicBezTo>
                  <a:pt x="699" y="59"/>
                  <a:pt x="749" y="93"/>
                  <a:pt x="793" y="136"/>
                </a:cubicBezTo>
                <a:cubicBezTo>
                  <a:pt x="837" y="180"/>
                  <a:pt x="871" y="230"/>
                  <a:pt x="894" y="287"/>
                </a:cubicBezTo>
                <a:cubicBezTo>
                  <a:pt x="918" y="344"/>
                  <a:pt x="930" y="403"/>
                  <a:pt x="930" y="465"/>
                </a:cubicBezTo>
                <a:cubicBezTo>
                  <a:pt x="930" y="526"/>
                  <a:pt x="918" y="585"/>
                  <a:pt x="894" y="642"/>
                </a:cubicBezTo>
                <a:cubicBezTo>
                  <a:pt x="871" y="699"/>
                  <a:pt x="837" y="749"/>
                  <a:pt x="793" y="793"/>
                </a:cubicBezTo>
                <a:cubicBezTo>
                  <a:pt x="749" y="836"/>
                  <a:pt x="699" y="870"/>
                  <a:pt x="642" y="894"/>
                </a:cubicBezTo>
                <a:cubicBezTo>
                  <a:pt x="585" y="918"/>
                  <a:pt x="526" y="930"/>
                  <a:pt x="464" y="930"/>
                </a:cubicBezTo>
                <a:cubicBezTo>
                  <a:pt x="403" y="930"/>
                  <a:pt x="344" y="918"/>
                  <a:pt x="287" y="894"/>
                </a:cubicBezTo>
                <a:cubicBezTo>
                  <a:pt x="230" y="870"/>
                  <a:pt x="180" y="836"/>
                  <a:pt x="136" y="793"/>
                </a:cubicBezTo>
                <a:cubicBezTo>
                  <a:pt x="93" y="749"/>
                  <a:pt x="59" y="699"/>
                  <a:pt x="36" y="642"/>
                </a:cubicBezTo>
                <a:cubicBezTo>
                  <a:pt x="12" y="585"/>
                  <a:pt x="0" y="526"/>
                  <a:pt x="0" y="465"/>
                </a:cubicBezTo>
                <a:moveTo>
                  <a:pt x="464" y="23"/>
                </a:moveTo>
                <a:cubicBezTo>
                  <a:pt x="435" y="23"/>
                  <a:pt x="407" y="26"/>
                  <a:pt x="378" y="32"/>
                </a:cubicBezTo>
                <a:cubicBezTo>
                  <a:pt x="350" y="38"/>
                  <a:pt x="322" y="46"/>
                  <a:pt x="296" y="57"/>
                </a:cubicBezTo>
                <a:cubicBezTo>
                  <a:pt x="269" y="68"/>
                  <a:pt x="243" y="82"/>
                  <a:pt x="219" y="98"/>
                </a:cubicBezTo>
                <a:cubicBezTo>
                  <a:pt x="195" y="114"/>
                  <a:pt x="173" y="132"/>
                  <a:pt x="153" y="153"/>
                </a:cubicBezTo>
                <a:cubicBezTo>
                  <a:pt x="132" y="173"/>
                  <a:pt x="114" y="195"/>
                  <a:pt x="98" y="220"/>
                </a:cubicBezTo>
                <a:cubicBezTo>
                  <a:pt x="82" y="244"/>
                  <a:pt x="68" y="269"/>
                  <a:pt x="57" y="296"/>
                </a:cubicBezTo>
                <a:cubicBezTo>
                  <a:pt x="46" y="323"/>
                  <a:pt x="38" y="350"/>
                  <a:pt x="32" y="378"/>
                </a:cubicBezTo>
                <a:cubicBezTo>
                  <a:pt x="26" y="407"/>
                  <a:pt x="23" y="436"/>
                  <a:pt x="23" y="465"/>
                </a:cubicBezTo>
                <a:cubicBezTo>
                  <a:pt x="23" y="493"/>
                  <a:pt x="26" y="522"/>
                  <a:pt x="32" y="551"/>
                </a:cubicBezTo>
                <a:cubicBezTo>
                  <a:pt x="38" y="579"/>
                  <a:pt x="46" y="607"/>
                  <a:pt x="57" y="633"/>
                </a:cubicBezTo>
                <a:cubicBezTo>
                  <a:pt x="68" y="660"/>
                  <a:pt x="82" y="685"/>
                  <a:pt x="98" y="710"/>
                </a:cubicBezTo>
                <a:cubicBezTo>
                  <a:pt x="114" y="734"/>
                  <a:pt x="132" y="756"/>
                  <a:pt x="153" y="776"/>
                </a:cubicBezTo>
                <a:cubicBezTo>
                  <a:pt x="173" y="797"/>
                  <a:pt x="195" y="815"/>
                  <a:pt x="219" y="831"/>
                </a:cubicBezTo>
                <a:cubicBezTo>
                  <a:pt x="243" y="847"/>
                  <a:pt x="269" y="861"/>
                  <a:pt x="296" y="872"/>
                </a:cubicBezTo>
                <a:cubicBezTo>
                  <a:pt x="322" y="884"/>
                  <a:pt x="350" y="892"/>
                  <a:pt x="378" y="898"/>
                </a:cubicBezTo>
                <a:cubicBezTo>
                  <a:pt x="407" y="904"/>
                  <a:pt x="435" y="907"/>
                  <a:pt x="464" y="907"/>
                </a:cubicBezTo>
                <a:cubicBezTo>
                  <a:pt x="493" y="907"/>
                  <a:pt x="522" y="904"/>
                  <a:pt x="550" y="898"/>
                </a:cubicBezTo>
                <a:cubicBezTo>
                  <a:pt x="579" y="892"/>
                  <a:pt x="606" y="884"/>
                  <a:pt x="633" y="872"/>
                </a:cubicBezTo>
                <a:cubicBezTo>
                  <a:pt x="660" y="861"/>
                  <a:pt x="685" y="847"/>
                  <a:pt x="709" y="831"/>
                </a:cubicBezTo>
                <a:cubicBezTo>
                  <a:pt x="734" y="815"/>
                  <a:pt x="756" y="797"/>
                  <a:pt x="776" y="776"/>
                </a:cubicBezTo>
                <a:cubicBezTo>
                  <a:pt x="797" y="756"/>
                  <a:pt x="816" y="734"/>
                  <a:pt x="832" y="710"/>
                </a:cubicBezTo>
                <a:cubicBezTo>
                  <a:pt x="848" y="685"/>
                  <a:pt x="862" y="660"/>
                  <a:pt x="873" y="633"/>
                </a:cubicBezTo>
                <a:cubicBezTo>
                  <a:pt x="884" y="607"/>
                  <a:pt x="892" y="579"/>
                  <a:pt x="898" y="551"/>
                </a:cubicBezTo>
                <a:cubicBezTo>
                  <a:pt x="904" y="522"/>
                  <a:pt x="906" y="493"/>
                  <a:pt x="906" y="465"/>
                </a:cubicBezTo>
                <a:cubicBezTo>
                  <a:pt x="906" y="436"/>
                  <a:pt x="904" y="407"/>
                  <a:pt x="898" y="378"/>
                </a:cubicBezTo>
                <a:cubicBezTo>
                  <a:pt x="892" y="350"/>
                  <a:pt x="884" y="323"/>
                  <a:pt x="873" y="296"/>
                </a:cubicBezTo>
                <a:cubicBezTo>
                  <a:pt x="862" y="269"/>
                  <a:pt x="848" y="244"/>
                  <a:pt x="832" y="220"/>
                </a:cubicBezTo>
                <a:cubicBezTo>
                  <a:pt x="816" y="195"/>
                  <a:pt x="797" y="173"/>
                  <a:pt x="776" y="153"/>
                </a:cubicBezTo>
                <a:cubicBezTo>
                  <a:pt x="756" y="132"/>
                  <a:pt x="734" y="114"/>
                  <a:pt x="709" y="98"/>
                </a:cubicBezTo>
                <a:cubicBezTo>
                  <a:pt x="685" y="82"/>
                  <a:pt x="660" y="68"/>
                  <a:pt x="633" y="57"/>
                </a:cubicBezTo>
                <a:cubicBezTo>
                  <a:pt x="606" y="46"/>
                  <a:pt x="579" y="38"/>
                  <a:pt x="550" y="32"/>
                </a:cubicBezTo>
                <a:cubicBezTo>
                  <a:pt x="522" y="26"/>
                  <a:pt x="493" y="23"/>
                  <a:pt x="464" y="23"/>
                </a:cubicBezTo>
                <a:close/>
              </a:path>
            </a:pathLst>
          </a:custGeom>
          <a:solidFill>
            <a:srgbClr val="4CD137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5" name="文字框 114"/>
          <p:cNvSpPr txBox="1"/>
          <p:nvPr/>
        </p:nvSpPr>
        <p:spPr>
          <a:xfrm>
            <a:off x="2357280" y="4843440"/>
            <a:ext cx="12078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中美港监管政策对比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6" name="文字框 115"/>
          <p:cNvSpPr txBox="1"/>
          <p:nvPr/>
        </p:nvSpPr>
        <p:spPr>
          <a:xfrm>
            <a:off x="5677560" y="160560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1" u="none" strike="noStrike">
                <a:solidFill>
                  <a:srgbClr val="4CD137"/>
                </a:solidFill>
                <a:effectLst/>
                <a:uFillTx/>
                <a:latin typeface="DejaVuSans"/>
                <a:ea typeface="DejaVuSans"/>
              </a:rPr>
              <a:t>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17" name="圖片 116"/>
          <p:cNvPicPr/>
          <p:nvPr/>
        </p:nvPicPr>
        <p:blipFill>
          <a:blip r:embed="rId10"/>
          <a:stretch>
            <a:fillRect/>
          </a:stretch>
        </p:blipFill>
        <p:spPr>
          <a:xfrm>
            <a:off x="6025320" y="1980360"/>
            <a:ext cx="8316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文字框 117"/>
          <p:cNvSpPr txBox="1"/>
          <p:nvPr/>
        </p:nvSpPr>
        <p:spPr>
          <a:xfrm>
            <a:off x="5991840" y="1561680"/>
            <a:ext cx="14090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数字人民币关系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9" name="文字框 118"/>
          <p:cNvSpPr txBox="1"/>
          <p:nvPr/>
        </p:nvSpPr>
        <p:spPr>
          <a:xfrm>
            <a:off x="6175440" y="197352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0" name="文字框 119"/>
          <p:cNvSpPr txBox="1"/>
          <p:nvPr/>
        </p:nvSpPr>
        <p:spPr>
          <a:xfrm>
            <a:off x="6218280" y="1968840"/>
            <a:ext cx="6714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数字人民币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1" name="文字框 120"/>
          <p:cNvSpPr txBox="1"/>
          <p:nvPr/>
        </p:nvSpPr>
        <p:spPr>
          <a:xfrm>
            <a:off x="6886800" y="1973520"/>
            <a:ext cx="5122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(e-CNY)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22" name="圖片 121"/>
          <p:cNvPicPr/>
          <p:nvPr/>
        </p:nvPicPr>
        <p:blipFill>
          <a:blip r:embed="rId11"/>
          <a:stretch>
            <a:fillRect/>
          </a:stretch>
        </p:blipFill>
        <p:spPr>
          <a:xfrm>
            <a:off x="6025320" y="224784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文字框 122"/>
          <p:cNvSpPr txBox="1"/>
          <p:nvPr/>
        </p:nvSpPr>
        <p:spPr>
          <a:xfrm>
            <a:off x="7396560" y="1968840"/>
            <a:ext cx="268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概览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4" name="文字框 123"/>
          <p:cNvSpPr txBox="1"/>
          <p:nvPr/>
        </p:nvSpPr>
        <p:spPr>
          <a:xfrm>
            <a:off x="6225840" y="224100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25" name="圖片 124"/>
          <p:cNvPicPr/>
          <p:nvPr/>
        </p:nvPicPr>
        <p:blipFill>
          <a:blip r:embed="rId12"/>
          <a:stretch>
            <a:fillRect/>
          </a:stretch>
        </p:blipFill>
        <p:spPr>
          <a:xfrm>
            <a:off x="6025320" y="251532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文字框 125"/>
          <p:cNvSpPr txBox="1"/>
          <p:nvPr/>
        </p:nvSpPr>
        <p:spPr>
          <a:xfrm>
            <a:off x="6268320" y="2236320"/>
            <a:ext cx="1878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稳定币与数字人民币的转换机制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7" name="文字框 126"/>
          <p:cNvSpPr txBox="1"/>
          <p:nvPr/>
        </p:nvSpPr>
        <p:spPr>
          <a:xfrm>
            <a:off x="6225840" y="250812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28" name="圖片 127"/>
          <p:cNvPicPr/>
          <p:nvPr/>
        </p:nvPicPr>
        <p:blipFill>
          <a:blip r:embed="rId13"/>
          <a:stretch>
            <a:fillRect/>
          </a:stretch>
        </p:blipFill>
        <p:spPr>
          <a:xfrm>
            <a:off x="6025320" y="278280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文字框 128"/>
          <p:cNvSpPr txBox="1"/>
          <p:nvPr/>
        </p:nvSpPr>
        <p:spPr>
          <a:xfrm>
            <a:off x="6268320" y="2503440"/>
            <a:ext cx="10735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跨境支付应用场景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0" name="文字框 129"/>
          <p:cNvSpPr txBox="1"/>
          <p:nvPr/>
        </p:nvSpPr>
        <p:spPr>
          <a:xfrm>
            <a:off x="6225840" y="277560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1" name="任意多邊形 130"/>
          <p:cNvSpPr/>
          <p:nvPr/>
        </p:nvSpPr>
        <p:spPr>
          <a:xfrm>
            <a:off x="5556960" y="3225600"/>
            <a:ext cx="334800" cy="334440"/>
          </a:xfrm>
          <a:custGeom>
            <a:avLst/>
            <a:gdLst/>
            <a:ahLst/>
            <a:cxnLst/>
            <a:rect l="0" t="0" r="r" b="b"/>
            <a:pathLst>
              <a:path w="930" h="929">
                <a:moveTo>
                  <a:pt x="36" y="286"/>
                </a:moveTo>
                <a:cubicBezTo>
                  <a:pt x="59" y="229"/>
                  <a:pt x="93" y="179"/>
                  <a:pt x="136" y="136"/>
                </a:cubicBezTo>
                <a:cubicBezTo>
                  <a:pt x="180" y="92"/>
                  <a:pt x="230" y="59"/>
                  <a:pt x="287" y="35"/>
                </a:cubicBezTo>
                <a:cubicBezTo>
                  <a:pt x="344" y="12"/>
                  <a:pt x="403" y="0"/>
                  <a:pt x="464" y="0"/>
                </a:cubicBezTo>
                <a:cubicBezTo>
                  <a:pt x="526" y="0"/>
                  <a:pt x="585" y="12"/>
                  <a:pt x="642" y="35"/>
                </a:cubicBezTo>
                <a:cubicBezTo>
                  <a:pt x="699" y="59"/>
                  <a:pt x="749" y="92"/>
                  <a:pt x="793" y="136"/>
                </a:cubicBezTo>
                <a:cubicBezTo>
                  <a:pt x="837" y="179"/>
                  <a:pt x="871" y="229"/>
                  <a:pt x="894" y="286"/>
                </a:cubicBezTo>
                <a:cubicBezTo>
                  <a:pt x="918" y="343"/>
                  <a:pt x="930" y="402"/>
                  <a:pt x="930" y="464"/>
                </a:cubicBezTo>
                <a:cubicBezTo>
                  <a:pt x="930" y="526"/>
                  <a:pt x="918" y="585"/>
                  <a:pt x="894" y="642"/>
                </a:cubicBezTo>
                <a:cubicBezTo>
                  <a:pt x="871" y="699"/>
                  <a:pt x="837" y="749"/>
                  <a:pt x="793" y="793"/>
                </a:cubicBezTo>
                <a:cubicBezTo>
                  <a:pt x="749" y="837"/>
                  <a:pt x="699" y="870"/>
                  <a:pt x="642" y="894"/>
                </a:cubicBezTo>
                <a:cubicBezTo>
                  <a:pt x="585" y="917"/>
                  <a:pt x="526" y="929"/>
                  <a:pt x="464" y="929"/>
                </a:cubicBezTo>
                <a:cubicBezTo>
                  <a:pt x="403" y="929"/>
                  <a:pt x="344" y="917"/>
                  <a:pt x="287" y="894"/>
                </a:cubicBezTo>
                <a:cubicBezTo>
                  <a:pt x="230" y="870"/>
                  <a:pt x="180" y="837"/>
                  <a:pt x="136" y="793"/>
                </a:cubicBezTo>
                <a:cubicBezTo>
                  <a:pt x="93" y="749"/>
                  <a:pt x="59" y="699"/>
                  <a:pt x="36" y="642"/>
                </a:cubicBezTo>
                <a:cubicBezTo>
                  <a:pt x="12" y="585"/>
                  <a:pt x="0" y="526"/>
                  <a:pt x="0" y="464"/>
                </a:cubicBezTo>
                <a:cubicBezTo>
                  <a:pt x="0" y="402"/>
                  <a:pt x="12" y="343"/>
                  <a:pt x="36" y="286"/>
                </a:cubicBezTo>
                <a:close/>
              </a:path>
            </a:pathLst>
          </a:custGeom>
          <a:solidFill>
            <a:srgbClr val="4CD137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2" name="任意多邊形 131"/>
          <p:cNvSpPr/>
          <p:nvPr/>
        </p:nvSpPr>
        <p:spPr>
          <a:xfrm>
            <a:off x="5556960" y="3225600"/>
            <a:ext cx="334800" cy="334440"/>
          </a:xfrm>
          <a:custGeom>
            <a:avLst/>
            <a:gdLst/>
            <a:ahLst/>
            <a:cxnLst/>
            <a:rect l="0" t="0" r="r" b="b"/>
            <a:pathLst>
              <a:path w="930" h="929">
                <a:moveTo>
                  <a:pt x="0" y="464"/>
                </a:moveTo>
                <a:cubicBezTo>
                  <a:pt x="0" y="402"/>
                  <a:pt x="12" y="343"/>
                  <a:pt x="36" y="286"/>
                </a:cubicBezTo>
                <a:cubicBezTo>
                  <a:pt x="59" y="229"/>
                  <a:pt x="93" y="179"/>
                  <a:pt x="136" y="136"/>
                </a:cubicBezTo>
                <a:cubicBezTo>
                  <a:pt x="180" y="92"/>
                  <a:pt x="230" y="59"/>
                  <a:pt x="287" y="35"/>
                </a:cubicBezTo>
                <a:cubicBezTo>
                  <a:pt x="344" y="12"/>
                  <a:pt x="403" y="0"/>
                  <a:pt x="464" y="0"/>
                </a:cubicBezTo>
                <a:cubicBezTo>
                  <a:pt x="526" y="0"/>
                  <a:pt x="585" y="12"/>
                  <a:pt x="642" y="35"/>
                </a:cubicBezTo>
                <a:cubicBezTo>
                  <a:pt x="699" y="59"/>
                  <a:pt x="749" y="92"/>
                  <a:pt x="793" y="136"/>
                </a:cubicBezTo>
                <a:cubicBezTo>
                  <a:pt x="837" y="179"/>
                  <a:pt x="871" y="229"/>
                  <a:pt x="894" y="286"/>
                </a:cubicBezTo>
                <a:cubicBezTo>
                  <a:pt x="918" y="343"/>
                  <a:pt x="930" y="402"/>
                  <a:pt x="930" y="464"/>
                </a:cubicBezTo>
                <a:cubicBezTo>
                  <a:pt x="930" y="526"/>
                  <a:pt x="918" y="585"/>
                  <a:pt x="894" y="642"/>
                </a:cubicBezTo>
                <a:cubicBezTo>
                  <a:pt x="871" y="699"/>
                  <a:pt x="837" y="749"/>
                  <a:pt x="793" y="793"/>
                </a:cubicBezTo>
                <a:cubicBezTo>
                  <a:pt x="749" y="837"/>
                  <a:pt x="699" y="870"/>
                  <a:pt x="642" y="894"/>
                </a:cubicBezTo>
                <a:cubicBezTo>
                  <a:pt x="585" y="917"/>
                  <a:pt x="526" y="929"/>
                  <a:pt x="464" y="929"/>
                </a:cubicBezTo>
                <a:cubicBezTo>
                  <a:pt x="403" y="929"/>
                  <a:pt x="344" y="917"/>
                  <a:pt x="287" y="894"/>
                </a:cubicBezTo>
                <a:cubicBezTo>
                  <a:pt x="230" y="870"/>
                  <a:pt x="180" y="837"/>
                  <a:pt x="136" y="793"/>
                </a:cubicBezTo>
                <a:cubicBezTo>
                  <a:pt x="93" y="749"/>
                  <a:pt x="59" y="699"/>
                  <a:pt x="36" y="642"/>
                </a:cubicBezTo>
                <a:cubicBezTo>
                  <a:pt x="12" y="585"/>
                  <a:pt x="0" y="526"/>
                  <a:pt x="0" y="464"/>
                </a:cubicBezTo>
                <a:moveTo>
                  <a:pt x="464" y="23"/>
                </a:moveTo>
                <a:cubicBezTo>
                  <a:pt x="435" y="23"/>
                  <a:pt x="407" y="26"/>
                  <a:pt x="378" y="31"/>
                </a:cubicBezTo>
                <a:cubicBezTo>
                  <a:pt x="350" y="37"/>
                  <a:pt x="322" y="45"/>
                  <a:pt x="296" y="57"/>
                </a:cubicBezTo>
                <a:cubicBezTo>
                  <a:pt x="269" y="68"/>
                  <a:pt x="243" y="81"/>
                  <a:pt x="219" y="97"/>
                </a:cubicBezTo>
                <a:cubicBezTo>
                  <a:pt x="195" y="113"/>
                  <a:pt x="173" y="132"/>
                  <a:pt x="153" y="152"/>
                </a:cubicBezTo>
                <a:cubicBezTo>
                  <a:pt x="132" y="173"/>
                  <a:pt x="114" y="195"/>
                  <a:pt x="98" y="219"/>
                </a:cubicBezTo>
                <a:cubicBezTo>
                  <a:pt x="82" y="243"/>
                  <a:pt x="68" y="268"/>
                  <a:pt x="57" y="295"/>
                </a:cubicBezTo>
                <a:cubicBezTo>
                  <a:pt x="46" y="322"/>
                  <a:pt x="38" y="350"/>
                  <a:pt x="32" y="378"/>
                </a:cubicBezTo>
                <a:cubicBezTo>
                  <a:pt x="26" y="406"/>
                  <a:pt x="23" y="435"/>
                  <a:pt x="23" y="464"/>
                </a:cubicBezTo>
                <a:cubicBezTo>
                  <a:pt x="23" y="493"/>
                  <a:pt x="26" y="522"/>
                  <a:pt x="32" y="550"/>
                </a:cubicBezTo>
                <a:cubicBezTo>
                  <a:pt x="38" y="578"/>
                  <a:pt x="46" y="606"/>
                  <a:pt x="57" y="633"/>
                </a:cubicBezTo>
                <a:cubicBezTo>
                  <a:pt x="68" y="660"/>
                  <a:pt x="82" y="685"/>
                  <a:pt x="98" y="709"/>
                </a:cubicBezTo>
                <a:cubicBezTo>
                  <a:pt x="114" y="733"/>
                  <a:pt x="132" y="755"/>
                  <a:pt x="153" y="776"/>
                </a:cubicBezTo>
                <a:cubicBezTo>
                  <a:pt x="173" y="797"/>
                  <a:pt x="195" y="816"/>
                  <a:pt x="219" y="832"/>
                </a:cubicBezTo>
                <a:cubicBezTo>
                  <a:pt x="243" y="848"/>
                  <a:pt x="269" y="861"/>
                  <a:pt x="296" y="872"/>
                </a:cubicBezTo>
                <a:cubicBezTo>
                  <a:pt x="322" y="884"/>
                  <a:pt x="350" y="892"/>
                  <a:pt x="378" y="898"/>
                </a:cubicBezTo>
                <a:cubicBezTo>
                  <a:pt x="407" y="903"/>
                  <a:pt x="435" y="906"/>
                  <a:pt x="464" y="906"/>
                </a:cubicBezTo>
                <a:cubicBezTo>
                  <a:pt x="493" y="906"/>
                  <a:pt x="522" y="903"/>
                  <a:pt x="550" y="898"/>
                </a:cubicBezTo>
                <a:cubicBezTo>
                  <a:pt x="579" y="892"/>
                  <a:pt x="606" y="884"/>
                  <a:pt x="633" y="872"/>
                </a:cubicBezTo>
                <a:cubicBezTo>
                  <a:pt x="660" y="861"/>
                  <a:pt x="685" y="848"/>
                  <a:pt x="709" y="832"/>
                </a:cubicBezTo>
                <a:cubicBezTo>
                  <a:pt x="734" y="816"/>
                  <a:pt x="756" y="797"/>
                  <a:pt x="776" y="776"/>
                </a:cubicBezTo>
                <a:cubicBezTo>
                  <a:pt x="797" y="755"/>
                  <a:pt x="816" y="733"/>
                  <a:pt x="832" y="709"/>
                </a:cubicBezTo>
                <a:cubicBezTo>
                  <a:pt x="848" y="685"/>
                  <a:pt x="862" y="660"/>
                  <a:pt x="873" y="633"/>
                </a:cubicBezTo>
                <a:cubicBezTo>
                  <a:pt x="884" y="606"/>
                  <a:pt x="892" y="578"/>
                  <a:pt x="898" y="550"/>
                </a:cubicBezTo>
                <a:cubicBezTo>
                  <a:pt x="904" y="522"/>
                  <a:pt x="906" y="493"/>
                  <a:pt x="906" y="464"/>
                </a:cubicBezTo>
                <a:cubicBezTo>
                  <a:pt x="906" y="435"/>
                  <a:pt x="904" y="406"/>
                  <a:pt x="898" y="378"/>
                </a:cubicBezTo>
                <a:cubicBezTo>
                  <a:pt x="892" y="350"/>
                  <a:pt x="884" y="322"/>
                  <a:pt x="873" y="295"/>
                </a:cubicBezTo>
                <a:cubicBezTo>
                  <a:pt x="862" y="268"/>
                  <a:pt x="848" y="243"/>
                  <a:pt x="832" y="219"/>
                </a:cubicBezTo>
                <a:cubicBezTo>
                  <a:pt x="816" y="195"/>
                  <a:pt x="797" y="173"/>
                  <a:pt x="776" y="152"/>
                </a:cubicBezTo>
                <a:cubicBezTo>
                  <a:pt x="756" y="132"/>
                  <a:pt x="734" y="113"/>
                  <a:pt x="709" y="97"/>
                </a:cubicBezTo>
                <a:cubicBezTo>
                  <a:pt x="685" y="81"/>
                  <a:pt x="660" y="68"/>
                  <a:pt x="633" y="57"/>
                </a:cubicBezTo>
                <a:cubicBezTo>
                  <a:pt x="606" y="45"/>
                  <a:pt x="579" y="37"/>
                  <a:pt x="550" y="31"/>
                </a:cubicBezTo>
                <a:cubicBezTo>
                  <a:pt x="522" y="26"/>
                  <a:pt x="493" y="23"/>
                  <a:pt x="464" y="23"/>
                </a:cubicBezTo>
                <a:close/>
              </a:path>
            </a:pathLst>
          </a:custGeom>
          <a:solidFill>
            <a:srgbClr val="4CD137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3" name="文字框 132"/>
          <p:cNvSpPr txBox="1"/>
          <p:nvPr/>
        </p:nvSpPr>
        <p:spPr>
          <a:xfrm>
            <a:off x="6268320" y="2770920"/>
            <a:ext cx="10735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互操作面临的挑战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4" name="文字框 133"/>
          <p:cNvSpPr txBox="1"/>
          <p:nvPr/>
        </p:nvSpPr>
        <p:spPr>
          <a:xfrm>
            <a:off x="5677560" y="331056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1" u="none" strike="noStrike">
                <a:solidFill>
                  <a:srgbClr val="4CD137"/>
                </a:solidFill>
                <a:effectLst/>
                <a:uFillTx/>
                <a:latin typeface="DejaVuSans"/>
                <a:ea typeface="DejaVuSans"/>
              </a:rPr>
              <a:t>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35" name="圖片 134"/>
          <p:cNvPicPr/>
          <p:nvPr/>
        </p:nvPicPr>
        <p:blipFill>
          <a:blip r:embed="rId14"/>
          <a:stretch>
            <a:fillRect/>
          </a:stretch>
        </p:blipFill>
        <p:spPr>
          <a:xfrm>
            <a:off x="6025320" y="368532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文字框 135"/>
          <p:cNvSpPr txBox="1"/>
          <p:nvPr/>
        </p:nvSpPr>
        <p:spPr>
          <a:xfrm>
            <a:off x="5991840" y="3266640"/>
            <a:ext cx="8053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未来展望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7" name="文字框 136"/>
          <p:cNvSpPr txBox="1"/>
          <p:nvPr/>
        </p:nvSpPr>
        <p:spPr>
          <a:xfrm>
            <a:off x="6225840" y="367812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38" name="圖片 137"/>
          <p:cNvPicPr/>
          <p:nvPr/>
        </p:nvPicPr>
        <p:blipFill>
          <a:blip r:embed="rId15"/>
          <a:stretch>
            <a:fillRect/>
          </a:stretch>
        </p:blipFill>
        <p:spPr>
          <a:xfrm>
            <a:off x="6025320" y="395280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文字框 138"/>
          <p:cNvSpPr txBox="1"/>
          <p:nvPr/>
        </p:nvSpPr>
        <p:spPr>
          <a:xfrm>
            <a:off x="6268320" y="3673440"/>
            <a:ext cx="12078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未来发展趋势与展望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0" name="文字框 139"/>
          <p:cNvSpPr txBox="1"/>
          <p:nvPr/>
        </p:nvSpPr>
        <p:spPr>
          <a:xfrm>
            <a:off x="6225840" y="394560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1" name="文字框 140"/>
          <p:cNvSpPr txBox="1"/>
          <p:nvPr/>
        </p:nvSpPr>
        <p:spPr>
          <a:xfrm>
            <a:off x="6268320" y="3940920"/>
            <a:ext cx="12078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参考文献与问答环节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2" name="文字框 141"/>
          <p:cNvSpPr txBox="1"/>
          <p:nvPr/>
        </p:nvSpPr>
        <p:spPr>
          <a:xfrm>
            <a:off x="9442080" y="630576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第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3" name="文字框 142"/>
          <p:cNvSpPr txBox="1"/>
          <p:nvPr/>
        </p:nvSpPr>
        <p:spPr>
          <a:xfrm>
            <a:off x="9576000" y="631044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4" name="文字框 143"/>
          <p:cNvSpPr txBox="1"/>
          <p:nvPr/>
        </p:nvSpPr>
        <p:spPr>
          <a:xfrm>
            <a:off x="9660960" y="630576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页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5" name="文字框 144"/>
          <p:cNvSpPr txBox="1"/>
          <p:nvPr/>
        </p:nvSpPr>
        <p:spPr>
          <a:xfrm>
            <a:off x="9794520" y="631044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/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6" name="文字框 145"/>
          <p:cNvSpPr txBox="1"/>
          <p:nvPr/>
        </p:nvSpPr>
        <p:spPr>
          <a:xfrm>
            <a:off x="9924840" y="630576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共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7" name="文字框 146"/>
          <p:cNvSpPr txBox="1"/>
          <p:nvPr/>
        </p:nvSpPr>
        <p:spPr>
          <a:xfrm>
            <a:off x="10058400" y="6310440"/>
            <a:ext cx="171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15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8" name="文字框 147"/>
          <p:cNvSpPr txBox="1"/>
          <p:nvPr/>
        </p:nvSpPr>
        <p:spPr>
          <a:xfrm>
            <a:off x="10228680" y="630576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页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圖片 148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任意多邊形 149"/>
          <p:cNvSpPr/>
          <p:nvPr/>
        </p:nvSpPr>
        <p:spPr>
          <a:xfrm>
            <a:off x="334080" y="735120"/>
            <a:ext cx="668880" cy="33840"/>
          </a:xfrm>
          <a:custGeom>
            <a:avLst/>
            <a:gdLst/>
            <a:ahLst/>
            <a:cxnLst/>
            <a:rect l="0" t="0" r="r" b="b"/>
            <a:pathLst>
              <a:path w="1858" h="94">
                <a:moveTo>
                  <a:pt x="0" y="0"/>
                </a:moveTo>
                <a:lnTo>
                  <a:pt x="1858" y="0"/>
                </a:lnTo>
                <a:lnTo>
                  <a:pt x="1858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34D3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1" name="任意多邊形 150"/>
          <p:cNvSpPr/>
          <p:nvPr/>
        </p:nvSpPr>
        <p:spPr>
          <a:xfrm>
            <a:off x="334080" y="542880"/>
            <a:ext cx="10028520" cy="1253880"/>
          </a:xfrm>
          <a:custGeom>
            <a:avLst/>
            <a:gdLst/>
            <a:ahLst/>
            <a:cxnLst/>
            <a:rect l="0" t="0" r="r" b="b"/>
            <a:pathLst>
              <a:path w="27857" h="3483">
                <a:moveTo>
                  <a:pt x="27" y="215"/>
                </a:moveTo>
                <a:cubicBezTo>
                  <a:pt x="44" y="173"/>
                  <a:pt x="69" y="135"/>
                  <a:pt x="102" y="102"/>
                </a:cubicBezTo>
                <a:cubicBezTo>
                  <a:pt x="135" y="70"/>
                  <a:pt x="172" y="45"/>
                  <a:pt x="215" y="27"/>
                </a:cubicBezTo>
                <a:cubicBezTo>
                  <a:pt x="258" y="9"/>
                  <a:pt x="302" y="0"/>
                  <a:pt x="348" y="0"/>
                </a:cubicBezTo>
                <a:lnTo>
                  <a:pt x="27508" y="0"/>
                </a:lnTo>
                <a:cubicBezTo>
                  <a:pt x="27555" y="0"/>
                  <a:pt x="27599" y="9"/>
                  <a:pt x="27642" y="27"/>
                </a:cubicBezTo>
                <a:cubicBezTo>
                  <a:pt x="27684" y="45"/>
                  <a:pt x="27722" y="70"/>
                  <a:pt x="27755" y="102"/>
                </a:cubicBezTo>
                <a:cubicBezTo>
                  <a:pt x="27787" y="135"/>
                  <a:pt x="27813" y="173"/>
                  <a:pt x="27830" y="215"/>
                </a:cubicBezTo>
                <a:cubicBezTo>
                  <a:pt x="27848" y="259"/>
                  <a:pt x="27857" y="303"/>
                  <a:pt x="27857" y="350"/>
                </a:cubicBezTo>
                <a:lnTo>
                  <a:pt x="27857" y="3135"/>
                </a:lnTo>
                <a:cubicBezTo>
                  <a:pt x="27857" y="3181"/>
                  <a:pt x="27848" y="3226"/>
                  <a:pt x="27830" y="3268"/>
                </a:cubicBezTo>
                <a:cubicBezTo>
                  <a:pt x="27813" y="3311"/>
                  <a:pt x="27787" y="3349"/>
                  <a:pt x="27755" y="3381"/>
                </a:cubicBezTo>
                <a:cubicBezTo>
                  <a:pt x="27722" y="3414"/>
                  <a:pt x="27684" y="3439"/>
                  <a:pt x="27642" y="3457"/>
                </a:cubicBezTo>
                <a:cubicBezTo>
                  <a:pt x="27599" y="3474"/>
                  <a:pt x="27555" y="3483"/>
                  <a:pt x="27508" y="3483"/>
                </a:cubicBezTo>
                <a:lnTo>
                  <a:pt x="348" y="3483"/>
                </a:lnTo>
                <a:cubicBezTo>
                  <a:pt x="302" y="3483"/>
                  <a:pt x="258" y="3474"/>
                  <a:pt x="215" y="3457"/>
                </a:cubicBezTo>
                <a:cubicBezTo>
                  <a:pt x="172" y="3439"/>
                  <a:pt x="135" y="3414"/>
                  <a:pt x="102" y="3381"/>
                </a:cubicBezTo>
                <a:cubicBezTo>
                  <a:pt x="69" y="3349"/>
                  <a:pt x="44" y="3311"/>
                  <a:pt x="27" y="3268"/>
                </a:cubicBezTo>
                <a:cubicBezTo>
                  <a:pt x="9" y="3226"/>
                  <a:pt x="0" y="3181"/>
                  <a:pt x="0" y="3135"/>
                </a:cubicBezTo>
                <a:lnTo>
                  <a:pt x="0" y="350"/>
                </a:lnTo>
                <a:cubicBezTo>
                  <a:pt x="0" y="303"/>
                  <a:pt x="9" y="259"/>
                  <a:pt x="27" y="215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2" name="任意多邊形 151"/>
          <p:cNvSpPr/>
          <p:nvPr/>
        </p:nvSpPr>
        <p:spPr>
          <a:xfrm>
            <a:off x="334080" y="542880"/>
            <a:ext cx="10028520" cy="1253880"/>
          </a:xfrm>
          <a:custGeom>
            <a:avLst/>
            <a:gdLst/>
            <a:ahLst/>
            <a:cxnLst/>
            <a:rect l="0" t="0" r="r" b="b"/>
            <a:pathLst>
              <a:path w="27857" h="3483">
                <a:moveTo>
                  <a:pt x="0" y="3135"/>
                </a:moveTo>
                <a:lnTo>
                  <a:pt x="0" y="350"/>
                </a:lnTo>
                <a:cubicBezTo>
                  <a:pt x="0" y="303"/>
                  <a:pt x="9" y="259"/>
                  <a:pt x="27" y="215"/>
                </a:cubicBezTo>
                <a:cubicBezTo>
                  <a:pt x="44" y="173"/>
                  <a:pt x="69" y="135"/>
                  <a:pt x="102" y="102"/>
                </a:cubicBezTo>
                <a:cubicBezTo>
                  <a:pt x="135" y="70"/>
                  <a:pt x="172" y="45"/>
                  <a:pt x="215" y="27"/>
                </a:cubicBezTo>
                <a:cubicBezTo>
                  <a:pt x="258" y="9"/>
                  <a:pt x="302" y="0"/>
                  <a:pt x="348" y="0"/>
                </a:cubicBezTo>
                <a:lnTo>
                  <a:pt x="27508" y="0"/>
                </a:lnTo>
                <a:cubicBezTo>
                  <a:pt x="27555" y="0"/>
                  <a:pt x="27599" y="9"/>
                  <a:pt x="27642" y="27"/>
                </a:cubicBezTo>
                <a:cubicBezTo>
                  <a:pt x="27684" y="45"/>
                  <a:pt x="27722" y="70"/>
                  <a:pt x="27755" y="102"/>
                </a:cubicBezTo>
                <a:cubicBezTo>
                  <a:pt x="27787" y="135"/>
                  <a:pt x="27813" y="173"/>
                  <a:pt x="27830" y="215"/>
                </a:cubicBezTo>
                <a:cubicBezTo>
                  <a:pt x="27848" y="259"/>
                  <a:pt x="27857" y="303"/>
                  <a:pt x="27857" y="350"/>
                </a:cubicBezTo>
                <a:lnTo>
                  <a:pt x="27857" y="3135"/>
                </a:lnTo>
                <a:cubicBezTo>
                  <a:pt x="27857" y="3181"/>
                  <a:pt x="27848" y="3226"/>
                  <a:pt x="27830" y="3268"/>
                </a:cubicBezTo>
                <a:cubicBezTo>
                  <a:pt x="27813" y="3311"/>
                  <a:pt x="27787" y="3349"/>
                  <a:pt x="27755" y="3381"/>
                </a:cubicBezTo>
                <a:cubicBezTo>
                  <a:pt x="27722" y="3414"/>
                  <a:pt x="27684" y="3439"/>
                  <a:pt x="27642" y="3457"/>
                </a:cubicBezTo>
                <a:cubicBezTo>
                  <a:pt x="27599" y="3474"/>
                  <a:pt x="27555" y="3483"/>
                  <a:pt x="27508" y="3483"/>
                </a:cubicBezTo>
                <a:lnTo>
                  <a:pt x="348" y="3483"/>
                </a:lnTo>
                <a:cubicBezTo>
                  <a:pt x="302" y="3483"/>
                  <a:pt x="258" y="3474"/>
                  <a:pt x="215" y="3457"/>
                </a:cubicBezTo>
                <a:cubicBezTo>
                  <a:pt x="172" y="3439"/>
                  <a:pt x="135" y="3414"/>
                  <a:pt x="102" y="3381"/>
                </a:cubicBezTo>
                <a:cubicBezTo>
                  <a:pt x="69" y="3349"/>
                  <a:pt x="44" y="3311"/>
                  <a:pt x="27" y="3268"/>
                </a:cubicBezTo>
                <a:cubicBezTo>
                  <a:pt x="9" y="3226"/>
                  <a:pt x="0" y="3181"/>
                  <a:pt x="0" y="3135"/>
                </a:cubicBezTo>
                <a:moveTo>
                  <a:pt x="23" y="350"/>
                </a:moveTo>
                <a:lnTo>
                  <a:pt x="23" y="3135"/>
                </a:lnTo>
                <a:cubicBezTo>
                  <a:pt x="23" y="3156"/>
                  <a:pt x="25" y="3178"/>
                  <a:pt x="29" y="3199"/>
                </a:cubicBezTo>
                <a:cubicBezTo>
                  <a:pt x="34" y="3219"/>
                  <a:pt x="40" y="3240"/>
                  <a:pt x="48" y="3259"/>
                </a:cubicBezTo>
                <a:cubicBezTo>
                  <a:pt x="56" y="3279"/>
                  <a:pt x="66" y="3298"/>
                  <a:pt x="78" y="3316"/>
                </a:cubicBezTo>
                <a:cubicBezTo>
                  <a:pt x="90" y="3333"/>
                  <a:pt x="103" y="3350"/>
                  <a:pt x="118" y="3365"/>
                </a:cubicBezTo>
                <a:cubicBezTo>
                  <a:pt x="134" y="3380"/>
                  <a:pt x="150" y="3393"/>
                  <a:pt x="168" y="3405"/>
                </a:cubicBezTo>
                <a:cubicBezTo>
                  <a:pt x="185" y="3417"/>
                  <a:pt x="204" y="3427"/>
                  <a:pt x="224" y="3435"/>
                </a:cubicBezTo>
                <a:cubicBezTo>
                  <a:pt x="244" y="3444"/>
                  <a:pt x="264" y="3450"/>
                  <a:pt x="285" y="3454"/>
                </a:cubicBezTo>
                <a:cubicBezTo>
                  <a:pt x="306" y="3458"/>
                  <a:pt x="327" y="3460"/>
                  <a:pt x="348" y="3460"/>
                </a:cubicBezTo>
                <a:lnTo>
                  <a:pt x="27508" y="3460"/>
                </a:lnTo>
                <a:cubicBezTo>
                  <a:pt x="27530" y="3460"/>
                  <a:pt x="27551" y="3458"/>
                  <a:pt x="27572" y="3454"/>
                </a:cubicBezTo>
                <a:cubicBezTo>
                  <a:pt x="27593" y="3450"/>
                  <a:pt x="27613" y="3444"/>
                  <a:pt x="27633" y="3435"/>
                </a:cubicBezTo>
                <a:cubicBezTo>
                  <a:pt x="27653" y="3427"/>
                  <a:pt x="27671" y="3417"/>
                  <a:pt x="27689" y="3405"/>
                </a:cubicBezTo>
                <a:cubicBezTo>
                  <a:pt x="27707" y="3393"/>
                  <a:pt x="27723" y="3380"/>
                  <a:pt x="27738" y="3365"/>
                </a:cubicBezTo>
                <a:cubicBezTo>
                  <a:pt x="27753" y="3350"/>
                  <a:pt x="27767" y="3333"/>
                  <a:pt x="27779" y="3316"/>
                </a:cubicBezTo>
                <a:cubicBezTo>
                  <a:pt x="27791" y="3298"/>
                  <a:pt x="27801" y="3279"/>
                  <a:pt x="27809" y="3259"/>
                </a:cubicBezTo>
                <a:cubicBezTo>
                  <a:pt x="27817" y="3240"/>
                  <a:pt x="27823" y="3219"/>
                  <a:pt x="27827" y="3199"/>
                </a:cubicBezTo>
                <a:cubicBezTo>
                  <a:pt x="27831" y="3178"/>
                  <a:pt x="27833" y="3156"/>
                  <a:pt x="27833" y="3135"/>
                </a:cubicBezTo>
                <a:lnTo>
                  <a:pt x="27833" y="350"/>
                </a:lnTo>
                <a:cubicBezTo>
                  <a:pt x="27833" y="328"/>
                  <a:pt x="27831" y="307"/>
                  <a:pt x="27827" y="286"/>
                </a:cubicBezTo>
                <a:cubicBezTo>
                  <a:pt x="27823" y="265"/>
                  <a:pt x="27817" y="245"/>
                  <a:pt x="27809" y="224"/>
                </a:cubicBezTo>
                <a:cubicBezTo>
                  <a:pt x="27801" y="204"/>
                  <a:pt x="27791" y="186"/>
                  <a:pt x="27779" y="168"/>
                </a:cubicBezTo>
                <a:cubicBezTo>
                  <a:pt x="27767" y="150"/>
                  <a:pt x="27753" y="134"/>
                  <a:pt x="27738" y="119"/>
                </a:cubicBezTo>
                <a:cubicBezTo>
                  <a:pt x="27723" y="104"/>
                  <a:pt x="27707" y="90"/>
                  <a:pt x="27689" y="78"/>
                </a:cubicBezTo>
                <a:cubicBezTo>
                  <a:pt x="27671" y="66"/>
                  <a:pt x="27653" y="56"/>
                  <a:pt x="27633" y="48"/>
                </a:cubicBezTo>
                <a:cubicBezTo>
                  <a:pt x="27613" y="40"/>
                  <a:pt x="27593" y="34"/>
                  <a:pt x="27572" y="30"/>
                </a:cubicBezTo>
                <a:cubicBezTo>
                  <a:pt x="27551" y="26"/>
                  <a:pt x="27530" y="24"/>
                  <a:pt x="27508" y="24"/>
                </a:cubicBezTo>
                <a:lnTo>
                  <a:pt x="348" y="24"/>
                </a:lnTo>
                <a:cubicBezTo>
                  <a:pt x="327" y="24"/>
                  <a:pt x="306" y="26"/>
                  <a:pt x="285" y="30"/>
                </a:cubicBezTo>
                <a:cubicBezTo>
                  <a:pt x="264" y="34"/>
                  <a:pt x="244" y="40"/>
                  <a:pt x="224" y="48"/>
                </a:cubicBezTo>
                <a:cubicBezTo>
                  <a:pt x="204" y="56"/>
                  <a:pt x="185" y="66"/>
                  <a:pt x="168" y="78"/>
                </a:cubicBezTo>
                <a:cubicBezTo>
                  <a:pt x="150" y="90"/>
                  <a:pt x="134" y="104"/>
                  <a:pt x="118" y="119"/>
                </a:cubicBezTo>
                <a:cubicBezTo>
                  <a:pt x="103" y="134"/>
                  <a:pt x="90" y="150"/>
                  <a:pt x="78" y="168"/>
                </a:cubicBezTo>
                <a:cubicBezTo>
                  <a:pt x="66" y="186"/>
                  <a:pt x="56" y="204"/>
                  <a:pt x="48" y="224"/>
                </a:cubicBezTo>
                <a:cubicBezTo>
                  <a:pt x="40" y="245"/>
                  <a:pt x="34" y="265"/>
                  <a:pt x="29" y="286"/>
                </a:cubicBezTo>
                <a:cubicBezTo>
                  <a:pt x="25" y="307"/>
                  <a:pt x="23" y="328"/>
                  <a:pt x="23" y="35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53" name="圖片 152"/>
          <p:cNvPicPr/>
          <p:nvPr/>
        </p:nvPicPr>
        <p:blipFill>
          <a:blip r:embed="rId2"/>
          <a:stretch>
            <a:fillRect/>
          </a:stretch>
        </p:blipFill>
        <p:spPr>
          <a:xfrm>
            <a:off x="543240" y="785520"/>
            <a:ext cx="1749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文字框 153"/>
          <p:cNvSpPr txBox="1"/>
          <p:nvPr/>
        </p:nvSpPr>
        <p:spPr>
          <a:xfrm>
            <a:off x="334440" y="312120"/>
            <a:ext cx="2702880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37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稳定币的定义与价值</a:t>
            </a:r>
            <a:endParaRPr lang="en-US" sz="23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5" name="文字框 154"/>
          <p:cNvSpPr txBox="1"/>
          <p:nvPr/>
        </p:nvSpPr>
        <p:spPr>
          <a:xfrm>
            <a:off x="819000" y="759600"/>
            <a:ext cx="40320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定义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6" name="文字框 155"/>
          <p:cNvSpPr txBox="1"/>
          <p:nvPr/>
        </p:nvSpPr>
        <p:spPr>
          <a:xfrm>
            <a:off x="543240" y="1141920"/>
            <a:ext cx="48286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稳定币是一种旨在维持稳定价值的加密货币，通常通过与美元等法定货币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7" name="文字框 156"/>
          <p:cNvSpPr txBox="1"/>
          <p:nvPr/>
        </p:nvSpPr>
        <p:spPr>
          <a:xfrm>
            <a:off x="5356800" y="1147320"/>
            <a:ext cx="24336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1:1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8" name="文字框 157"/>
          <p:cNvSpPr txBox="1"/>
          <p:nvPr/>
        </p:nvSpPr>
        <p:spPr>
          <a:xfrm>
            <a:off x="5598720" y="1141920"/>
            <a:ext cx="43761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锚定来实现。它们作为连接传统金融与数字资产世界的桥梁，在交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9" name="任意多邊形 158"/>
          <p:cNvSpPr/>
          <p:nvPr/>
        </p:nvSpPr>
        <p:spPr>
          <a:xfrm>
            <a:off x="334080" y="1996920"/>
            <a:ext cx="4914000" cy="3944880"/>
          </a:xfrm>
          <a:custGeom>
            <a:avLst/>
            <a:gdLst/>
            <a:ahLst/>
            <a:cxnLst/>
            <a:rect l="0" t="0" r="r" b="b"/>
            <a:pathLst>
              <a:path w="13650" h="10958">
                <a:moveTo>
                  <a:pt x="27" y="215"/>
                </a:moveTo>
                <a:cubicBezTo>
                  <a:pt x="44" y="173"/>
                  <a:pt x="69" y="135"/>
                  <a:pt x="102" y="102"/>
                </a:cubicBezTo>
                <a:cubicBezTo>
                  <a:pt x="135" y="70"/>
                  <a:pt x="172" y="45"/>
                  <a:pt x="215" y="27"/>
                </a:cubicBezTo>
                <a:cubicBezTo>
                  <a:pt x="258" y="9"/>
                  <a:pt x="302" y="0"/>
                  <a:pt x="348" y="0"/>
                </a:cubicBezTo>
                <a:lnTo>
                  <a:pt x="13302" y="0"/>
                </a:lnTo>
                <a:cubicBezTo>
                  <a:pt x="13348" y="0"/>
                  <a:pt x="13393" y="9"/>
                  <a:pt x="13435" y="27"/>
                </a:cubicBezTo>
                <a:cubicBezTo>
                  <a:pt x="13478" y="45"/>
                  <a:pt x="13516" y="70"/>
                  <a:pt x="13548" y="102"/>
                </a:cubicBezTo>
                <a:cubicBezTo>
                  <a:pt x="13581" y="135"/>
                  <a:pt x="13606" y="173"/>
                  <a:pt x="13624" y="215"/>
                </a:cubicBezTo>
                <a:cubicBezTo>
                  <a:pt x="13641" y="258"/>
                  <a:pt x="13650" y="302"/>
                  <a:pt x="13650" y="349"/>
                </a:cubicBezTo>
                <a:lnTo>
                  <a:pt x="13650" y="10609"/>
                </a:lnTo>
                <a:cubicBezTo>
                  <a:pt x="13650" y="10655"/>
                  <a:pt x="13641" y="10699"/>
                  <a:pt x="13624" y="10742"/>
                </a:cubicBezTo>
                <a:cubicBezTo>
                  <a:pt x="13606" y="10785"/>
                  <a:pt x="13581" y="10822"/>
                  <a:pt x="13548" y="10855"/>
                </a:cubicBezTo>
                <a:cubicBezTo>
                  <a:pt x="13516" y="10889"/>
                  <a:pt x="13478" y="10914"/>
                  <a:pt x="13435" y="10931"/>
                </a:cubicBezTo>
                <a:cubicBezTo>
                  <a:pt x="13393" y="10949"/>
                  <a:pt x="13348" y="10958"/>
                  <a:pt x="13302" y="10958"/>
                </a:cubicBezTo>
                <a:lnTo>
                  <a:pt x="348" y="10958"/>
                </a:lnTo>
                <a:cubicBezTo>
                  <a:pt x="302" y="10958"/>
                  <a:pt x="258" y="10949"/>
                  <a:pt x="215" y="10931"/>
                </a:cubicBezTo>
                <a:cubicBezTo>
                  <a:pt x="172" y="10914"/>
                  <a:pt x="135" y="10889"/>
                  <a:pt x="102" y="10855"/>
                </a:cubicBezTo>
                <a:cubicBezTo>
                  <a:pt x="69" y="10822"/>
                  <a:pt x="44" y="10785"/>
                  <a:pt x="27" y="10742"/>
                </a:cubicBezTo>
                <a:cubicBezTo>
                  <a:pt x="9" y="10699"/>
                  <a:pt x="0" y="10655"/>
                  <a:pt x="0" y="10609"/>
                </a:cubicBezTo>
                <a:lnTo>
                  <a:pt x="0" y="349"/>
                </a:lnTo>
                <a:cubicBezTo>
                  <a:pt x="0" y="302"/>
                  <a:pt x="9" y="258"/>
                  <a:pt x="27" y="215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0" name="任意多邊形 159"/>
          <p:cNvSpPr/>
          <p:nvPr/>
        </p:nvSpPr>
        <p:spPr>
          <a:xfrm>
            <a:off x="334080" y="1996920"/>
            <a:ext cx="4914000" cy="3944880"/>
          </a:xfrm>
          <a:custGeom>
            <a:avLst/>
            <a:gdLst/>
            <a:ahLst/>
            <a:cxnLst/>
            <a:rect l="0" t="0" r="r" b="b"/>
            <a:pathLst>
              <a:path w="13650" h="10958">
                <a:moveTo>
                  <a:pt x="0" y="10609"/>
                </a:moveTo>
                <a:lnTo>
                  <a:pt x="0" y="349"/>
                </a:lnTo>
                <a:cubicBezTo>
                  <a:pt x="0" y="302"/>
                  <a:pt x="9" y="258"/>
                  <a:pt x="27" y="215"/>
                </a:cubicBezTo>
                <a:cubicBezTo>
                  <a:pt x="44" y="173"/>
                  <a:pt x="69" y="135"/>
                  <a:pt x="102" y="102"/>
                </a:cubicBezTo>
                <a:cubicBezTo>
                  <a:pt x="135" y="70"/>
                  <a:pt x="172" y="45"/>
                  <a:pt x="215" y="27"/>
                </a:cubicBezTo>
                <a:cubicBezTo>
                  <a:pt x="258" y="9"/>
                  <a:pt x="302" y="0"/>
                  <a:pt x="348" y="0"/>
                </a:cubicBezTo>
                <a:lnTo>
                  <a:pt x="13302" y="0"/>
                </a:lnTo>
                <a:cubicBezTo>
                  <a:pt x="13348" y="0"/>
                  <a:pt x="13393" y="9"/>
                  <a:pt x="13435" y="27"/>
                </a:cubicBezTo>
                <a:cubicBezTo>
                  <a:pt x="13478" y="45"/>
                  <a:pt x="13516" y="70"/>
                  <a:pt x="13548" y="102"/>
                </a:cubicBezTo>
                <a:cubicBezTo>
                  <a:pt x="13581" y="135"/>
                  <a:pt x="13606" y="173"/>
                  <a:pt x="13624" y="215"/>
                </a:cubicBezTo>
                <a:cubicBezTo>
                  <a:pt x="13641" y="258"/>
                  <a:pt x="13650" y="302"/>
                  <a:pt x="13650" y="349"/>
                </a:cubicBezTo>
                <a:lnTo>
                  <a:pt x="13650" y="10609"/>
                </a:lnTo>
                <a:cubicBezTo>
                  <a:pt x="13650" y="10655"/>
                  <a:pt x="13641" y="10699"/>
                  <a:pt x="13624" y="10742"/>
                </a:cubicBezTo>
                <a:cubicBezTo>
                  <a:pt x="13606" y="10785"/>
                  <a:pt x="13581" y="10822"/>
                  <a:pt x="13548" y="10855"/>
                </a:cubicBezTo>
                <a:cubicBezTo>
                  <a:pt x="13516" y="10889"/>
                  <a:pt x="13478" y="10914"/>
                  <a:pt x="13435" y="10931"/>
                </a:cubicBezTo>
                <a:cubicBezTo>
                  <a:pt x="13393" y="10949"/>
                  <a:pt x="13348" y="10958"/>
                  <a:pt x="13302" y="10958"/>
                </a:cubicBezTo>
                <a:lnTo>
                  <a:pt x="348" y="10958"/>
                </a:lnTo>
                <a:cubicBezTo>
                  <a:pt x="302" y="10958"/>
                  <a:pt x="258" y="10949"/>
                  <a:pt x="215" y="10931"/>
                </a:cubicBezTo>
                <a:cubicBezTo>
                  <a:pt x="172" y="10914"/>
                  <a:pt x="135" y="10889"/>
                  <a:pt x="102" y="10855"/>
                </a:cubicBezTo>
                <a:cubicBezTo>
                  <a:pt x="69" y="10822"/>
                  <a:pt x="44" y="10785"/>
                  <a:pt x="27" y="10742"/>
                </a:cubicBezTo>
                <a:cubicBezTo>
                  <a:pt x="9" y="10699"/>
                  <a:pt x="0" y="10655"/>
                  <a:pt x="0" y="10609"/>
                </a:cubicBezTo>
                <a:moveTo>
                  <a:pt x="23" y="349"/>
                </a:moveTo>
                <a:lnTo>
                  <a:pt x="23" y="10609"/>
                </a:lnTo>
                <a:cubicBezTo>
                  <a:pt x="23" y="10630"/>
                  <a:pt x="25" y="10651"/>
                  <a:pt x="29" y="10672"/>
                </a:cubicBezTo>
                <a:cubicBezTo>
                  <a:pt x="34" y="10693"/>
                  <a:pt x="40" y="10713"/>
                  <a:pt x="48" y="10733"/>
                </a:cubicBezTo>
                <a:cubicBezTo>
                  <a:pt x="56" y="10753"/>
                  <a:pt x="66" y="10772"/>
                  <a:pt x="78" y="10789"/>
                </a:cubicBezTo>
                <a:cubicBezTo>
                  <a:pt x="90" y="10807"/>
                  <a:pt x="103" y="10823"/>
                  <a:pt x="118" y="10839"/>
                </a:cubicBezTo>
                <a:cubicBezTo>
                  <a:pt x="134" y="10854"/>
                  <a:pt x="150" y="10867"/>
                  <a:pt x="168" y="10879"/>
                </a:cubicBezTo>
                <a:cubicBezTo>
                  <a:pt x="185" y="10892"/>
                  <a:pt x="204" y="10902"/>
                  <a:pt x="224" y="10910"/>
                </a:cubicBezTo>
                <a:cubicBezTo>
                  <a:pt x="244" y="10918"/>
                  <a:pt x="264" y="10924"/>
                  <a:pt x="285" y="10929"/>
                </a:cubicBezTo>
                <a:cubicBezTo>
                  <a:pt x="306" y="10933"/>
                  <a:pt x="327" y="10935"/>
                  <a:pt x="348" y="10935"/>
                </a:cubicBezTo>
                <a:lnTo>
                  <a:pt x="13302" y="10935"/>
                </a:lnTo>
                <a:cubicBezTo>
                  <a:pt x="13323" y="10935"/>
                  <a:pt x="13345" y="10933"/>
                  <a:pt x="13366" y="10929"/>
                </a:cubicBezTo>
                <a:cubicBezTo>
                  <a:pt x="13386" y="10924"/>
                  <a:pt x="13407" y="10918"/>
                  <a:pt x="13426" y="10910"/>
                </a:cubicBezTo>
                <a:cubicBezTo>
                  <a:pt x="13446" y="10902"/>
                  <a:pt x="13465" y="10892"/>
                  <a:pt x="13483" y="10879"/>
                </a:cubicBezTo>
                <a:cubicBezTo>
                  <a:pt x="13500" y="10867"/>
                  <a:pt x="13517" y="10854"/>
                  <a:pt x="13532" y="10839"/>
                </a:cubicBezTo>
                <a:cubicBezTo>
                  <a:pt x="13547" y="10823"/>
                  <a:pt x="13560" y="10807"/>
                  <a:pt x="13572" y="10789"/>
                </a:cubicBezTo>
                <a:cubicBezTo>
                  <a:pt x="13584" y="10772"/>
                  <a:pt x="13594" y="10753"/>
                  <a:pt x="13602" y="10733"/>
                </a:cubicBezTo>
                <a:cubicBezTo>
                  <a:pt x="13611" y="10713"/>
                  <a:pt x="13617" y="10693"/>
                  <a:pt x="13621" y="10672"/>
                </a:cubicBezTo>
                <a:cubicBezTo>
                  <a:pt x="13625" y="10651"/>
                  <a:pt x="13627" y="10630"/>
                  <a:pt x="13627" y="10609"/>
                </a:cubicBezTo>
                <a:lnTo>
                  <a:pt x="13627" y="349"/>
                </a:lnTo>
                <a:cubicBezTo>
                  <a:pt x="13627" y="327"/>
                  <a:pt x="13625" y="306"/>
                  <a:pt x="13621" y="285"/>
                </a:cubicBezTo>
                <a:cubicBezTo>
                  <a:pt x="13617" y="264"/>
                  <a:pt x="13611" y="244"/>
                  <a:pt x="13602" y="224"/>
                </a:cubicBezTo>
                <a:cubicBezTo>
                  <a:pt x="13594" y="205"/>
                  <a:pt x="13584" y="186"/>
                  <a:pt x="13572" y="168"/>
                </a:cubicBezTo>
                <a:cubicBezTo>
                  <a:pt x="13560" y="150"/>
                  <a:pt x="13547" y="134"/>
                  <a:pt x="13532" y="119"/>
                </a:cubicBezTo>
                <a:cubicBezTo>
                  <a:pt x="13517" y="104"/>
                  <a:pt x="13500" y="90"/>
                  <a:pt x="13483" y="78"/>
                </a:cubicBezTo>
                <a:cubicBezTo>
                  <a:pt x="13465" y="67"/>
                  <a:pt x="13446" y="57"/>
                  <a:pt x="13426" y="48"/>
                </a:cubicBezTo>
                <a:cubicBezTo>
                  <a:pt x="13407" y="40"/>
                  <a:pt x="13386" y="34"/>
                  <a:pt x="13366" y="30"/>
                </a:cubicBezTo>
                <a:cubicBezTo>
                  <a:pt x="13345" y="26"/>
                  <a:pt x="13323" y="24"/>
                  <a:pt x="13302" y="24"/>
                </a:cubicBezTo>
                <a:lnTo>
                  <a:pt x="348" y="24"/>
                </a:lnTo>
                <a:cubicBezTo>
                  <a:pt x="327" y="24"/>
                  <a:pt x="306" y="26"/>
                  <a:pt x="285" y="30"/>
                </a:cubicBezTo>
                <a:cubicBezTo>
                  <a:pt x="264" y="34"/>
                  <a:pt x="244" y="40"/>
                  <a:pt x="224" y="48"/>
                </a:cubicBezTo>
                <a:cubicBezTo>
                  <a:pt x="204" y="57"/>
                  <a:pt x="185" y="67"/>
                  <a:pt x="168" y="78"/>
                </a:cubicBezTo>
                <a:cubicBezTo>
                  <a:pt x="150" y="90"/>
                  <a:pt x="134" y="104"/>
                  <a:pt x="118" y="119"/>
                </a:cubicBezTo>
                <a:cubicBezTo>
                  <a:pt x="103" y="134"/>
                  <a:pt x="90" y="150"/>
                  <a:pt x="78" y="168"/>
                </a:cubicBezTo>
                <a:cubicBezTo>
                  <a:pt x="66" y="186"/>
                  <a:pt x="56" y="205"/>
                  <a:pt x="48" y="224"/>
                </a:cubicBezTo>
                <a:cubicBezTo>
                  <a:pt x="40" y="244"/>
                  <a:pt x="34" y="264"/>
                  <a:pt x="29" y="285"/>
                </a:cubicBezTo>
                <a:cubicBezTo>
                  <a:pt x="25" y="306"/>
                  <a:pt x="23" y="327"/>
                  <a:pt x="23" y="349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1" name="任意多邊形 160"/>
          <p:cNvSpPr/>
          <p:nvPr/>
        </p:nvSpPr>
        <p:spPr>
          <a:xfrm>
            <a:off x="542880" y="2607120"/>
            <a:ext cx="4496400" cy="1086840"/>
          </a:xfrm>
          <a:custGeom>
            <a:avLst/>
            <a:gdLst/>
            <a:ahLst/>
            <a:cxnLst/>
            <a:rect l="0" t="0" r="r" b="b"/>
            <a:pathLst>
              <a:path w="12490" h="3019">
                <a:moveTo>
                  <a:pt x="14" y="115"/>
                </a:moveTo>
                <a:cubicBezTo>
                  <a:pt x="24" y="92"/>
                  <a:pt x="37" y="72"/>
                  <a:pt x="55" y="54"/>
                </a:cubicBezTo>
                <a:cubicBezTo>
                  <a:pt x="72" y="37"/>
                  <a:pt x="92" y="24"/>
                  <a:pt x="115" y="14"/>
                </a:cubicBezTo>
                <a:cubicBezTo>
                  <a:pt x="138" y="5"/>
                  <a:pt x="161" y="0"/>
                  <a:pt x="186" y="0"/>
                </a:cubicBezTo>
                <a:lnTo>
                  <a:pt x="12304" y="0"/>
                </a:lnTo>
                <a:cubicBezTo>
                  <a:pt x="12329" y="0"/>
                  <a:pt x="12353" y="5"/>
                  <a:pt x="12375" y="14"/>
                </a:cubicBezTo>
                <a:cubicBezTo>
                  <a:pt x="12398" y="24"/>
                  <a:pt x="12418" y="37"/>
                  <a:pt x="12436" y="54"/>
                </a:cubicBezTo>
                <a:cubicBezTo>
                  <a:pt x="12453" y="72"/>
                  <a:pt x="12466" y="92"/>
                  <a:pt x="12476" y="115"/>
                </a:cubicBezTo>
                <a:cubicBezTo>
                  <a:pt x="12485" y="137"/>
                  <a:pt x="12490" y="161"/>
                  <a:pt x="12490" y="186"/>
                </a:cubicBezTo>
                <a:lnTo>
                  <a:pt x="12490" y="2833"/>
                </a:lnTo>
                <a:cubicBezTo>
                  <a:pt x="12490" y="2858"/>
                  <a:pt x="12485" y="2881"/>
                  <a:pt x="12476" y="2904"/>
                </a:cubicBezTo>
                <a:cubicBezTo>
                  <a:pt x="12466" y="2927"/>
                  <a:pt x="12453" y="2947"/>
                  <a:pt x="12436" y="2964"/>
                </a:cubicBezTo>
                <a:cubicBezTo>
                  <a:pt x="12418" y="2982"/>
                  <a:pt x="12398" y="2995"/>
                  <a:pt x="12375" y="3005"/>
                </a:cubicBezTo>
                <a:cubicBezTo>
                  <a:pt x="12353" y="3014"/>
                  <a:pt x="12329" y="3019"/>
                  <a:pt x="12304" y="3019"/>
                </a:cubicBezTo>
                <a:lnTo>
                  <a:pt x="186" y="3019"/>
                </a:lnTo>
                <a:cubicBezTo>
                  <a:pt x="161" y="3019"/>
                  <a:pt x="138" y="3014"/>
                  <a:pt x="115" y="3005"/>
                </a:cubicBezTo>
                <a:cubicBezTo>
                  <a:pt x="92" y="2995"/>
                  <a:pt x="72" y="2982"/>
                  <a:pt x="55" y="2964"/>
                </a:cubicBezTo>
                <a:cubicBezTo>
                  <a:pt x="37" y="2947"/>
                  <a:pt x="24" y="2927"/>
                  <a:pt x="14" y="2904"/>
                </a:cubicBezTo>
                <a:cubicBezTo>
                  <a:pt x="5" y="2881"/>
                  <a:pt x="0" y="2858"/>
                  <a:pt x="0" y="2833"/>
                </a:cubicBezTo>
                <a:lnTo>
                  <a:pt x="0" y="186"/>
                </a:lnTo>
                <a:cubicBezTo>
                  <a:pt x="0" y="161"/>
                  <a:pt x="5" y="137"/>
                  <a:pt x="14" y="115"/>
                </a:cubicBezTo>
                <a:close/>
              </a:path>
            </a:pathLst>
          </a:custGeom>
          <a:solidFill>
            <a:srgbClr val="FFFFFF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2" name="任意多邊形 161"/>
          <p:cNvSpPr/>
          <p:nvPr/>
        </p:nvSpPr>
        <p:spPr>
          <a:xfrm>
            <a:off x="542880" y="2607120"/>
            <a:ext cx="4496400" cy="1086840"/>
          </a:xfrm>
          <a:custGeom>
            <a:avLst/>
            <a:gdLst/>
            <a:ahLst/>
            <a:cxnLst/>
            <a:rect l="0" t="0" r="r" b="b"/>
            <a:pathLst>
              <a:path w="12490" h="3019">
                <a:moveTo>
                  <a:pt x="0" y="2833"/>
                </a:moveTo>
                <a:lnTo>
                  <a:pt x="0" y="186"/>
                </a:lnTo>
                <a:cubicBezTo>
                  <a:pt x="0" y="161"/>
                  <a:pt x="5" y="137"/>
                  <a:pt x="14" y="115"/>
                </a:cubicBezTo>
                <a:cubicBezTo>
                  <a:pt x="24" y="92"/>
                  <a:pt x="37" y="72"/>
                  <a:pt x="55" y="54"/>
                </a:cubicBezTo>
                <a:cubicBezTo>
                  <a:pt x="72" y="37"/>
                  <a:pt x="92" y="24"/>
                  <a:pt x="115" y="14"/>
                </a:cubicBezTo>
                <a:cubicBezTo>
                  <a:pt x="138" y="5"/>
                  <a:pt x="161" y="0"/>
                  <a:pt x="186" y="0"/>
                </a:cubicBezTo>
                <a:lnTo>
                  <a:pt x="12304" y="0"/>
                </a:lnTo>
                <a:cubicBezTo>
                  <a:pt x="12329" y="0"/>
                  <a:pt x="12353" y="5"/>
                  <a:pt x="12375" y="14"/>
                </a:cubicBezTo>
                <a:cubicBezTo>
                  <a:pt x="12398" y="24"/>
                  <a:pt x="12418" y="37"/>
                  <a:pt x="12436" y="54"/>
                </a:cubicBezTo>
                <a:cubicBezTo>
                  <a:pt x="12453" y="72"/>
                  <a:pt x="12466" y="92"/>
                  <a:pt x="12476" y="115"/>
                </a:cubicBezTo>
                <a:cubicBezTo>
                  <a:pt x="12485" y="137"/>
                  <a:pt x="12490" y="161"/>
                  <a:pt x="12490" y="186"/>
                </a:cubicBezTo>
                <a:lnTo>
                  <a:pt x="12490" y="2833"/>
                </a:lnTo>
                <a:cubicBezTo>
                  <a:pt x="12490" y="2858"/>
                  <a:pt x="12485" y="2881"/>
                  <a:pt x="12476" y="2904"/>
                </a:cubicBezTo>
                <a:cubicBezTo>
                  <a:pt x="12466" y="2927"/>
                  <a:pt x="12453" y="2947"/>
                  <a:pt x="12436" y="2964"/>
                </a:cubicBezTo>
                <a:cubicBezTo>
                  <a:pt x="12418" y="2982"/>
                  <a:pt x="12398" y="2995"/>
                  <a:pt x="12375" y="3005"/>
                </a:cubicBezTo>
                <a:cubicBezTo>
                  <a:pt x="12353" y="3014"/>
                  <a:pt x="12329" y="3019"/>
                  <a:pt x="12304" y="3019"/>
                </a:cubicBezTo>
                <a:lnTo>
                  <a:pt x="186" y="3019"/>
                </a:lnTo>
                <a:cubicBezTo>
                  <a:pt x="161" y="3019"/>
                  <a:pt x="138" y="3014"/>
                  <a:pt x="115" y="3005"/>
                </a:cubicBezTo>
                <a:cubicBezTo>
                  <a:pt x="92" y="2995"/>
                  <a:pt x="72" y="2982"/>
                  <a:pt x="55" y="2964"/>
                </a:cubicBezTo>
                <a:cubicBezTo>
                  <a:pt x="37" y="2947"/>
                  <a:pt x="24" y="2927"/>
                  <a:pt x="14" y="2904"/>
                </a:cubicBezTo>
                <a:cubicBezTo>
                  <a:pt x="5" y="2881"/>
                  <a:pt x="0" y="2858"/>
                  <a:pt x="0" y="2833"/>
                </a:cubicBezTo>
                <a:moveTo>
                  <a:pt x="24" y="186"/>
                </a:moveTo>
                <a:lnTo>
                  <a:pt x="24" y="2833"/>
                </a:lnTo>
                <a:cubicBezTo>
                  <a:pt x="24" y="2844"/>
                  <a:pt x="25" y="2854"/>
                  <a:pt x="27" y="2865"/>
                </a:cubicBezTo>
                <a:cubicBezTo>
                  <a:pt x="29" y="2875"/>
                  <a:pt x="32" y="2885"/>
                  <a:pt x="36" y="2895"/>
                </a:cubicBezTo>
                <a:cubicBezTo>
                  <a:pt x="40" y="2905"/>
                  <a:pt x="45" y="2914"/>
                  <a:pt x="51" y="2923"/>
                </a:cubicBezTo>
                <a:cubicBezTo>
                  <a:pt x="57" y="2932"/>
                  <a:pt x="64" y="2940"/>
                  <a:pt x="71" y="2948"/>
                </a:cubicBezTo>
                <a:cubicBezTo>
                  <a:pt x="79" y="2955"/>
                  <a:pt x="87" y="2962"/>
                  <a:pt x="96" y="2968"/>
                </a:cubicBezTo>
                <a:cubicBezTo>
                  <a:pt x="105" y="2974"/>
                  <a:pt x="114" y="2979"/>
                  <a:pt x="124" y="2983"/>
                </a:cubicBezTo>
                <a:cubicBezTo>
                  <a:pt x="134" y="2987"/>
                  <a:pt x="144" y="2990"/>
                  <a:pt x="154" y="2992"/>
                </a:cubicBezTo>
                <a:cubicBezTo>
                  <a:pt x="165" y="2994"/>
                  <a:pt x="175" y="2995"/>
                  <a:pt x="186" y="2995"/>
                </a:cubicBezTo>
                <a:lnTo>
                  <a:pt x="12304" y="2995"/>
                </a:lnTo>
                <a:cubicBezTo>
                  <a:pt x="12315" y="2995"/>
                  <a:pt x="12326" y="2994"/>
                  <a:pt x="12336" y="2992"/>
                </a:cubicBezTo>
                <a:cubicBezTo>
                  <a:pt x="12346" y="2990"/>
                  <a:pt x="12357" y="2987"/>
                  <a:pt x="12366" y="2983"/>
                </a:cubicBezTo>
                <a:cubicBezTo>
                  <a:pt x="12376" y="2979"/>
                  <a:pt x="12386" y="2974"/>
                  <a:pt x="12395" y="2968"/>
                </a:cubicBezTo>
                <a:cubicBezTo>
                  <a:pt x="12403" y="2962"/>
                  <a:pt x="12412" y="2955"/>
                  <a:pt x="12419" y="2948"/>
                </a:cubicBezTo>
                <a:cubicBezTo>
                  <a:pt x="12427" y="2940"/>
                  <a:pt x="12433" y="2932"/>
                  <a:pt x="12439" y="2923"/>
                </a:cubicBezTo>
                <a:cubicBezTo>
                  <a:pt x="12445" y="2914"/>
                  <a:pt x="12450" y="2905"/>
                  <a:pt x="12454" y="2895"/>
                </a:cubicBezTo>
                <a:cubicBezTo>
                  <a:pt x="12458" y="2885"/>
                  <a:pt x="12462" y="2875"/>
                  <a:pt x="12464" y="2865"/>
                </a:cubicBezTo>
                <a:cubicBezTo>
                  <a:pt x="12466" y="2854"/>
                  <a:pt x="12467" y="2844"/>
                  <a:pt x="12467" y="2833"/>
                </a:cubicBezTo>
                <a:lnTo>
                  <a:pt x="12467" y="186"/>
                </a:lnTo>
                <a:cubicBezTo>
                  <a:pt x="12467" y="175"/>
                  <a:pt x="12466" y="164"/>
                  <a:pt x="12464" y="154"/>
                </a:cubicBezTo>
                <a:cubicBezTo>
                  <a:pt x="12462" y="144"/>
                  <a:pt x="12458" y="133"/>
                  <a:pt x="12454" y="123"/>
                </a:cubicBezTo>
                <a:cubicBezTo>
                  <a:pt x="12450" y="114"/>
                  <a:pt x="12445" y="104"/>
                  <a:pt x="12439" y="95"/>
                </a:cubicBezTo>
                <a:cubicBezTo>
                  <a:pt x="12433" y="87"/>
                  <a:pt x="12427" y="78"/>
                  <a:pt x="12419" y="71"/>
                </a:cubicBezTo>
                <a:cubicBezTo>
                  <a:pt x="12412" y="63"/>
                  <a:pt x="12403" y="56"/>
                  <a:pt x="12395" y="51"/>
                </a:cubicBezTo>
                <a:cubicBezTo>
                  <a:pt x="12386" y="45"/>
                  <a:pt x="12376" y="40"/>
                  <a:pt x="12366" y="36"/>
                </a:cubicBezTo>
                <a:cubicBezTo>
                  <a:pt x="12357" y="31"/>
                  <a:pt x="12346" y="28"/>
                  <a:pt x="12336" y="26"/>
                </a:cubicBezTo>
                <a:cubicBezTo>
                  <a:pt x="12326" y="24"/>
                  <a:pt x="12315" y="23"/>
                  <a:pt x="12304" y="23"/>
                </a:cubicBezTo>
                <a:lnTo>
                  <a:pt x="186" y="23"/>
                </a:lnTo>
                <a:cubicBezTo>
                  <a:pt x="175" y="23"/>
                  <a:pt x="165" y="24"/>
                  <a:pt x="154" y="26"/>
                </a:cubicBezTo>
                <a:cubicBezTo>
                  <a:pt x="144" y="28"/>
                  <a:pt x="134" y="31"/>
                  <a:pt x="124" y="36"/>
                </a:cubicBezTo>
                <a:cubicBezTo>
                  <a:pt x="114" y="40"/>
                  <a:pt x="105" y="45"/>
                  <a:pt x="96" y="51"/>
                </a:cubicBezTo>
                <a:cubicBezTo>
                  <a:pt x="87" y="56"/>
                  <a:pt x="79" y="63"/>
                  <a:pt x="71" y="71"/>
                </a:cubicBezTo>
                <a:cubicBezTo>
                  <a:pt x="64" y="78"/>
                  <a:pt x="57" y="87"/>
                  <a:pt x="51" y="95"/>
                </a:cubicBezTo>
                <a:cubicBezTo>
                  <a:pt x="45" y="104"/>
                  <a:pt x="40" y="114"/>
                  <a:pt x="36" y="123"/>
                </a:cubicBezTo>
                <a:cubicBezTo>
                  <a:pt x="32" y="133"/>
                  <a:pt x="29" y="144"/>
                  <a:pt x="27" y="154"/>
                </a:cubicBezTo>
                <a:cubicBezTo>
                  <a:pt x="25" y="164"/>
                  <a:pt x="24" y="175"/>
                  <a:pt x="24" y="186"/>
                </a:cubicBezTo>
                <a:close/>
              </a:path>
            </a:pathLst>
          </a:custGeom>
          <a:solidFill>
            <a:srgbClr val="FFFFFF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3" name="任意多邊形 162"/>
          <p:cNvSpPr/>
          <p:nvPr/>
        </p:nvSpPr>
        <p:spPr>
          <a:xfrm>
            <a:off x="542880" y="3827160"/>
            <a:ext cx="4496400" cy="886320"/>
          </a:xfrm>
          <a:custGeom>
            <a:avLst/>
            <a:gdLst/>
            <a:ahLst/>
            <a:cxnLst/>
            <a:rect l="0" t="0" r="r" b="b"/>
            <a:pathLst>
              <a:path w="12490" h="2462">
                <a:moveTo>
                  <a:pt x="14" y="115"/>
                </a:moveTo>
                <a:cubicBezTo>
                  <a:pt x="24" y="92"/>
                  <a:pt x="37" y="72"/>
                  <a:pt x="55" y="54"/>
                </a:cubicBezTo>
                <a:cubicBezTo>
                  <a:pt x="72" y="37"/>
                  <a:pt x="92" y="24"/>
                  <a:pt x="115" y="14"/>
                </a:cubicBezTo>
                <a:cubicBezTo>
                  <a:pt x="138" y="5"/>
                  <a:pt x="161" y="0"/>
                  <a:pt x="186" y="0"/>
                </a:cubicBezTo>
                <a:lnTo>
                  <a:pt x="12304" y="0"/>
                </a:lnTo>
                <a:cubicBezTo>
                  <a:pt x="12329" y="0"/>
                  <a:pt x="12353" y="5"/>
                  <a:pt x="12375" y="14"/>
                </a:cubicBezTo>
                <a:cubicBezTo>
                  <a:pt x="12398" y="24"/>
                  <a:pt x="12418" y="37"/>
                  <a:pt x="12436" y="54"/>
                </a:cubicBezTo>
                <a:cubicBezTo>
                  <a:pt x="12453" y="72"/>
                  <a:pt x="12466" y="92"/>
                  <a:pt x="12476" y="115"/>
                </a:cubicBezTo>
                <a:cubicBezTo>
                  <a:pt x="12485" y="137"/>
                  <a:pt x="12490" y="161"/>
                  <a:pt x="12490" y="186"/>
                </a:cubicBezTo>
                <a:lnTo>
                  <a:pt x="12490" y="2276"/>
                </a:lnTo>
                <a:cubicBezTo>
                  <a:pt x="12490" y="2301"/>
                  <a:pt x="12485" y="2324"/>
                  <a:pt x="12476" y="2347"/>
                </a:cubicBezTo>
                <a:cubicBezTo>
                  <a:pt x="12466" y="2370"/>
                  <a:pt x="12453" y="2390"/>
                  <a:pt x="12436" y="2407"/>
                </a:cubicBezTo>
                <a:cubicBezTo>
                  <a:pt x="12418" y="2425"/>
                  <a:pt x="12398" y="2438"/>
                  <a:pt x="12375" y="2448"/>
                </a:cubicBezTo>
                <a:cubicBezTo>
                  <a:pt x="12353" y="2457"/>
                  <a:pt x="12329" y="2462"/>
                  <a:pt x="12304" y="2462"/>
                </a:cubicBezTo>
                <a:lnTo>
                  <a:pt x="186" y="2462"/>
                </a:lnTo>
                <a:cubicBezTo>
                  <a:pt x="161" y="2462"/>
                  <a:pt x="138" y="2457"/>
                  <a:pt x="115" y="2448"/>
                </a:cubicBezTo>
                <a:cubicBezTo>
                  <a:pt x="92" y="2438"/>
                  <a:pt x="72" y="2425"/>
                  <a:pt x="55" y="2407"/>
                </a:cubicBezTo>
                <a:cubicBezTo>
                  <a:pt x="37" y="2390"/>
                  <a:pt x="24" y="2370"/>
                  <a:pt x="14" y="2347"/>
                </a:cubicBezTo>
                <a:cubicBezTo>
                  <a:pt x="5" y="2324"/>
                  <a:pt x="0" y="2301"/>
                  <a:pt x="0" y="2276"/>
                </a:cubicBezTo>
                <a:lnTo>
                  <a:pt x="0" y="186"/>
                </a:lnTo>
                <a:cubicBezTo>
                  <a:pt x="0" y="161"/>
                  <a:pt x="5" y="137"/>
                  <a:pt x="14" y="115"/>
                </a:cubicBezTo>
                <a:close/>
              </a:path>
            </a:pathLst>
          </a:custGeom>
          <a:solidFill>
            <a:srgbClr val="FFFFFF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4" name="任意多邊形 163"/>
          <p:cNvSpPr/>
          <p:nvPr/>
        </p:nvSpPr>
        <p:spPr>
          <a:xfrm>
            <a:off x="542880" y="3827160"/>
            <a:ext cx="4496400" cy="886320"/>
          </a:xfrm>
          <a:custGeom>
            <a:avLst/>
            <a:gdLst/>
            <a:ahLst/>
            <a:cxnLst/>
            <a:rect l="0" t="0" r="r" b="b"/>
            <a:pathLst>
              <a:path w="12490" h="2462">
                <a:moveTo>
                  <a:pt x="0" y="2276"/>
                </a:moveTo>
                <a:lnTo>
                  <a:pt x="0" y="186"/>
                </a:lnTo>
                <a:cubicBezTo>
                  <a:pt x="0" y="161"/>
                  <a:pt x="5" y="137"/>
                  <a:pt x="14" y="115"/>
                </a:cubicBezTo>
                <a:cubicBezTo>
                  <a:pt x="24" y="92"/>
                  <a:pt x="37" y="72"/>
                  <a:pt x="55" y="54"/>
                </a:cubicBezTo>
                <a:cubicBezTo>
                  <a:pt x="72" y="37"/>
                  <a:pt x="92" y="24"/>
                  <a:pt x="115" y="14"/>
                </a:cubicBezTo>
                <a:cubicBezTo>
                  <a:pt x="138" y="5"/>
                  <a:pt x="161" y="0"/>
                  <a:pt x="186" y="0"/>
                </a:cubicBezTo>
                <a:lnTo>
                  <a:pt x="12304" y="0"/>
                </a:lnTo>
                <a:cubicBezTo>
                  <a:pt x="12329" y="0"/>
                  <a:pt x="12353" y="5"/>
                  <a:pt x="12375" y="14"/>
                </a:cubicBezTo>
                <a:cubicBezTo>
                  <a:pt x="12398" y="24"/>
                  <a:pt x="12418" y="37"/>
                  <a:pt x="12436" y="54"/>
                </a:cubicBezTo>
                <a:cubicBezTo>
                  <a:pt x="12453" y="72"/>
                  <a:pt x="12466" y="92"/>
                  <a:pt x="12476" y="115"/>
                </a:cubicBezTo>
                <a:cubicBezTo>
                  <a:pt x="12485" y="137"/>
                  <a:pt x="12490" y="161"/>
                  <a:pt x="12490" y="186"/>
                </a:cubicBezTo>
                <a:lnTo>
                  <a:pt x="12490" y="2276"/>
                </a:lnTo>
                <a:cubicBezTo>
                  <a:pt x="12490" y="2301"/>
                  <a:pt x="12485" y="2324"/>
                  <a:pt x="12476" y="2347"/>
                </a:cubicBezTo>
                <a:cubicBezTo>
                  <a:pt x="12466" y="2370"/>
                  <a:pt x="12453" y="2390"/>
                  <a:pt x="12436" y="2407"/>
                </a:cubicBezTo>
                <a:cubicBezTo>
                  <a:pt x="12418" y="2425"/>
                  <a:pt x="12398" y="2438"/>
                  <a:pt x="12375" y="2448"/>
                </a:cubicBezTo>
                <a:cubicBezTo>
                  <a:pt x="12353" y="2457"/>
                  <a:pt x="12329" y="2462"/>
                  <a:pt x="12304" y="2462"/>
                </a:cubicBezTo>
                <a:lnTo>
                  <a:pt x="186" y="2462"/>
                </a:lnTo>
                <a:cubicBezTo>
                  <a:pt x="161" y="2462"/>
                  <a:pt x="138" y="2457"/>
                  <a:pt x="115" y="2448"/>
                </a:cubicBezTo>
                <a:cubicBezTo>
                  <a:pt x="92" y="2438"/>
                  <a:pt x="72" y="2425"/>
                  <a:pt x="55" y="2407"/>
                </a:cubicBezTo>
                <a:cubicBezTo>
                  <a:pt x="37" y="2390"/>
                  <a:pt x="24" y="2370"/>
                  <a:pt x="14" y="2347"/>
                </a:cubicBezTo>
                <a:cubicBezTo>
                  <a:pt x="5" y="2324"/>
                  <a:pt x="0" y="2301"/>
                  <a:pt x="0" y="2276"/>
                </a:cubicBezTo>
                <a:moveTo>
                  <a:pt x="24" y="186"/>
                </a:moveTo>
                <a:lnTo>
                  <a:pt x="24" y="2276"/>
                </a:lnTo>
                <a:cubicBezTo>
                  <a:pt x="24" y="2287"/>
                  <a:pt x="25" y="2297"/>
                  <a:pt x="27" y="2308"/>
                </a:cubicBezTo>
                <a:cubicBezTo>
                  <a:pt x="29" y="2318"/>
                  <a:pt x="32" y="2328"/>
                  <a:pt x="36" y="2338"/>
                </a:cubicBezTo>
                <a:cubicBezTo>
                  <a:pt x="40" y="2348"/>
                  <a:pt x="45" y="2357"/>
                  <a:pt x="51" y="2366"/>
                </a:cubicBezTo>
                <a:cubicBezTo>
                  <a:pt x="57" y="2375"/>
                  <a:pt x="64" y="2383"/>
                  <a:pt x="71" y="2391"/>
                </a:cubicBezTo>
                <a:cubicBezTo>
                  <a:pt x="79" y="2398"/>
                  <a:pt x="87" y="2405"/>
                  <a:pt x="96" y="2411"/>
                </a:cubicBezTo>
                <a:cubicBezTo>
                  <a:pt x="105" y="2417"/>
                  <a:pt x="114" y="2422"/>
                  <a:pt x="124" y="2426"/>
                </a:cubicBezTo>
                <a:cubicBezTo>
                  <a:pt x="134" y="2430"/>
                  <a:pt x="144" y="2433"/>
                  <a:pt x="154" y="2435"/>
                </a:cubicBezTo>
                <a:cubicBezTo>
                  <a:pt x="165" y="2437"/>
                  <a:pt x="175" y="2438"/>
                  <a:pt x="186" y="2438"/>
                </a:cubicBezTo>
                <a:lnTo>
                  <a:pt x="12304" y="2438"/>
                </a:lnTo>
                <a:cubicBezTo>
                  <a:pt x="12315" y="2438"/>
                  <a:pt x="12326" y="2437"/>
                  <a:pt x="12336" y="2435"/>
                </a:cubicBezTo>
                <a:cubicBezTo>
                  <a:pt x="12346" y="2433"/>
                  <a:pt x="12357" y="2430"/>
                  <a:pt x="12366" y="2426"/>
                </a:cubicBezTo>
                <a:cubicBezTo>
                  <a:pt x="12376" y="2422"/>
                  <a:pt x="12386" y="2417"/>
                  <a:pt x="12395" y="2411"/>
                </a:cubicBezTo>
                <a:cubicBezTo>
                  <a:pt x="12403" y="2405"/>
                  <a:pt x="12412" y="2398"/>
                  <a:pt x="12419" y="2391"/>
                </a:cubicBezTo>
                <a:cubicBezTo>
                  <a:pt x="12427" y="2383"/>
                  <a:pt x="12433" y="2375"/>
                  <a:pt x="12439" y="2366"/>
                </a:cubicBezTo>
                <a:cubicBezTo>
                  <a:pt x="12445" y="2357"/>
                  <a:pt x="12450" y="2348"/>
                  <a:pt x="12454" y="2338"/>
                </a:cubicBezTo>
                <a:cubicBezTo>
                  <a:pt x="12458" y="2328"/>
                  <a:pt x="12462" y="2318"/>
                  <a:pt x="12464" y="2308"/>
                </a:cubicBezTo>
                <a:cubicBezTo>
                  <a:pt x="12466" y="2297"/>
                  <a:pt x="12467" y="2287"/>
                  <a:pt x="12467" y="2276"/>
                </a:cubicBezTo>
                <a:lnTo>
                  <a:pt x="12467" y="186"/>
                </a:lnTo>
                <a:cubicBezTo>
                  <a:pt x="12467" y="175"/>
                  <a:pt x="12466" y="165"/>
                  <a:pt x="12464" y="154"/>
                </a:cubicBezTo>
                <a:cubicBezTo>
                  <a:pt x="12462" y="144"/>
                  <a:pt x="12458" y="133"/>
                  <a:pt x="12454" y="124"/>
                </a:cubicBezTo>
                <a:cubicBezTo>
                  <a:pt x="12450" y="114"/>
                  <a:pt x="12445" y="104"/>
                  <a:pt x="12439" y="96"/>
                </a:cubicBezTo>
                <a:cubicBezTo>
                  <a:pt x="12433" y="87"/>
                  <a:pt x="12427" y="78"/>
                  <a:pt x="12419" y="71"/>
                </a:cubicBezTo>
                <a:cubicBezTo>
                  <a:pt x="12412" y="63"/>
                  <a:pt x="12403" y="57"/>
                  <a:pt x="12395" y="51"/>
                </a:cubicBezTo>
                <a:cubicBezTo>
                  <a:pt x="12386" y="45"/>
                  <a:pt x="12376" y="40"/>
                  <a:pt x="12366" y="36"/>
                </a:cubicBezTo>
                <a:cubicBezTo>
                  <a:pt x="12357" y="32"/>
                  <a:pt x="12346" y="28"/>
                  <a:pt x="12336" y="26"/>
                </a:cubicBezTo>
                <a:cubicBezTo>
                  <a:pt x="12326" y="24"/>
                  <a:pt x="12315" y="23"/>
                  <a:pt x="12304" y="23"/>
                </a:cubicBezTo>
                <a:lnTo>
                  <a:pt x="186" y="23"/>
                </a:lnTo>
                <a:cubicBezTo>
                  <a:pt x="175" y="23"/>
                  <a:pt x="165" y="24"/>
                  <a:pt x="154" y="26"/>
                </a:cubicBezTo>
                <a:cubicBezTo>
                  <a:pt x="144" y="28"/>
                  <a:pt x="134" y="32"/>
                  <a:pt x="124" y="36"/>
                </a:cubicBezTo>
                <a:cubicBezTo>
                  <a:pt x="114" y="40"/>
                  <a:pt x="105" y="45"/>
                  <a:pt x="96" y="51"/>
                </a:cubicBezTo>
                <a:cubicBezTo>
                  <a:pt x="87" y="57"/>
                  <a:pt x="79" y="63"/>
                  <a:pt x="71" y="71"/>
                </a:cubicBezTo>
                <a:cubicBezTo>
                  <a:pt x="64" y="78"/>
                  <a:pt x="57" y="87"/>
                  <a:pt x="51" y="96"/>
                </a:cubicBezTo>
                <a:cubicBezTo>
                  <a:pt x="45" y="104"/>
                  <a:pt x="40" y="114"/>
                  <a:pt x="36" y="124"/>
                </a:cubicBezTo>
                <a:cubicBezTo>
                  <a:pt x="32" y="133"/>
                  <a:pt x="29" y="144"/>
                  <a:pt x="27" y="154"/>
                </a:cubicBezTo>
                <a:cubicBezTo>
                  <a:pt x="25" y="165"/>
                  <a:pt x="24" y="175"/>
                  <a:pt x="24" y="186"/>
                </a:cubicBezTo>
                <a:close/>
              </a:path>
            </a:pathLst>
          </a:custGeom>
          <a:solidFill>
            <a:srgbClr val="FFFFFF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5" name="任意多邊形 164"/>
          <p:cNvSpPr/>
          <p:nvPr/>
        </p:nvSpPr>
        <p:spPr>
          <a:xfrm>
            <a:off x="542880" y="4846680"/>
            <a:ext cx="4496400" cy="886320"/>
          </a:xfrm>
          <a:custGeom>
            <a:avLst/>
            <a:gdLst/>
            <a:ahLst/>
            <a:cxnLst/>
            <a:rect l="0" t="0" r="r" b="b"/>
            <a:pathLst>
              <a:path w="12490" h="2462">
                <a:moveTo>
                  <a:pt x="14" y="116"/>
                </a:moveTo>
                <a:cubicBezTo>
                  <a:pt x="24" y="93"/>
                  <a:pt x="37" y="73"/>
                  <a:pt x="55" y="54"/>
                </a:cubicBezTo>
                <a:cubicBezTo>
                  <a:pt x="72" y="37"/>
                  <a:pt x="92" y="24"/>
                  <a:pt x="115" y="14"/>
                </a:cubicBezTo>
                <a:cubicBezTo>
                  <a:pt x="138" y="5"/>
                  <a:pt x="161" y="0"/>
                  <a:pt x="186" y="0"/>
                </a:cubicBezTo>
                <a:lnTo>
                  <a:pt x="12304" y="0"/>
                </a:lnTo>
                <a:cubicBezTo>
                  <a:pt x="12329" y="0"/>
                  <a:pt x="12353" y="5"/>
                  <a:pt x="12375" y="14"/>
                </a:cubicBezTo>
                <a:cubicBezTo>
                  <a:pt x="12398" y="24"/>
                  <a:pt x="12418" y="37"/>
                  <a:pt x="12436" y="54"/>
                </a:cubicBezTo>
                <a:cubicBezTo>
                  <a:pt x="12453" y="73"/>
                  <a:pt x="12466" y="93"/>
                  <a:pt x="12476" y="116"/>
                </a:cubicBezTo>
                <a:cubicBezTo>
                  <a:pt x="12485" y="138"/>
                  <a:pt x="12490" y="162"/>
                  <a:pt x="12490" y="187"/>
                </a:cubicBezTo>
                <a:lnTo>
                  <a:pt x="12490" y="2276"/>
                </a:lnTo>
                <a:cubicBezTo>
                  <a:pt x="12490" y="2301"/>
                  <a:pt x="12485" y="2324"/>
                  <a:pt x="12476" y="2347"/>
                </a:cubicBezTo>
                <a:cubicBezTo>
                  <a:pt x="12466" y="2370"/>
                  <a:pt x="12453" y="2390"/>
                  <a:pt x="12436" y="2407"/>
                </a:cubicBezTo>
                <a:cubicBezTo>
                  <a:pt x="12418" y="2425"/>
                  <a:pt x="12398" y="2438"/>
                  <a:pt x="12375" y="2448"/>
                </a:cubicBezTo>
                <a:cubicBezTo>
                  <a:pt x="12353" y="2457"/>
                  <a:pt x="12329" y="2462"/>
                  <a:pt x="12304" y="2462"/>
                </a:cubicBezTo>
                <a:lnTo>
                  <a:pt x="186" y="2462"/>
                </a:lnTo>
                <a:cubicBezTo>
                  <a:pt x="161" y="2462"/>
                  <a:pt x="138" y="2457"/>
                  <a:pt x="115" y="2448"/>
                </a:cubicBezTo>
                <a:cubicBezTo>
                  <a:pt x="92" y="2438"/>
                  <a:pt x="72" y="2425"/>
                  <a:pt x="55" y="2407"/>
                </a:cubicBezTo>
                <a:cubicBezTo>
                  <a:pt x="37" y="2390"/>
                  <a:pt x="24" y="2370"/>
                  <a:pt x="14" y="2347"/>
                </a:cubicBezTo>
                <a:cubicBezTo>
                  <a:pt x="5" y="2324"/>
                  <a:pt x="0" y="2301"/>
                  <a:pt x="0" y="2276"/>
                </a:cubicBezTo>
                <a:lnTo>
                  <a:pt x="0" y="187"/>
                </a:lnTo>
                <a:cubicBezTo>
                  <a:pt x="0" y="162"/>
                  <a:pt x="5" y="138"/>
                  <a:pt x="14" y="116"/>
                </a:cubicBezTo>
                <a:close/>
              </a:path>
            </a:pathLst>
          </a:custGeom>
          <a:solidFill>
            <a:srgbClr val="FFFFFF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6" name="任意多邊形 165"/>
          <p:cNvSpPr/>
          <p:nvPr/>
        </p:nvSpPr>
        <p:spPr>
          <a:xfrm>
            <a:off x="542880" y="4846680"/>
            <a:ext cx="4496400" cy="886320"/>
          </a:xfrm>
          <a:custGeom>
            <a:avLst/>
            <a:gdLst/>
            <a:ahLst/>
            <a:cxnLst/>
            <a:rect l="0" t="0" r="r" b="b"/>
            <a:pathLst>
              <a:path w="12490" h="2462">
                <a:moveTo>
                  <a:pt x="0" y="2276"/>
                </a:moveTo>
                <a:lnTo>
                  <a:pt x="0" y="187"/>
                </a:lnTo>
                <a:cubicBezTo>
                  <a:pt x="0" y="162"/>
                  <a:pt x="5" y="138"/>
                  <a:pt x="14" y="116"/>
                </a:cubicBezTo>
                <a:cubicBezTo>
                  <a:pt x="24" y="93"/>
                  <a:pt x="37" y="73"/>
                  <a:pt x="55" y="54"/>
                </a:cubicBezTo>
                <a:cubicBezTo>
                  <a:pt x="72" y="37"/>
                  <a:pt x="92" y="24"/>
                  <a:pt x="115" y="14"/>
                </a:cubicBezTo>
                <a:cubicBezTo>
                  <a:pt x="138" y="5"/>
                  <a:pt x="161" y="0"/>
                  <a:pt x="186" y="0"/>
                </a:cubicBezTo>
                <a:lnTo>
                  <a:pt x="12304" y="0"/>
                </a:lnTo>
                <a:cubicBezTo>
                  <a:pt x="12329" y="0"/>
                  <a:pt x="12353" y="5"/>
                  <a:pt x="12375" y="14"/>
                </a:cubicBezTo>
                <a:cubicBezTo>
                  <a:pt x="12398" y="24"/>
                  <a:pt x="12418" y="37"/>
                  <a:pt x="12436" y="54"/>
                </a:cubicBezTo>
                <a:cubicBezTo>
                  <a:pt x="12453" y="73"/>
                  <a:pt x="12466" y="93"/>
                  <a:pt x="12476" y="116"/>
                </a:cubicBezTo>
                <a:cubicBezTo>
                  <a:pt x="12485" y="138"/>
                  <a:pt x="12490" y="162"/>
                  <a:pt x="12490" y="187"/>
                </a:cubicBezTo>
                <a:lnTo>
                  <a:pt x="12490" y="2276"/>
                </a:lnTo>
                <a:cubicBezTo>
                  <a:pt x="12490" y="2301"/>
                  <a:pt x="12485" y="2324"/>
                  <a:pt x="12476" y="2347"/>
                </a:cubicBezTo>
                <a:cubicBezTo>
                  <a:pt x="12466" y="2370"/>
                  <a:pt x="12453" y="2390"/>
                  <a:pt x="12436" y="2407"/>
                </a:cubicBezTo>
                <a:cubicBezTo>
                  <a:pt x="12418" y="2425"/>
                  <a:pt x="12398" y="2438"/>
                  <a:pt x="12375" y="2448"/>
                </a:cubicBezTo>
                <a:cubicBezTo>
                  <a:pt x="12353" y="2457"/>
                  <a:pt x="12329" y="2462"/>
                  <a:pt x="12304" y="2462"/>
                </a:cubicBezTo>
                <a:lnTo>
                  <a:pt x="186" y="2462"/>
                </a:lnTo>
                <a:cubicBezTo>
                  <a:pt x="161" y="2462"/>
                  <a:pt x="138" y="2457"/>
                  <a:pt x="115" y="2448"/>
                </a:cubicBezTo>
                <a:cubicBezTo>
                  <a:pt x="92" y="2438"/>
                  <a:pt x="72" y="2425"/>
                  <a:pt x="55" y="2407"/>
                </a:cubicBezTo>
                <a:cubicBezTo>
                  <a:pt x="37" y="2390"/>
                  <a:pt x="24" y="2370"/>
                  <a:pt x="14" y="2347"/>
                </a:cubicBezTo>
                <a:cubicBezTo>
                  <a:pt x="5" y="2324"/>
                  <a:pt x="0" y="2301"/>
                  <a:pt x="0" y="2276"/>
                </a:cubicBezTo>
                <a:moveTo>
                  <a:pt x="24" y="187"/>
                </a:moveTo>
                <a:lnTo>
                  <a:pt x="24" y="2276"/>
                </a:lnTo>
                <a:cubicBezTo>
                  <a:pt x="24" y="2287"/>
                  <a:pt x="25" y="2297"/>
                  <a:pt x="27" y="2308"/>
                </a:cubicBezTo>
                <a:cubicBezTo>
                  <a:pt x="29" y="2318"/>
                  <a:pt x="32" y="2328"/>
                  <a:pt x="36" y="2338"/>
                </a:cubicBezTo>
                <a:cubicBezTo>
                  <a:pt x="40" y="2348"/>
                  <a:pt x="45" y="2357"/>
                  <a:pt x="51" y="2366"/>
                </a:cubicBezTo>
                <a:cubicBezTo>
                  <a:pt x="57" y="2375"/>
                  <a:pt x="64" y="2383"/>
                  <a:pt x="71" y="2391"/>
                </a:cubicBezTo>
                <a:cubicBezTo>
                  <a:pt x="79" y="2398"/>
                  <a:pt x="87" y="2405"/>
                  <a:pt x="96" y="2411"/>
                </a:cubicBezTo>
                <a:cubicBezTo>
                  <a:pt x="105" y="2417"/>
                  <a:pt x="114" y="2422"/>
                  <a:pt x="124" y="2426"/>
                </a:cubicBezTo>
                <a:cubicBezTo>
                  <a:pt x="134" y="2430"/>
                  <a:pt x="144" y="2433"/>
                  <a:pt x="154" y="2435"/>
                </a:cubicBezTo>
                <a:cubicBezTo>
                  <a:pt x="165" y="2437"/>
                  <a:pt x="175" y="2438"/>
                  <a:pt x="186" y="2438"/>
                </a:cubicBezTo>
                <a:lnTo>
                  <a:pt x="12304" y="2438"/>
                </a:lnTo>
                <a:cubicBezTo>
                  <a:pt x="12315" y="2438"/>
                  <a:pt x="12326" y="2437"/>
                  <a:pt x="12336" y="2435"/>
                </a:cubicBezTo>
                <a:cubicBezTo>
                  <a:pt x="12346" y="2433"/>
                  <a:pt x="12357" y="2430"/>
                  <a:pt x="12366" y="2426"/>
                </a:cubicBezTo>
                <a:cubicBezTo>
                  <a:pt x="12376" y="2422"/>
                  <a:pt x="12386" y="2417"/>
                  <a:pt x="12395" y="2411"/>
                </a:cubicBezTo>
                <a:cubicBezTo>
                  <a:pt x="12403" y="2405"/>
                  <a:pt x="12412" y="2398"/>
                  <a:pt x="12419" y="2391"/>
                </a:cubicBezTo>
                <a:cubicBezTo>
                  <a:pt x="12427" y="2383"/>
                  <a:pt x="12433" y="2375"/>
                  <a:pt x="12439" y="2366"/>
                </a:cubicBezTo>
                <a:cubicBezTo>
                  <a:pt x="12445" y="2357"/>
                  <a:pt x="12450" y="2348"/>
                  <a:pt x="12454" y="2338"/>
                </a:cubicBezTo>
                <a:cubicBezTo>
                  <a:pt x="12458" y="2328"/>
                  <a:pt x="12462" y="2318"/>
                  <a:pt x="12464" y="2308"/>
                </a:cubicBezTo>
                <a:cubicBezTo>
                  <a:pt x="12466" y="2297"/>
                  <a:pt x="12467" y="2287"/>
                  <a:pt x="12467" y="2276"/>
                </a:cubicBezTo>
                <a:lnTo>
                  <a:pt x="12467" y="187"/>
                </a:lnTo>
                <a:cubicBezTo>
                  <a:pt x="12467" y="176"/>
                  <a:pt x="12466" y="166"/>
                  <a:pt x="12464" y="155"/>
                </a:cubicBezTo>
                <a:cubicBezTo>
                  <a:pt x="12462" y="145"/>
                  <a:pt x="12458" y="134"/>
                  <a:pt x="12454" y="125"/>
                </a:cubicBezTo>
                <a:cubicBezTo>
                  <a:pt x="12450" y="115"/>
                  <a:pt x="12445" y="105"/>
                  <a:pt x="12439" y="96"/>
                </a:cubicBezTo>
                <a:cubicBezTo>
                  <a:pt x="12433" y="88"/>
                  <a:pt x="12427" y="79"/>
                  <a:pt x="12419" y="72"/>
                </a:cubicBezTo>
                <a:cubicBezTo>
                  <a:pt x="12412" y="63"/>
                  <a:pt x="12403" y="57"/>
                  <a:pt x="12395" y="51"/>
                </a:cubicBezTo>
                <a:cubicBezTo>
                  <a:pt x="12386" y="45"/>
                  <a:pt x="12376" y="40"/>
                  <a:pt x="12366" y="36"/>
                </a:cubicBezTo>
                <a:cubicBezTo>
                  <a:pt x="12357" y="32"/>
                  <a:pt x="12346" y="28"/>
                  <a:pt x="12336" y="26"/>
                </a:cubicBezTo>
                <a:cubicBezTo>
                  <a:pt x="12326" y="24"/>
                  <a:pt x="12315" y="23"/>
                  <a:pt x="12304" y="23"/>
                </a:cubicBezTo>
                <a:lnTo>
                  <a:pt x="186" y="23"/>
                </a:lnTo>
                <a:cubicBezTo>
                  <a:pt x="175" y="23"/>
                  <a:pt x="165" y="24"/>
                  <a:pt x="154" y="26"/>
                </a:cubicBezTo>
                <a:cubicBezTo>
                  <a:pt x="144" y="28"/>
                  <a:pt x="134" y="32"/>
                  <a:pt x="124" y="36"/>
                </a:cubicBezTo>
                <a:cubicBezTo>
                  <a:pt x="114" y="40"/>
                  <a:pt x="105" y="45"/>
                  <a:pt x="96" y="51"/>
                </a:cubicBezTo>
                <a:cubicBezTo>
                  <a:pt x="87" y="57"/>
                  <a:pt x="79" y="63"/>
                  <a:pt x="71" y="72"/>
                </a:cubicBezTo>
                <a:cubicBezTo>
                  <a:pt x="64" y="79"/>
                  <a:pt x="57" y="88"/>
                  <a:pt x="51" y="96"/>
                </a:cubicBezTo>
                <a:cubicBezTo>
                  <a:pt x="45" y="105"/>
                  <a:pt x="40" y="115"/>
                  <a:pt x="36" y="125"/>
                </a:cubicBezTo>
                <a:cubicBezTo>
                  <a:pt x="32" y="134"/>
                  <a:pt x="29" y="145"/>
                  <a:pt x="27" y="155"/>
                </a:cubicBezTo>
                <a:cubicBezTo>
                  <a:pt x="25" y="166"/>
                  <a:pt x="24" y="176"/>
                  <a:pt x="24" y="187"/>
                </a:cubicBezTo>
                <a:close/>
              </a:path>
            </a:pathLst>
          </a:custGeom>
          <a:solidFill>
            <a:srgbClr val="FFFFFF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67" name="圖片 166"/>
          <p:cNvPicPr/>
          <p:nvPr/>
        </p:nvPicPr>
        <p:blipFill>
          <a:blip r:embed="rId3"/>
          <a:stretch>
            <a:fillRect/>
          </a:stretch>
        </p:blipFill>
        <p:spPr>
          <a:xfrm>
            <a:off x="543240" y="223956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文字框 167"/>
          <p:cNvSpPr txBox="1"/>
          <p:nvPr/>
        </p:nvSpPr>
        <p:spPr>
          <a:xfrm>
            <a:off x="543240" y="1375920"/>
            <a:ext cx="34707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易、借贷和跨境支付等领域发挥着日益重要的作用。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9" name="任意多邊形 168"/>
          <p:cNvSpPr/>
          <p:nvPr/>
        </p:nvSpPr>
        <p:spPr>
          <a:xfrm>
            <a:off x="685080" y="2749320"/>
            <a:ext cx="334440" cy="334440"/>
          </a:xfrm>
          <a:custGeom>
            <a:avLst/>
            <a:gdLst/>
            <a:ahLst/>
            <a:cxnLst/>
            <a:rect l="0" t="0" r="r" b="b"/>
            <a:pathLst>
              <a:path w="929" h="929">
                <a:moveTo>
                  <a:pt x="929" y="465"/>
                </a:moveTo>
                <a:cubicBezTo>
                  <a:pt x="929" y="495"/>
                  <a:pt x="927" y="526"/>
                  <a:pt x="921" y="555"/>
                </a:cubicBezTo>
                <a:cubicBezTo>
                  <a:pt x="915" y="585"/>
                  <a:pt x="906" y="614"/>
                  <a:pt x="894" y="643"/>
                </a:cubicBezTo>
                <a:cubicBezTo>
                  <a:pt x="882" y="671"/>
                  <a:pt x="868" y="697"/>
                  <a:pt x="851" y="723"/>
                </a:cubicBezTo>
                <a:cubicBezTo>
                  <a:pt x="834" y="748"/>
                  <a:pt x="815" y="772"/>
                  <a:pt x="794" y="793"/>
                </a:cubicBezTo>
                <a:cubicBezTo>
                  <a:pt x="772" y="815"/>
                  <a:pt x="749" y="834"/>
                  <a:pt x="723" y="851"/>
                </a:cubicBezTo>
                <a:cubicBezTo>
                  <a:pt x="698" y="868"/>
                  <a:pt x="671" y="882"/>
                  <a:pt x="643" y="894"/>
                </a:cubicBezTo>
                <a:cubicBezTo>
                  <a:pt x="615" y="905"/>
                  <a:pt x="586" y="914"/>
                  <a:pt x="556" y="920"/>
                </a:cubicBezTo>
                <a:cubicBezTo>
                  <a:pt x="526" y="926"/>
                  <a:pt x="496" y="929"/>
                  <a:pt x="465" y="929"/>
                </a:cubicBezTo>
                <a:cubicBezTo>
                  <a:pt x="435" y="929"/>
                  <a:pt x="404" y="926"/>
                  <a:pt x="374" y="920"/>
                </a:cubicBezTo>
                <a:cubicBezTo>
                  <a:pt x="344" y="914"/>
                  <a:pt x="315" y="905"/>
                  <a:pt x="287" y="894"/>
                </a:cubicBezTo>
                <a:cubicBezTo>
                  <a:pt x="258" y="882"/>
                  <a:pt x="232" y="868"/>
                  <a:pt x="206" y="851"/>
                </a:cubicBezTo>
                <a:cubicBezTo>
                  <a:pt x="181" y="834"/>
                  <a:pt x="158" y="815"/>
                  <a:pt x="136" y="793"/>
                </a:cubicBezTo>
                <a:cubicBezTo>
                  <a:pt x="114" y="772"/>
                  <a:pt x="95" y="748"/>
                  <a:pt x="78" y="723"/>
                </a:cubicBezTo>
                <a:cubicBezTo>
                  <a:pt x="61" y="697"/>
                  <a:pt x="47" y="671"/>
                  <a:pt x="35" y="643"/>
                </a:cubicBezTo>
                <a:cubicBezTo>
                  <a:pt x="24" y="614"/>
                  <a:pt x="15" y="585"/>
                  <a:pt x="9" y="555"/>
                </a:cubicBezTo>
                <a:cubicBezTo>
                  <a:pt x="3" y="526"/>
                  <a:pt x="0" y="495"/>
                  <a:pt x="0" y="465"/>
                </a:cubicBezTo>
                <a:cubicBezTo>
                  <a:pt x="0" y="434"/>
                  <a:pt x="3" y="404"/>
                  <a:pt x="9" y="374"/>
                </a:cubicBezTo>
                <a:cubicBezTo>
                  <a:pt x="15" y="344"/>
                  <a:pt x="24" y="315"/>
                  <a:pt x="35" y="287"/>
                </a:cubicBezTo>
                <a:cubicBezTo>
                  <a:pt x="47" y="259"/>
                  <a:pt x="61" y="231"/>
                  <a:pt x="78" y="206"/>
                </a:cubicBezTo>
                <a:cubicBezTo>
                  <a:pt x="95" y="181"/>
                  <a:pt x="114" y="157"/>
                  <a:pt x="136" y="136"/>
                </a:cubicBezTo>
                <a:cubicBezTo>
                  <a:pt x="158" y="114"/>
                  <a:pt x="181" y="95"/>
                  <a:pt x="206" y="78"/>
                </a:cubicBezTo>
                <a:cubicBezTo>
                  <a:pt x="232" y="61"/>
                  <a:pt x="258" y="47"/>
                  <a:pt x="287" y="35"/>
                </a:cubicBezTo>
                <a:cubicBezTo>
                  <a:pt x="315" y="23"/>
                  <a:pt x="344" y="14"/>
                  <a:pt x="374" y="9"/>
                </a:cubicBezTo>
                <a:cubicBezTo>
                  <a:pt x="404" y="3"/>
                  <a:pt x="435" y="0"/>
                  <a:pt x="465" y="0"/>
                </a:cubicBezTo>
                <a:cubicBezTo>
                  <a:pt x="496" y="0"/>
                  <a:pt x="526" y="3"/>
                  <a:pt x="556" y="9"/>
                </a:cubicBezTo>
                <a:cubicBezTo>
                  <a:pt x="586" y="14"/>
                  <a:pt x="615" y="23"/>
                  <a:pt x="643" y="35"/>
                </a:cubicBezTo>
                <a:cubicBezTo>
                  <a:pt x="671" y="47"/>
                  <a:pt x="698" y="61"/>
                  <a:pt x="723" y="78"/>
                </a:cubicBezTo>
                <a:cubicBezTo>
                  <a:pt x="749" y="95"/>
                  <a:pt x="772" y="114"/>
                  <a:pt x="794" y="136"/>
                </a:cubicBezTo>
                <a:cubicBezTo>
                  <a:pt x="815" y="157"/>
                  <a:pt x="834" y="181"/>
                  <a:pt x="851" y="206"/>
                </a:cubicBezTo>
                <a:cubicBezTo>
                  <a:pt x="868" y="231"/>
                  <a:pt x="882" y="259"/>
                  <a:pt x="894" y="287"/>
                </a:cubicBezTo>
                <a:cubicBezTo>
                  <a:pt x="906" y="315"/>
                  <a:pt x="915" y="344"/>
                  <a:pt x="921" y="374"/>
                </a:cubicBezTo>
                <a:cubicBezTo>
                  <a:pt x="927" y="404"/>
                  <a:pt x="929" y="434"/>
                  <a:pt x="929" y="465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70" name="圖片 169"/>
          <p:cNvPicPr/>
          <p:nvPr/>
        </p:nvPicPr>
        <p:blipFill>
          <a:blip r:embed="rId4"/>
          <a:stretch>
            <a:fillRect/>
          </a:stretch>
        </p:blipFill>
        <p:spPr>
          <a:xfrm>
            <a:off x="810720" y="2849760"/>
            <a:ext cx="8316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" name="文字框 170"/>
          <p:cNvSpPr txBox="1"/>
          <p:nvPr/>
        </p:nvSpPr>
        <p:spPr>
          <a:xfrm>
            <a:off x="844200" y="2213640"/>
            <a:ext cx="8053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主要类型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2" name="文字框 171"/>
          <p:cNvSpPr txBox="1"/>
          <p:nvPr/>
        </p:nvSpPr>
        <p:spPr>
          <a:xfrm>
            <a:off x="1119960" y="2814120"/>
            <a:ext cx="117432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法币参考稳定币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3" name="文字框 172"/>
          <p:cNvSpPr txBox="1"/>
          <p:nvPr/>
        </p:nvSpPr>
        <p:spPr>
          <a:xfrm>
            <a:off x="1086480" y="3163680"/>
            <a:ext cx="1744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与法定货币（如美元、欧元）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4" name="文字框 173"/>
          <p:cNvSpPr txBox="1"/>
          <p:nvPr/>
        </p:nvSpPr>
        <p:spPr>
          <a:xfrm>
            <a:off x="2824560" y="3168360"/>
            <a:ext cx="2167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1:1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5" name="文字框 174"/>
          <p:cNvSpPr txBox="1"/>
          <p:nvPr/>
        </p:nvSpPr>
        <p:spPr>
          <a:xfrm>
            <a:off x="3039840" y="3163680"/>
            <a:ext cx="537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挂钩，如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6" name="文字框 175"/>
          <p:cNvSpPr txBox="1"/>
          <p:nvPr/>
        </p:nvSpPr>
        <p:spPr>
          <a:xfrm>
            <a:off x="3574440" y="3168360"/>
            <a:ext cx="369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USDT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7" name="文字框 176"/>
          <p:cNvSpPr txBox="1"/>
          <p:nvPr/>
        </p:nvSpPr>
        <p:spPr>
          <a:xfrm>
            <a:off x="3942000" y="316368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8" name="文字框 177"/>
          <p:cNvSpPr txBox="1"/>
          <p:nvPr/>
        </p:nvSpPr>
        <p:spPr>
          <a:xfrm>
            <a:off x="4075560" y="3168360"/>
            <a:ext cx="3808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USDC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9" name="文字框 178"/>
          <p:cNvSpPr txBox="1"/>
          <p:nvPr/>
        </p:nvSpPr>
        <p:spPr>
          <a:xfrm>
            <a:off x="4454640" y="316368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0" name="任意多邊形 179"/>
          <p:cNvSpPr/>
          <p:nvPr/>
        </p:nvSpPr>
        <p:spPr>
          <a:xfrm>
            <a:off x="685080" y="3969360"/>
            <a:ext cx="334440" cy="334440"/>
          </a:xfrm>
          <a:custGeom>
            <a:avLst/>
            <a:gdLst/>
            <a:ahLst/>
            <a:cxnLst/>
            <a:rect l="0" t="0" r="r" b="b"/>
            <a:pathLst>
              <a:path w="929" h="929">
                <a:moveTo>
                  <a:pt x="929" y="464"/>
                </a:moveTo>
                <a:cubicBezTo>
                  <a:pt x="929" y="494"/>
                  <a:pt x="927" y="525"/>
                  <a:pt x="921" y="555"/>
                </a:cubicBezTo>
                <a:cubicBezTo>
                  <a:pt x="915" y="585"/>
                  <a:pt x="906" y="614"/>
                  <a:pt x="894" y="643"/>
                </a:cubicBezTo>
                <a:cubicBezTo>
                  <a:pt x="882" y="671"/>
                  <a:pt x="868" y="698"/>
                  <a:pt x="851" y="723"/>
                </a:cubicBezTo>
                <a:cubicBezTo>
                  <a:pt x="834" y="748"/>
                  <a:pt x="815" y="772"/>
                  <a:pt x="794" y="793"/>
                </a:cubicBezTo>
                <a:cubicBezTo>
                  <a:pt x="772" y="815"/>
                  <a:pt x="749" y="834"/>
                  <a:pt x="723" y="851"/>
                </a:cubicBezTo>
                <a:cubicBezTo>
                  <a:pt x="698" y="868"/>
                  <a:pt x="671" y="882"/>
                  <a:pt x="643" y="894"/>
                </a:cubicBezTo>
                <a:cubicBezTo>
                  <a:pt x="615" y="906"/>
                  <a:pt x="586" y="914"/>
                  <a:pt x="556" y="920"/>
                </a:cubicBezTo>
                <a:cubicBezTo>
                  <a:pt x="526" y="926"/>
                  <a:pt x="496" y="929"/>
                  <a:pt x="465" y="929"/>
                </a:cubicBezTo>
                <a:cubicBezTo>
                  <a:pt x="435" y="929"/>
                  <a:pt x="404" y="926"/>
                  <a:pt x="374" y="920"/>
                </a:cubicBezTo>
                <a:cubicBezTo>
                  <a:pt x="344" y="914"/>
                  <a:pt x="315" y="906"/>
                  <a:pt x="287" y="894"/>
                </a:cubicBezTo>
                <a:cubicBezTo>
                  <a:pt x="258" y="882"/>
                  <a:pt x="232" y="868"/>
                  <a:pt x="206" y="851"/>
                </a:cubicBezTo>
                <a:cubicBezTo>
                  <a:pt x="181" y="834"/>
                  <a:pt x="158" y="815"/>
                  <a:pt x="136" y="793"/>
                </a:cubicBezTo>
                <a:cubicBezTo>
                  <a:pt x="114" y="772"/>
                  <a:pt x="95" y="748"/>
                  <a:pt x="78" y="723"/>
                </a:cubicBezTo>
                <a:cubicBezTo>
                  <a:pt x="61" y="698"/>
                  <a:pt x="47" y="671"/>
                  <a:pt x="35" y="643"/>
                </a:cubicBezTo>
                <a:cubicBezTo>
                  <a:pt x="24" y="614"/>
                  <a:pt x="15" y="585"/>
                  <a:pt x="9" y="555"/>
                </a:cubicBezTo>
                <a:cubicBezTo>
                  <a:pt x="3" y="525"/>
                  <a:pt x="0" y="494"/>
                  <a:pt x="0" y="464"/>
                </a:cubicBezTo>
                <a:cubicBezTo>
                  <a:pt x="0" y="433"/>
                  <a:pt x="3" y="403"/>
                  <a:pt x="9" y="373"/>
                </a:cubicBezTo>
                <a:cubicBezTo>
                  <a:pt x="15" y="343"/>
                  <a:pt x="24" y="314"/>
                  <a:pt x="35" y="286"/>
                </a:cubicBezTo>
                <a:cubicBezTo>
                  <a:pt x="47" y="258"/>
                  <a:pt x="61" y="231"/>
                  <a:pt x="78" y="206"/>
                </a:cubicBezTo>
                <a:cubicBezTo>
                  <a:pt x="95" y="181"/>
                  <a:pt x="114" y="157"/>
                  <a:pt x="136" y="136"/>
                </a:cubicBezTo>
                <a:cubicBezTo>
                  <a:pt x="158" y="114"/>
                  <a:pt x="181" y="95"/>
                  <a:pt x="206" y="78"/>
                </a:cubicBezTo>
                <a:cubicBezTo>
                  <a:pt x="232" y="61"/>
                  <a:pt x="258" y="47"/>
                  <a:pt x="287" y="35"/>
                </a:cubicBezTo>
                <a:cubicBezTo>
                  <a:pt x="315" y="23"/>
                  <a:pt x="344" y="15"/>
                  <a:pt x="374" y="9"/>
                </a:cubicBezTo>
                <a:cubicBezTo>
                  <a:pt x="404" y="3"/>
                  <a:pt x="435" y="0"/>
                  <a:pt x="465" y="0"/>
                </a:cubicBezTo>
                <a:cubicBezTo>
                  <a:pt x="496" y="0"/>
                  <a:pt x="526" y="3"/>
                  <a:pt x="556" y="9"/>
                </a:cubicBezTo>
                <a:cubicBezTo>
                  <a:pt x="586" y="15"/>
                  <a:pt x="615" y="23"/>
                  <a:pt x="643" y="35"/>
                </a:cubicBezTo>
                <a:cubicBezTo>
                  <a:pt x="671" y="47"/>
                  <a:pt x="698" y="61"/>
                  <a:pt x="723" y="78"/>
                </a:cubicBezTo>
                <a:cubicBezTo>
                  <a:pt x="749" y="95"/>
                  <a:pt x="772" y="114"/>
                  <a:pt x="794" y="136"/>
                </a:cubicBezTo>
                <a:cubicBezTo>
                  <a:pt x="815" y="157"/>
                  <a:pt x="834" y="181"/>
                  <a:pt x="851" y="206"/>
                </a:cubicBezTo>
                <a:cubicBezTo>
                  <a:pt x="868" y="231"/>
                  <a:pt x="882" y="258"/>
                  <a:pt x="894" y="286"/>
                </a:cubicBezTo>
                <a:cubicBezTo>
                  <a:pt x="906" y="314"/>
                  <a:pt x="915" y="343"/>
                  <a:pt x="921" y="373"/>
                </a:cubicBezTo>
                <a:cubicBezTo>
                  <a:pt x="927" y="403"/>
                  <a:pt x="929" y="433"/>
                  <a:pt x="929" y="464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81" name="圖片 180"/>
          <p:cNvPicPr/>
          <p:nvPr/>
        </p:nvPicPr>
        <p:blipFill>
          <a:blip r:embed="rId5"/>
          <a:stretch>
            <a:fillRect/>
          </a:stretch>
        </p:blipFill>
        <p:spPr>
          <a:xfrm>
            <a:off x="785520" y="406980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" name="文字框 181"/>
          <p:cNvSpPr txBox="1"/>
          <p:nvPr/>
        </p:nvSpPr>
        <p:spPr>
          <a:xfrm>
            <a:off x="1086480" y="3368880"/>
            <a:ext cx="3585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EURT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3" name="文字框 182"/>
          <p:cNvSpPr txBox="1"/>
          <p:nvPr/>
        </p:nvSpPr>
        <p:spPr>
          <a:xfrm>
            <a:off x="1119960" y="4034160"/>
            <a:ext cx="150948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加密资产参考稳定币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4" name="文字框 183"/>
          <p:cNvSpPr txBox="1"/>
          <p:nvPr/>
        </p:nvSpPr>
        <p:spPr>
          <a:xfrm>
            <a:off x="1086480" y="4383720"/>
            <a:ext cx="9396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与加密货币（如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5" name="文字框 184"/>
          <p:cNvSpPr txBox="1"/>
          <p:nvPr/>
        </p:nvSpPr>
        <p:spPr>
          <a:xfrm>
            <a:off x="2022480" y="4388400"/>
            <a:ext cx="268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BTC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6" name="文字框 185"/>
          <p:cNvSpPr txBox="1"/>
          <p:nvPr/>
        </p:nvSpPr>
        <p:spPr>
          <a:xfrm>
            <a:off x="2281320" y="438372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7" name="文字框 186"/>
          <p:cNvSpPr txBox="1"/>
          <p:nvPr/>
        </p:nvSpPr>
        <p:spPr>
          <a:xfrm>
            <a:off x="2414880" y="4388400"/>
            <a:ext cx="268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ETH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8" name="任意多邊形 187"/>
          <p:cNvSpPr/>
          <p:nvPr/>
        </p:nvSpPr>
        <p:spPr>
          <a:xfrm>
            <a:off x="685080" y="4988880"/>
            <a:ext cx="334440" cy="334440"/>
          </a:xfrm>
          <a:custGeom>
            <a:avLst/>
            <a:gdLst/>
            <a:ahLst/>
            <a:cxnLst/>
            <a:rect l="0" t="0" r="r" b="b"/>
            <a:pathLst>
              <a:path w="929" h="929">
                <a:moveTo>
                  <a:pt x="929" y="464"/>
                </a:moveTo>
                <a:cubicBezTo>
                  <a:pt x="929" y="494"/>
                  <a:pt x="927" y="525"/>
                  <a:pt x="921" y="556"/>
                </a:cubicBezTo>
                <a:cubicBezTo>
                  <a:pt x="915" y="585"/>
                  <a:pt x="906" y="614"/>
                  <a:pt x="894" y="643"/>
                </a:cubicBezTo>
                <a:cubicBezTo>
                  <a:pt x="882" y="671"/>
                  <a:pt x="868" y="698"/>
                  <a:pt x="851" y="723"/>
                </a:cubicBezTo>
                <a:cubicBezTo>
                  <a:pt x="834" y="748"/>
                  <a:pt x="815" y="772"/>
                  <a:pt x="794" y="793"/>
                </a:cubicBezTo>
                <a:cubicBezTo>
                  <a:pt x="772" y="815"/>
                  <a:pt x="749" y="834"/>
                  <a:pt x="723" y="851"/>
                </a:cubicBezTo>
                <a:cubicBezTo>
                  <a:pt x="698" y="868"/>
                  <a:pt x="671" y="882"/>
                  <a:pt x="643" y="894"/>
                </a:cubicBezTo>
                <a:cubicBezTo>
                  <a:pt x="615" y="906"/>
                  <a:pt x="586" y="914"/>
                  <a:pt x="556" y="920"/>
                </a:cubicBezTo>
                <a:cubicBezTo>
                  <a:pt x="526" y="926"/>
                  <a:pt x="496" y="929"/>
                  <a:pt x="465" y="929"/>
                </a:cubicBezTo>
                <a:cubicBezTo>
                  <a:pt x="435" y="929"/>
                  <a:pt x="404" y="926"/>
                  <a:pt x="374" y="920"/>
                </a:cubicBezTo>
                <a:cubicBezTo>
                  <a:pt x="344" y="914"/>
                  <a:pt x="315" y="906"/>
                  <a:pt x="287" y="894"/>
                </a:cubicBezTo>
                <a:cubicBezTo>
                  <a:pt x="258" y="882"/>
                  <a:pt x="232" y="868"/>
                  <a:pt x="206" y="851"/>
                </a:cubicBezTo>
                <a:cubicBezTo>
                  <a:pt x="181" y="834"/>
                  <a:pt x="158" y="815"/>
                  <a:pt x="136" y="793"/>
                </a:cubicBezTo>
                <a:cubicBezTo>
                  <a:pt x="114" y="772"/>
                  <a:pt x="95" y="748"/>
                  <a:pt x="78" y="723"/>
                </a:cubicBezTo>
                <a:cubicBezTo>
                  <a:pt x="61" y="698"/>
                  <a:pt x="47" y="671"/>
                  <a:pt x="35" y="643"/>
                </a:cubicBezTo>
                <a:cubicBezTo>
                  <a:pt x="24" y="614"/>
                  <a:pt x="15" y="585"/>
                  <a:pt x="9" y="556"/>
                </a:cubicBezTo>
                <a:cubicBezTo>
                  <a:pt x="3" y="525"/>
                  <a:pt x="0" y="494"/>
                  <a:pt x="0" y="464"/>
                </a:cubicBezTo>
                <a:cubicBezTo>
                  <a:pt x="0" y="433"/>
                  <a:pt x="3" y="403"/>
                  <a:pt x="9" y="373"/>
                </a:cubicBezTo>
                <a:cubicBezTo>
                  <a:pt x="15" y="343"/>
                  <a:pt x="24" y="314"/>
                  <a:pt x="35" y="286"/>
                </a:cubicBezTo>
                <a:cubicBezTo>
                  <a:pt x="47" y="258"/>
                  <a:pt x="61" y="231"/>
                  <a:pt x="78" y="206"/>
                </a:cubicBezTo>
                <a:cubicBezTo>
                  <a:pt x="95" y="181"/>
                  <a:pt x="114" y="157"/>
                  <a:pt x="136" y="136"/>
                </a:cubicBezTo>
                <a:cubicBezTo>
                  <a:pt x="158" y="114"/>
                  <a:pt x="181" y="95"/>
                  <a:pt x="206" y="78"/>
                </a:cubicBezTo>
                <a:cubicBezTo>
                  <a:pt x="232" y="61"/>
                  <a:pt x="258" y="47"/>
                  <a:pt x="287" y="35"/>
                </a:cubicBezTo>
                <a:cubicBezTo>
                  <a:pt x="315" y="23"/>
                  <a:pt x="344" y="15"/>
                  <a:pt x="374" y="9"/>
                </a:cubicBezTo>
                <a:cubicBezTo>
                  <a:pt x="404" y="3"/>
                  <a:pt x="435" y="0"/>
                  <a:pt x="465" y="0"/>
                </a:cubicBezTo>
                <a:cubicBezTo>
                  <a:pt x="496" y="0"/>
                  <a:pt x="526" y="3"/>
                  <a:pt x="556" y="9"/>
                </a:cubicBezTo>
                <a:cubicBezTo>
                  <a:pt x="586" y="15"/>
                  <a:pt x="615" y="23"/>
                  <a:pt x="643" y="35"/>
                </a:cubicBezTo>
                <a:cubicBezTo>
                  <a:pt x="671" y="47"/>
                  <a:pt x="698" y="61"/>
                  <a:pt x="723" y="78"/>
                </a:cubicBezTo>
                <a:cubicBezTo>
                  <a:pt x="749" y="95"/>
                  <a:pt x="772" y="114"/>
                  <a:pt x="794" y="136"/>
                </a:cubicBezTo>
                <a:cubicBezTo>
                  <a:pt x="815" y="157"/>
                  <a:pt x="834" y="181"/>
                  <a:pt x="851" y="206"/>
                </a:cubicBezTo>
                <a:cubicBezTo>
                  <a:pt x="868" y="231"/>
                  <a:pt x="882" y="258"/>
                  <a:pt x="894" y="286"/>
                </a:cubicBezTo>
                <a:cubicBezTo>
                  <a:pt x="906" y="314"/>
                  <a:pt x="915" y="343"/>
                  <a:pt x="921" y="373"/>
                </a:cubicBezTo>
                <a:cubicBezTo>
                  <a:pt x="927" y="403"/>
                  <a:pt x="929" y="433"/>
                  <a:pt x="929" y="464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89" name="圖片 188"/>
          <p:cNvPicPr/>
          <p:nvPr/>
        </p:nvPicPr>
        <p:blipFill>
          <a:blip r:embed="rId6"/>
          <a:stretch>
            <a:fillRect/>
          </a:stretch>
        </p:blipFill>
        <p:spPr>
          <a:xfrm>
            <a:off x="802080" y="5089320"/>
            <a:ext cx="1000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0" name="文字框 189"/>
          <p:cNvSpPr txBox="1"/>
          <p:nvPr/>
        </p:nvSpPr>
        <p:spPr>
          <a:xfrm>
            <a:off x="2681640" y="4383720"/>
            <a:ext cx="21466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）挂钩，价值随加密资产波动而波动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1" name="文字框 190"/>
          <p:cNvSpPr txBox="1"/>
          <p:nvPr/>
        </p:nvSpPr>
        <p:spPr>
          <a:xfrm>
            <a:off x="1119960" y="5053680"/>
            <a:ext cx="83880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算法稳定币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2" name="文字框 191"/>
          <p:cNvSpPr txBox="1"/>
          <p:nvPr/>
        </p:nvSpPr>
        <p:spPr>
          <a:xfrm>
            <a:off x="1086480" y="5403240"/>
            <a:ext cx="26830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依赖算法机制维持价值稳定，如稳定币市场（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3" name="文字框 192"/>
          <p:cNvSpPr txBox="1"/>
          <p:nvPr/>
        </p:nvSpPr>
        <p:spPr>
          <a:xfrm>
            <a:off x="3760560" y="5407920"/>
            <a:ext cx="205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Sai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4" name="文字框 193"/>
          <p:cNvSpPr txBox="1"/>
          <p:nvPr/>
        </p:nvSpPr>
        <p:spPr>
          <a:xfrm>
            <a:off x="3964320" y="5403240"/>
            <a:ext cx="268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）的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5" name="任意多邊形 194"/>
          <p:cNvSpPr/>
          <p:nvPr/>
        </p:nvSpPr>
        <p:spPr>
          <a:xfrm>
            <a:off x="5448240" y="1996920"/>
            <a:ext cx="4914360" cy="3944880"/>
          </a:xfrm>
          <a:custGeom>
            <a:avLst/>
            <a:gdLst/>
            <a:ahLst/>
            <a:cxnLst/>
            <a:rect l="0" t="0" r="r" b="b"/>
            <a:pathLst>
              <a:path w="13651" h="10958">
                <a:moveTo>
                  <a:pt x="27" y="215"/>
                </a:moveTo>
                <a:cubicBezTo>
                  <a:pt x="45" y="173"/>
                  <a:pt x="70" y="135"/>
                  <a:pt x="102" y="102"/>
                </a:cubicBezTo>
                <a:cubicBezTo>
                  <a:pt x="135" y="70"/>
                  <a:pt x="173" y="45"/>
                  <a:pt x="215" y="27"/>
                </a:cubicBezTo>
                <a:cubicBezTo>
                  <a:pt x="258" y="9"/>
                  <a:pt x="302" y="0"/>
                  <a:pt x="349" y="0"/>
                </a:cubicBezTo>
                <a:lnTo>
                  <a:pt x="13303" y="0"/>
                </a:lnTo>
                <a:cubicBezTo>
                  <a:pt x="13349" y="0"/>
                  <a:pt x="13393" y="9"/>
                  <a:pt x="13436" y="27"/>
                </a:cubicBezTo>
                <a:cubicBezTo>
                  <a:pt x="13478" y="45"/>
                  <a:pt x="13516" y="70"/>
                  <a:pt x="13549" y="102"/>
                </a:cubicBezTo>
                <a:cubicBezTo>
                  <a:pt x="13581" y="135"/>
                  <a:pt x="13607" y="173"/>
                  <a:pt x="13624" y="215"/>
                </a:cubicBezTo>
                <a:cubicBezTo>
                  <a:pt x="13642" y="258"/>
                  <a:pt x="13651" y="302"/>
                  <a:pt x="13651" y="349"/>
                </a:cubicBezTo>
                <a:lnTo>
                  <a:pt x="13651" y="10609"/>
                </a:lnTo>
                <a:cubicBezTo>
                  <a:pt x="13651" y="10655"/>
                  <a:pt x="13642" y="10699"/>
                  <a:pt x="13624" y="10742"/>
                </a:cubicBezTo>
                <a:cubicBezTo>
                  <a:pt x="13607" y="10785"/>
                  <a:pt x="13581" y="10822"/>
                  <a:pt x="13549" y="10855"/>
                </a:cubicBezTo>
                <a:cubicBezTo>
                  <a:pt x="13516" y="10889"/>
                  <a:pt x="13478" y="10914"/>
                  <a:pt x="13436" y="10931"/>
                </a:cubicBezTo>
                <a:cubicBezTo>
                  <a:pt x="13393" y="10949"/>
                  <a:pt x="13349" y="10958"/>
                  <a:pt x="13302" y="10958"/>
                </a:cubicBezTo>
                <a:lnTo>
                  <a:pt x="349" y="10958"/>
                </a:lnTo>
                <a:cubicBezTo>
                  <a:pt x="302" y="10958"/>
                  <a:pt x="258" y="10949"/>
                  <a:pt x="215" y="10931"/>
                </a:cubicBezTo>
                <a:cubicBezTo>
                  <a:pt x="173" y="10914"/>
                  <a:pt x="135" y="10889"/>
                  <a:pt x="102" y="10855"/>
                </a:cubicBezTo>
                <a:cubicBezTo>
                  <a:pt x="70" y="10822"/>
                  <a:pt x="45" y="10785"/>
                  <a:pt x="27" y="10742"/>
                </a:cubicBezTo>
                <a:cubicBezTo>
                  <a:pt x="9" y="10699"/>
                  <a:pt x="0" y="10655"/>
                  <a:pt x="0" y="10609"/>
                </a:cubicBezTo>
                <a:lnTo>
                  <a:pt x="0" y="348"/>
                </a:lnTo>
                <a:cubicBezTo>
                  <a:pt x="0" y="302"/>
                  <a:pt x="9" y="258"/>
                  <a:pt x="27" y="215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6" name="任意多邊形 195"/>
          <p:cNvSpPr/>
          <p:nvPr/>
        </p:nvSpPr>
        <p:spPr>
          <a:xfrm>
            <a:off x="5448240" y="1996920"/>
            <a:ext cx="4914360" cy="3944880"/>
          </a:xfrm>
          <a:custGeom>
            <a:avLst/>
            <a:gdLst/>
            <a:ahLst/>
            <a:cxnLst/>
            <a:rect l="0" t="0" r="r" b="b"/>
            <a:pathLst>
              <a:path w="13651" h="10958">
                <a:moveTo>
                  <a:pt x="0" y="10609"/>
                </a:moveTo>
                <a:lnTo>
                  <a:pt x="0" y="349"/>
                </a:lnTo>
                <a:cubicBezTo>
                  <a:pt x="0" y="302"/>
                  <a:pt x="9" y="258"/>
                  <a:pt x="27" y="215"/>
                </a:cubicBezTo>
                <a:cubicBezTo>
                  <a:pt x="45" y="173"/>
                  <a:pt x="70" y="135"/>
                  <a:pt x="102" y="102"/>
                </a:cubicBezTo>
                <a:cubicBezTo>
                  <a:pt x="135" y="70"/>
                  <a:pt x="173" y="45"/>
                  <a:pt x="215" y="27"/>
                </a:cubicBezTo>
                <a:cubicBezTo>
                  <a:pt x="258" y="9"/>
                  <a:pt x="302" y="0"/>
                  <a:pt x="349" y="0"/>
                </a:cubicBezTo>
                <a:lnTo>
                  <a:pt x="13302" y="0"/>
                </a:lnTo>
                <a:cubicBezTo>
                  <a:pt x="13349" y="0"/>
                  <a:pt x="13393" y="9"/>
                  <a:pt x="13436" y="27"/>
                </a:cubicBezTo>
                <a:cubicBezTo>
                  <a:pt x="13478" y="45"/>
                  <a:pt x="13516" y="70"/>
                  <a:pt x="13549" y="102"/>
                </a:cubicBezTo>
                <a:cubicBezTo>
                  <a:pt x="13581" y="135"/>
                  <a:pt x="13607" y="173"/>
                  <a:pt x="13624" y="215"/>
                </a:cubicBezTo>
                <a:cubicBezTo>
                  <a:pt x="13642" y="258"/>
                  <a:pt x="13651" y="302"/>
                  <a:pt x="13651" y="349"/>
                </a:cubicBezTo>
                <a:lnTo>
                  <a:pt x="13651" y="10609"/>
                </a:lnTo>
                <a:cubicBezTo>
                  <a:pt x="13651" y="10655"/>
                  <a:pt x="13642" y="10699"/>
                  <a:pt x="13624" y="10742"/>
                </a:cubicBezTo>
                <a:cubicBezTo>
                  <a:pt x="13607" y="10785"/>
                  <a:pt x="13581" y="10822"/>
                  <a:pt x="13549" y="10855"/>
                </a:cubicBezTo>
                <a:cubicBezTo>
                  <a:pt x="13516" y="10889"/>
                  <a:pt x="13478" y="10914"/>
                  <a:pt x="13436" y="10931"/>
                </a:cubicBezTo>
                <a:cubicBezTo>
                  <a:pt x="13393" y="10949"/>
                  <a:pt x="13349" y="10958"/>
                  <a:pt x="13302" y="10958"/>
                </a:cubicBezTo>
                <a:lnTo>
                  <a:pt x="349" y="10958"/>
                </a:lnTo>
                <a:cubicBezTo>
                  <a:pt x="302" y="10958"/>
                  <a:pt x="258" y="10949"/>
                  <a:pt x="215" y="10931"/>
                </a:cubicBezTo>
                <a:cubicBezTo>
                  <a:pt x="173" y="10914"/>
                  <a:pt x="135" y="10889"/>
                  <a:pt x="102" y="10855"/>
                </a:cubicBezTo>
                <a:cubicBezTo>
                  <a:pt x="70" y="10822"/>
                  <a:pt x="45" y="10785"/>
                  <a:pt x="27" y="10742"/>
                </a:cubicBezTo>
                <a:cubicBezTo>
                  <a:pt x="9" y="10699"/>
                  <a:pt x="0" y="10655"/>
                  <a:pt x="0" y="10609"/>
                </a:cubicBezTo>
                <a:moveTo>
                  <a:pt x="24" y="349"/>
                </a:moveTo>
                <a:lnTo>
                  <a:pt x="24" y="10609"/>
                </a:lnTo>
                <a:cubicBezTo>
                  <a:pt x="24" y="10630"/>
                  <a:pt x="26" y="10651"/>
                  <a:pt x="30" y="10672"/>
                </a:cubicBezTo>
                <a:cubicBezTo>
                  <a:pt x="34" y="10693"/>
                  <a:pt x="40" y="10713"/>
                  <a:pt x="48" y="10733"/>
                </a:cubicBezTo>
                <a:cubicBezTo>
                  <a:pt x="57" y="10753"/>
                  <a:pt x="67" y="10772"/>
                  <a:pt x="78" y="10789"/>
                </a:cubicBezTo>
                <a:cubicBezTo>
                  <a:pt x="90" y="10807"/>
                  <a:pt x="104" y="10823"/>
                  <a:pt x="119" y="10839"/>
                </a:cubicBezTo>
                <a:cubicBezTo>
                  <a:pt x="134" y="10854"/>
                  <a:pt x="150" y="10867"/>
                  <a:pt x="168" y="10879"/>
                </a:cubicBezTo>
                <a:cubicBezTo>
                  <a:pt x="186" y="10892"/>
                  <a:pt x="205" y="10902"/>
                  <a:pt x="224" y="10910"/>
                </a:cubicBezTo>
                <a:cubicBezTo>
                  <a:pt x="244" y="10918"/>
                  <a:pt x="264" y="10924"/>
                  <a:pt x="285" y="10929"/>
                </a:cubicBezTo>
                <a:cubicBezTo>
                  <a:pt x="306" y="10933"/>
                  <a:pt x="327" y="10935"/>
                  <a:pt x="349" y="10935"/>
                </a:cubicBezTo>
                <a:lnTo>
                  <a:pt x="13302" y="10935"/>
                </a:lnTo>
                <a:cubicBezTo>
                  <a:pt x="13324" y="10935"/>
                  <a:pt x="13345" y="10933"/>
                  <a:pt x="13366" y="10929"/>
                </a:cubicBezTo>
                <a:cubicBezTo>
                  <a:pt x="13387" y="10924"/>
                  <a:pt x="13407" y="10918"/>
                  <a:pt x="13427" y="10910"/>
                </a:cubicBezTo>
                <a:cubicBezTo>
                  <a:pt x="13447" y="10902"/>
                  <a:pt x="13465" y="10892"/>
                  <a:pt x="13483" y="10879"/>
                </a:cubicBezTo>
                <a:cubicBezTo>
                  <a:pt x="13501" y="10867"/>
                  <a:pt x="13517" y="10854"/>
                  <a:pt x="13532" y="10839"/>
                </a:cubicBezTo>
                <a:cubicBezTo>
                  <a:pt x="13547" y="10823"/>
                  <a:pt x="13561" y="10807"/>
                  <a:pt x="13573" y="10789"/>
                </a:cubicBezTo>
                <a:cubicBezTo>
                  <a:pt x="13585" y="10772"/>
                  <a:pt x="13595" y="10753"/>
                  <a:pt x="13603" y="10733"/>
                </a:cubicBezTo>
                <a:cubicBezTo>
                  <a:pt x="13611" y="10713"/>
                  <a:pt x="13617" y="10693"/>
                  <a:pt x="13621" y="10672"/>
                </a:cubicBezTo>
                <a:cubicBezTo>
                  <a:pt x="13625" y="10651"/>
                  <a:pt x="13627" y="10630"/>
                  <a:pt x="13627" y="10609"/>
                </a:cubicBezTo>
                <a:lnTo>
                  <a:pt x="13627" y="349"/>
                </a:lnTo>
                <a:cubicBezTo>
                  <a:pt x="13627" y="327"/>
                  <a:pt x="13625" y="306"/>
                  <a:pt x="13621" y="285"/>
                </a:cubicBezTo>
                <a:cubicBezTo>
                  <a:pt x="13617" y="264"/>
                  <a:pt x="13611" y="244"/>
                  <a:pt x="13603" y="224"/>
                </a:cubicBezTo>
                <a:cubicBezTo>
                  <a:pt x="13595" y="205"/>
                  <a:pt x="13585" y="186"/>
                  <a:pt x="13573" y="168"/>
                </a:cubicBezTo>
                <a:cubicBezTo>
                  <a:pt x="13561" y="150"/>
                  <a:pt x="13547" y="134"/>
                  <a:pt x="13532" y="119"/>
                </a:cubicBezTo>
                <a:cubicBezTo>
                  <a:pt x="13517" y="104"/>
                  <a:pt x="13501" y="90"/>
                  <a:pt x="13483" y="78"/>
                </a:cubicBezTo>
                <a:cubicBezTo>
                  <a:pt x="13465" y="67"/>
                  <a:pt x="13447" y="57"/>
                  <a:pt x="13427" y="48"/>
                </a:cubicBezTo>
                <a:cubicBezTo>
                  <a:pt x="13407" y="40"/>
                  <a:pt x="13387" y="34"/>
                  <a:pt x="13366" y="30"/>
                </a:cubicBezTo>
                <a:cubicBezTo>
                  <a:pt x="13345" y="26"/>
                  <a:pt x="13324" y="24"/>
                  <a:pt x="13302" y="24"/>
                </a:cubicBezTo>
                <a:lnTo>
                  <a:pt x="349" y="24"/>
                </a:lnTo>
                <a:cubicBezTo>
                  <a:pt x="327" y="24"/>
                  <a:pt x="306" y="26"/>
                  <a:pt x="285" y="30"/>
                </a:cubicBezTo>
                <a:cubicBezTo>
                  <a:pt x="264" y="34"/>
                  <a:pt x="244" y="40"/>
                  <a:pt x="224" y="48"/>
                </a:cubicBezTo>
                <a:cubicBezTo>
                  <a:pt x="205" y="57"/>
                  <a:pt x="186" y="67"/>
                  <a:pt x="168" y="78"/>
                </a:cubicBezTo>
                <a:cubicBezTo>
                  <a:pt x="150" y="90"/>
                  <a:pt x="134" y="104"/>
                  <a:pt x="119" y="119"/>
                </a:cubicBezTo>
                <a:cubicBezTo>
                  <a:pt x="104" y="134"/>
                  <a:pt x="90" y="150"/>
                  <a:pt x="78" y="168"/>
                </a:cubicBezTo>
                <a:cubicBezTo>
                  <a:pt x="67" y="186"/>
                  <a:pt x="57" y="205"/>
                  <a:pt x="48" y="224"/>
                </a:cubicBezTo>
                <a:cubicBezTo>
                  <a:pt x="40" y="244"/>
                  <a:pt x="34" y="264"/>
                  <a:pt x="30" y="285"/>
                </a:cubicBezTo>
                <a:cubicBezTo>
                  <a:pt x="26" y="306"/>
                  <a:pt x="24" y="327"/>
                  <a:pt x="24" y="349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97" name="圖片 196"/>
          <p:cNvPicPr/>
          <p:nvPr/>
        </p:nvPicPr>
        <p:blipFill>
          <a:blip r:embed="rId7"/>
          <a:stretch>
            <a:fillRect/>
          </a:stretch>
        </p:blipFill>
        <p:spPr>
          <a:xfrm>
            <a:off x="5657400" y="2239560"/>
            <a:ext cx="2253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8" name="文字框 197"/>
          <p:cNvSpPr txBox="1"/>
          <p:nvPr/>
        </p:nvSpPr>
        <p:spPr>
          <a:xfrm>
            <a:off x="4231800" y="5407920"/>
            <a:ext cx="2170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SAI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9" name="任意多邊形 198"/>
          <p:cNvSpPr/>
          <p:nvPr/>
        </p:nvSpPr>
        <p:spPr>
          <a:xfrm>
            <a:off x="5657400" y="3559680"/>
            <a:ext cx="334440" cy="334800"/>
          </a:xfrm>
          <a:custGeom>
            <a:avLst/>
            <a:gdLst/>
            <a:ahLst/>
            <a:cxnLst/>
            <a:rect l="0" t="0" r="r" b="b"/>
            <a:pathLst>
              <a:path w="929" h="930">
                <a:moveTo>
                  <a:pt x="929" y="465"/>
                </a:moveTo>
                <a:cubicBezTo>
                  <a:pt x="929" y="495"/>
                  <a:pt x="926" y="525"/>
                  <a:pt x="920" y="555"/>
                </a:cubicBezTo>
                <a:cubicBezTo>
                  <a:pt x="914" y="585"/>
                  <a:pt x="906" y="614"/>
                  <a:pt x="894" y="642"/>
                </a:cubicBezTo>
                <a:cubicBezTo>
                  <a:pt x="882" y="670"/>
                  <a:pt x="868" y="697"/>
                  <a:pt x="851" y="722"/>
                </a:cubicBezTo>
                <a:cubicBezTo>
                  <a:pt x="834" y="748"/>
                  <a:pt x="815" y="771"/>
                  <a:pt x="793" y="794"/>
                </a:cubicBezTo>
                <a:cubicBezTo>
                  <a:pt x="772" y="815"/>
                  <a:pt x="748" y="835"/>
                  <a:pt x="723" y="852"/>
                </a:cubicBezTo>
                <a:cubicBezTo>
                  <a:pt x="698" y="868"/>
                  <a:pt x="671" y="883"/>
                  <a:pt x="643" y="894"/>
                </a:cubicBezTo>
                <a:cubicBezTo>
                  <a:pt x="614" y="906"/>
                  <a:pt x="585" y="915"/>
                  <a:pt x="556" y="921"/>
                </a:cubicBezTo>
                <a:cubicBezTo>
                  <a:pt x="526" y="927"/>
                  <a:pt x="494" y="930"/>
                  <a:pt x="464" y="930"/>
                </a:cubicBezTo>
                <a:cubicBezTo>
                  <a:pt x="434" y="930"/>
                  <a:pt x="403" y="927"/>
                  <a:pt x="373" y="921"/>
                </a:cubicBezTo>
                <a:cubicBezTo>
                  <a:pt x="344" y="915"/>
                  <a:pt x="314" y="906"/>
                  <a:pt x="286" y="894"/>
                </a:cubicBezTo>
                <a:cubicBezTo>
                  <a:pt x="258" y="883"/>
                  <a:pt x="231" y="868"/>
                  <a:pt x="206" y="852"/>
                </a:cubicBezTo>
                <a:cubicBezTo>
                  <a:pt x="181" y="835"/>
                  <a:pt x="157" y="815"/>
                  <a:pt x="136" y="794"/>
                </a:cubicBezTo>
                <a:cubicBezTo>
                  <a:pt x="114" y="771"/>
                  <a:pt x="95" y="748"/>
                  <a:pt x="78" y="722"/>
                </a:cubicBezTo>
                <a:cubicBezTo>
                  <a:pt x="61" y="697"/>
                  <a:pt x="47" y="670"/>
                  <a:pt x="35" y="642"/>
                </a:cubicBezTo>
                <a:cubicBezTo>
                  <a:pt x="23" y="614"/>
                  <a:pt x="15" y="585"/>
                  <a:pt x="9" y="555"/>
                </a:cubicBezTo>
                <a:cubicBezTo>
                  <a:pt x="3" y="525"/>
                  <a:pt x="0" y="495"/>
                  <a:pt x="0" y="465"/>
                </a:cubicBezTo>
                <a:cubicBezTo>
                  <a:pt x="0" y="434"/>
                  <a:pt x="3" y="404"/>
                  <a:pt x="9" y="374"/>
                </a:cubicBezTo>
                <a:cubicBezTo>
                  <a:pt x="15" y="344"/>
                  <a:pt x="23" y="315"/>
                  <a:pt x="35" y="287"/>
                </a:cubicBezTo>
                <a:cubicBezTo>
                  <a:pt x="47" y="259"/>
                  <a:pt x="61" y="232"/>
                  <a:pt x="78" y="207"/>
                </a:cubicBezTo>
                <a:cubicBezTo>
                  <a:pt x="95" y="181"/>
                  <a:pt x="114" y="158"/>
                  <a:pt x="136" y="136"/>
                </a:cubicBezTo>
                <a:cubicBezTo>
                  <a:pt x="157" y="115"/>
                  <a:pt x="181" y="95"/>
                  <a:pt x="206" y="79"/>
                </a:cubicBezTo>
                <a:cubicBezTo>
                  <a:pt x="231" y="62"/>
                  <a:pt x="258" y="47"/>
                  <a:pt x="286" y="36"/>
                </a:cubicBezTo>
                <a:cubicBezTo>
                  <a:pt x="314" y="24"/>
                  <a:pt x="344" y="15"/>
                  <a:pt x="373" y="9"/>
                </a:cubicBezTo>
                <a:cubicBezTo>
                  <a:pt x="403" y="3"/>
                  <a:pt x="434" y="0"/>
                  <a:pt x="464" y="0"/>
                </a:cubicBezTo>
                <a:cubicBezTo>
                  <a:pt x="494" y="0"/>
                  <a:pt x="526" y="3"/>
                  <a:pt x="556" y="9"/>
                </a:cubicBezTo>
                <a:cubicBezTo>
                  <a:pt x="585" y="15"/>
                  <a:pt x="614" y="24"/>
                  <a:pt x="643" y="36"/>
                </a:cubicBezTo>
                <a:cubicBezTo>
                  <a:pt x="671" y="47"/>
                  <a:pt x="698" y="62"/>
                  <a:pt x="723" y="79"/>
                </a:cubicBezTo>
                <a:cubicBezTo>
                  <a:pt x="748" y="95"/>
                  <a:pt x="772" y="115"/>
                  <a:pt x="793" y="136"/>
                </a:cubicBezTo>
                <a:cubicBezTo>
                  <a:pt x="815" y="158"/>
                  <a:pt x="834" y="181"/>
                  <a:pt x="851" y="207"/>
                </a:cubicBezTo>
                <a:cubicBezTo>
                  <a:pt x="868" y="232"/>
                  <a:pt x="882" y="259"/>
                  <a:pt x="894" y="287"/>
                </a:cubicBezTo>
                <a:cubicBezTo>
                  <a:pt x="906" y="315"/>
                  <a:pt x="914" y="344"/>
                  <a:pt x="920" y="374"/>
                </a:cubicBezTo>
                <a:cubicBezTo>
                  <a:pt x="926" y="404"/>
                  <a:pt x="929" y="434"/>
                  <a:pt x="929" y="465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200" name="圖片 199"/>
          <p:cNvPicPr/>
          <p:nvPr/>
        </p:nvPicPr>
        <p:blipFill>
          <a:blip r:embed="rId8"/>
          <a:stretch>
            <a:fillRect/>
          </a:stretch>
        </p:blipFill>
        <p:spPr>
          <a:xfrm>
            <a:off x="5757840" y="366012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文字框 200"/>
          <p:cNvSpPr txBox="1"/>
          <p:nvPr/>
        </p:nvSpPr>
        <p:spPr>
          <a:xfrm>
            <a:off x="5983560" y="2213640"/>
            <a:ext cx="14090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价值与桥梁作用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2" name="文字框 201"/>
          <p:cNvSpPr txBox="1"/>
          <p:nvPr/>
        </p:nvSpPr>
        <p:spPr>
          <a:xfrm>
            <a:off x="6091920" y="3540960"/>
            <a:ext cx="67140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交易媒介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3" name="任意多邊形 202"/>
          <p:cNvSpPr/>
          <p:nvPr/>
        </p:nvSpPr>
        <p:spPr>
          <a:xfrm>
            <a:off x="5657400" y="4161600"/>
            <a:ext cx="334440" cy="334440"/>
          </a:xfrm>
          <a:custGeom>
            <a:avLst/>
            <a:gdLst/>
            <a:ahLst/>
            <a:cxnLst/>
            <a:rect l="0" t="0" r="r" b="b"/>
            <a:pathLst>
              <a:path w="929" h="929">
                <a:moveTo>
                  <a:pt x="929" y="465"/>
                </a:moveTo>
                <a:cubicBezTo>
                  <a:pt x="929" y="495"/>
                  <a:pt x="926" y="526"/>
                  <a:pt x="920" y="555"/>
                </a:cubicBezTo>
                <a:cubicBezTo>
                  <a:pt x="914" y="585"/>
                  <a:pt x="906" y="614"/>
                  <a:pt x="894" y="643"/>
                </a:cubicBezTo>
                <a:cubicBezTo>
                  <a:pt x="882" y="671"/>
                  <a:pt x="868" y="697"/>
                  <a:pt x="851" y="723"/>
                </a:cubicBezTo>
                <a:cubicBezTo>
                  <a:pt x="834" y="748"/>
                  <a:pt x="815" y="772"/>
                  <a:pt x="793" y="793"/>
                </a:cubicBezTo>
                <a:cubicBezTo>
                  <a:pt x="772" y="815"/>
                  <a:pt x="748" y="834"/>
                  <a:pt x="723" y="851"/>
                </a:cubicBezTo>
                <a:cubicBezTo>
                  <a:pt x="698" y="868"/>
                  <a:pt x="671" y="882"/>
                  <a:pt x="643" y="894"/>
                </a:cubicBezTo>
                <a:cubicBezTo>
                  <a:pt x="614" y="905"/>
                  <a:pt x="585" y="914"/>
                  <a:pt x="556" y="920"/>
                </a:cubicBezTo>
                <a:cubicBezTo>
                  <a:pt x="526" y="926"/>
                  <a:pt x="494" y="929"/>
                  <a:pt x="464" y="929"/>
                </a:cubicBezTo>
                <a:cubicBezTo>
                  <a:pt x="434" y="929"/>
                  <a:pt x="403" y="926"/>
                  <a:pt x="373" y="920"/>
                </a:cubicBezTo>
                <a:cubicBezTo>
                  <a:pt x="344" y="914"/>
                  <a:pt x="314" y="905"/>
                  <a:pt x="286" y="894"/>
                </a:cubicBezTo>
                <a:cubicBezTo>
                  <a:pt x="258" y="882"/>
                  <a:pt x="231" y="868"/>
                  <a:pt x="206" y="851"/>
                </a:cubicBezTo>
                <a:cubicBezTo>
                  <a:pt x="181" y="834"/>
                  <a:pt x="157" y="815"/>
                  <a:pt x="136" y="793"/>
                </a:cubicBezTo>
                <a:cubicBezTo>
                  <a:pt x="114" y="772"/>
                  <a:pt x="95" y="748"/>
                  <a:pt x="78" y="723"/>
                </a:cubicBezTo>
                <a:cubicBezTo>
                  <a:pt x="61" y="697"/>
                  <a:pt x="47" y="671"/>
                  <a:pt x="35" y="643"/>
                </a:cubicBezTo>
                <a:cubicBezTo>
                  <a:pt x="23" y="614"/>
                  <a:pt x="15" y="585"/>
                  <a:pt x="9" y="555"/>
                </a:cubicBezTo>
                <a:cubicBezTo>
                  <a:pt x="3" y="526"/>
                  <a:pt x="0" y="495"/>
                  <a:pt x="0" y="465"/>
                </a:cubicBezTo>
                <a:cubicBezTo>
                  <a:pt x="0" y="434"/>
                  <a:pt x="3" y="404"/>
                  <a:pt x="9" y="374"/>
                </a:cubicBezTo>
                <a:cubicBezTo>
                  <a:pt x="15" y="344"/>
                  <a:pt x="23" y="315"/>
                  <a:pt x="35" y="287"/>
                </a:cubicBezTo>
                <a:cubicBezTo>
                  <a:pt x="47" y="259"/>
                  <a:pt x="61" y="232"/>
                  <a:pt x="78" y="207"/>
                </a:cubicBezTo>
                <a:cubicBezTo>
                  <a:pt x="95" y="182"/>
                  <a:pt x="114" y="158"/>
                  <a:pt x="136" y="137"/>
                </a:cubicBezTo>
                <a:cubicBezTo>
                  <a:pt x="157" y="115"/>
                  <a:pt x="181" y="96"/>
                  <a:pt x="206" y="79"/>
                </a:cubicBezTo>
                <a:cubicBezTo>
                  <a:pt x="231" y="62"/>
                  <a:pt x="258" y="48"/>
                  <a:pt x="286" y="35"/>
                </a:cubicBezTo>
                <a:cubicBezTo>
                  <a:pt x="314" y="23"/>
                  <a:pt x="344" y="14"/>
                  <a:pt x="373" y="9"/>
                </a:cubicBezTo>
                <a:cubicBezTo>
                  <a:pt x="403" y="3"/>
                  <a:pt x="434" y="0"/>
                  <a:pt x="464" y="0"/>
                </a:cubicBezTo>
                <a:cubicBezTo>
                  <a:pt x="494" y="0"/>
                  <a:pt x="526" y="3"/>
                  <a:pt x="556" y="9"/>
                </a:cubicBezTo>
                <a:cubicBezTo>
                  <a:pt x="585" y="14"/>
                  <a:pt x="614" y="23"/>
                  <a:pt x="643" y="35"/>
                </a:cubicBezTo>
                <a:cubicBezTo>
                  <a:pt x="671" y="48"/>
                  <a:pt x="698" y="62"/>
                  <a:pt x="723" y="79"/>
                </a:cubicBezTo>
                <a:cubicBezTo>
                  <a:pt x="748" y="96"/>
                  <a:pt x="772" y="115"/>
                  <a:pt x="793" y="137"/>
                </a:cubicBezTo>
                <a:cubicBezTo>
                  <a:pt x="815" y="158"/>
                  <a:pt x="834" y="182"/>
                  <a:pt x="851" y="207"/>
                </a:cubicBezTo>
                <a:cubicBezTo>
                  <a:pt x="868" y="232"/>
                  <a:pt x="882" y="259"/>
                  <a:pt x="894" y="287"/>
                </a:cubicBezTo>
                <a:cubicBezTo>
                  <a:pt x="906" y="315"/>
                  <a:pt x="914" y="344"/>
                  <a:pt x="920" y="374"/>
                </a:cubicBezTo>
                <a:cubicBezTo>
                  <a:pt x="926" y="404"/>
                  <a:pt x="929" y="434"/>
                  <a:pt x="929" y="465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204" name="圖片 203"/>
          <p:cNvPicPr/>
          <p:nvPr/>
        </p:nvPicPr>
        <p:blipFill>
          <a:blip r:embed="rId9"/>
          <a:stretch>
            <a:fillRect/>
          </a:stretch>
        </p:blipFill>
        <p:spPr>
          <a:xfrm>
            <a:off x="5757840" y="426204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5" name="文字框 204"/>
          <p:cNvSpPr txBox="1"/>
          <p:nvPr/>
        </p:nvSpPr>
        <p:spPr>
          <a:xfrm>
            <a:off x="6091920" y="3807360"/>
            <a:ext cx="40240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作为加密货币市场中最主要的交易媒介和流动性工具，降低交易摩擦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6" name="文字框 205"/>
          <p:cNvSpPr txBox="1"/>
          <p:nvPr/>
        </p:nvSpPr>
        <p:spPr>
          <a:xfrm>
            <a:off x="6091920" y="4142880"/>
            <a:ext cx="67140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价值稳定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7" name="任意多邊形 206"/>
          <p:cNvSpPr/>
          <p:nvPr/>
        </p:nvSpPr>
        <p:spPr>
          <a:xfrm>
            <a:off x="5657400" y="4763160"/>
            <a:ext cx="334440" cy="334440"/>
          </a:xfrm>
          <a:custGeom>
            <a:avLst/>
            <a:gdLst/>
            <a:ahLst/>
            <a:cxnLst/>
            <a:rect l="0" t="0" r="r" b="b"/>
            <a:pathLst>
              <a:path w="929" h="929">
                <a:moveTo>
                  <a:pt x="929" y="465"/>
                </a:moveTo>
                <a:cubicBezTo>
                  <a:pt x="929" y="496"/>
                  <a:pt x="926" y="526"/>
                  <a:pt x="920" y="556"/>
                </a:cubicBezTo>
                <a:cubicBezTo>
                  <a:pt x="914" y="586"/>
                  <a:pt x="906" y="615"/>
                  <a:pt x="894" y="643"/>
                </a:cubicBezTo>
                <a:cubicBezTo>
                  <a:pt x="882" y="671"/>
                  <a:pt x="868" y="698"/>
                  <a:pt x="851" y="723"/>
                </a:cubicBezTo>
                <a:cubicBezTo>
                  <a:pt x="834" y="748"/>
                  <a:pt x="815" y="772"/>
                  <a:pt x="793" y="793"/>
                </a:cubicBezTo>
                <a:cubicBezTo>
                  <a:pt x="772" y="815"/>
                  <a:pt x="748" y="834"/>
                  <a:pt x="723" y="851"/>
                </a:cubicBezTo>
                <a:cubicBezTo>
                  <a:pt x="698" y="868"/>
                  <a:pt x="671" y="882"/>
                  <a:pt x="643" y="894"/>
                </a:cubicBezTo>
                <a:cubicBezTo>
                  <a:pt x="614" y="906"/>
                  <a:pt x="585" y="915"/>
                  <a:pt x="556" y="921"/>
                </a:cubicBezTo>
                <a:cubicBezTo>
                  <a:pt x="526" y="926"/>
                  <a:pt x="494" y="929"/>
                  <a:pt x="464" y="929"/>
                </a:cubicBezTo>
                <a:cubicBezTo>
                  <a:pt x="434" y="929"/>
                  <a:pt x="403" y="926"/>
                  <a:pt x="373" y="921"/>
                </a:cubicBezTo>
                <a:cubicBezTo>
                  <a:pt x="344" y="915"/>
                  <a:pt x="314" y="906"/>
                  <a:pt x="286" y="894"/>
                </a:cubicBezTo>
                <a:cubicBezTo>
                  <a:pt x="258" y="882"/>
                  <a:pt x="231" y="868"/>
                  <a:pt x="206" y="851"/>
                </a:cubicBezTo>
                <a:cubicBezTo>
                  <a:pt x="181" y="834"/>
                  <a:pt x="157" y="815"/>
                  <a:pt x="136" y="793"/>
                </a:cubicBezTo>
                <a:cubicBezTo>
                  <a:pt x="114" y="772"/>
                  <a:pt x="95" y="748"/>
                  <a:pt x="78" y="723"/>
                </a:cubicBezTo>
                <a:cubicBezTo>
                  <a:pt x="61" y="698"/>
                  <a:pt x="47" y="671"/>
                  <a:pt x="35" y="643"/>
                </a:cubicBezTo>
                <a:cubicBezTo>
                  <a:pt x="23" y="615"/>
                  <a:pt x="15" y="586"/>
                  <a:pt x="9" y="556"/>
                </a:cubicBezTo>
                <a:cubicBezTo>
                  <a:pt x="3" y="526"/>
                  <a:pt x="0" y="496"/>
                  <a:pt x="0" y="465"/>
                </a:cubicBezTo>
                <a:cubicBezTo>
                  <a:pt x="0" y="435"/>
                  <a:pt x="3" y="405"/>
                  <a:pt x="9" y="375"/>
                </a:cubicBezTo>
                <a:cubicBezTo>
                  <a:pt x="15" y="345"/>
                  <a:pt x="23" y="316"/>
                  <a:pt x="35" y="288"/>
                </a:cubicBezTo>
                <a:cubicBezTo>
                  <a:pt x="47" y="259"/>
                  <a:pt x="61" y="233"/>
                  <a:pt x="78" y="206"/>
                </a:cubicBezTo>
                <a:cubicBezTo>
                  <a:pt x="95" y="181"/>
                  <a:pt x="114" y="157"/>
                  <a:pt x="136" y="136"/>
                </a:cubicBezTo>
                <a:cubicBezTo>
                  <a:pt x="157" y="114"/>
                  <a:pt x="181" y="95"/>
                  <a:pt x="206" y="78"/>
                </a:cubicBezTo>
                <a:cubicBezTo>
                  <a:pt x="231" y="61"/>
                  <a:pt x="258" y="47"/>
                  <a:pt x="286" y="35"/>
                </a:cubicBezTo>
                <a:cubicBezTo>
                  <a:pt x="314" y="24"/>
                  <a:pt x="344" y="15"/>
                  <a:pt x="373" y="9"/>
                </a:cubicBezTo>
                <a:cubicBezTo>
                  <a:pt x="403" y="3"/>
                  <a:pt x="434" y="0"/>
                  <a:pt x="464" y="0"/>
                </a:cubicBezTo>
                <a:cubicBezTo>
                  <a:pt x="494" y="0"/>
                  <a:pt x="526" y="3"/>
                  <a:pt x="556" y="9"/>
                </a:cubicBezTo>
                <a:cubicBezTo>
                  <a:pt x="585" y="15"/>
                  <a:pt x="614" y="24"/>
                  <a:pt x="643" y="35"/>
                </a:cubicBezTo>
                <a:cubicBezTo>
                  <a:pt x="671" y="47"/>
                  <a:pt x="698" y="61"/>
                  <a:pt x="723" y="78"/>
                </a:cubicBezTo>
                <a:cubicBezTo>
                  <a:pt x="748" y="95"/>
                  <a:pt x="772" y="114"/>
                  <a:pt x="793" y="136"/>
                </a:cubicBezTo>
                <a:cubicBezTo>
                  <a:pt x="815" y="157"/>
                  <a:pt x="834" y="181"/>
                  <a:pt x="851" y="206"/>
                </a:cubicBezTo>
                <a:cubicBezTo>
                  <a:pt x="868" y="233"/>
                  <a:pt x="882" y="259"/>
                  <a:pt x="894" y="288"/>
                </a:cubicBezTo>
                <a:cubicBezTo>
                  <a:pt x="906" y="316"/>
                  <a:pt x="914" y="345"/>
                  <a:pt x="920" y="375"/>
                </a:cubicBezTo>
                <a:cubicBezTo>
                  <a:pt x="926" y="405"/>
                  <a:pt x="929" y="435"/>
                  <a:pt x="929" y="465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208" name="圖片 207"/>
          <p:cNvPicPr/>
          <p:nvPr/>
        </p:nvPicPr>
        <p:blipFill>
          <a:blip r:embed="rId10"/>
          <a:stretch>
            <a:fillRect/>
          </a:stretch>
        </p:blipFill>
        <p:spPr>
          <a:xfrm>
            <a:off x="5757840" y="486360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9" name="文字框 208"/>
          <p:cNvSpPr txBox="1"/>
          <p:nvPr/>
        </p:nvSpPr>
        <p:spPr>
          <a:xfrm>
            <a:off x="6091920" y="4408920"/>
            <a:ext cx="34876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提供价格稳定性，避免加密货币的剧烈波动，增强市场信心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0" name="文字框 209"/>
          <p:cNvSpPr txBox="1"/>
          <p:nvPr/>
        </p:nvSpPr>
        <p:spPr>
          <a:xfrm>
            <a:off x="6091920" y="4744440"/>
            <a:ext cx="67140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跨境支付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1" name="任意多邊形 210"/>
          <p:cNvSpPr/>
          <p:nvPr/>
        </p:nvSpPr>
        <p:spPr>
          <a:xfrm>
            <a:off x="5657400" y="2607120"/>
            <a:ext cx="1496160" cy="718920"/>
          </a:xfrm>
          <a:custGeom>
            <a:avLst/>
            <a:gdLst/>
            <a:ahLst/>
            <a:cxnLst/>
            <a:rect l="0" t="0" r="r" b="b"/>
            <a:pathLst>
              <a:path w="4156" h="1997">
                <a:moveTo>
                  <a:pt x="0" y="1812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9" y="103"/>
                  <a:pt x="24" y="93"/>
                  <a:pt x="31" y="83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6" y="9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3970" y="0"/>
                </a:lnTo>
                <a:cubicBezTo>
                  <a:pt x="3982" y="0"/>
                  <a:pt x="3994" y="1"/>
                  <a:pt x="4006" y="4"/>
                </a:cubicBezTo>
                <a:cubicBezTo>
                  <a:pt x="4018" y="6"/>
                  <a:pt x="4030" y="9"/>
                  <a:pt x="4041" y="14"/>
                </a:cubicBezTo>
                <a:cubicBezTo>
                  <a:pt x="4052" y="19"/>
                  <a:pt x="4063" y="24"/>
                  <a:pt x="4073" y="31"/>
                </a:cubicBezTo>
                <a:cubicBezTo>
                  <a:pt x="4083" y="38"/>
                  <a:pt x="4093" y="46"/>
                  <a:pt x="4101" y="54"/>
                </a:cubicBezTo>
                <a:cubicBezTo>
                  <a:pt x="4110" y="63"/>
                  <a:pt x="4118" y="72"/>
                  <a:pt x="4125" y="83"/>
                </a:cubicBezTo>
                <a:cubicBezTo>
                  <a:pt x="4131" y="93"/>
                  <a:pt x="4137" y="103"/>
                  <a:pt x="4142" y="115"/>
                </a:cubicBezTo>
                <a:cubicBezTo>
                  <a:pt x="4146" y="126"/>
                  <a:pt x="4150" y="137"/>
                  <a:pt x="4152" y="149"/>
                </a:cubicBezTo>
                <a:cubicBezTo>
                  <a:pt x="4155" y="161"/>
                  <a:pt x="4156" y="173"/>
                  <a:pt x="4156" y="186"/>
                </a:cubicBezTo>
                <a:lnTo>
                  <a:pt x="4156" y="1812"/>
                </a:lnTo>
                <a:cubicBezTo>
                  <a:pt x="4156" y="1824"/>
                  <a:pt x="4155" y="1836"/>
                  <a:pt x="4152" y="1848"/>
                </a:cubicBezTo>
                <a:cubicBezTo>
                  <a:pt x="4150" y="1860"/>
                  <a:pt x="4146" y="1871"/>
                  <a:pt x="4142" y="1883"/>
                </a:cubicBezTo>
                <a:cubicBezTo>
                  <a:pt x="4137" y="1894"/>
                  <a:pt x="4131" y="1905"/>
                  <a:pt x="4125" y="1915"/>
                </a:cubicBezTo>
                <a:cubicBezTo>
                  <a:pt x="4118" y="1925"/>
                  <a:pt x="4110" y="1934"/>
                  <a:pt x="4101" y="1943"/>
                </a:cubicBezTo>
                <a:cubicBezTo>
                  <a:pt x="4093" y="1952"/>
                  <a:pt x="4083" y="1959"/>
                  <a:pt x="4073" y="1966"/>
                </a:cubicBezTo>
                <a:cubicBezTo>
                  <a:pt x="4063" y="1973"/>
                  <a:pt x="4052" y="1978"/>
                  <a:pt x="4041" y="1983"/>
                </a:cubicBezTo>
                <a:cubicBezTo>
                  <a:pt x="4030" y="1988"/>
                  <a:pt x="4018" y="1991"/>
                  <a:pt x="4006" y="1994"/>
                </a:cubicBezTo>
                <a:cubicBezTo>
                  <a:pt x="3994" y="1996"/>
                  <a:pt x="3982" y="1997"/>
                  <a:pt x="3970" y="1997"/>
                </a:cubicBezTo>
                <a:lnTo>
                  <a:pt x="185" y="1997"/>
                </a:lnTo>
                <a:cubicBezTo>
                  <a:pt x="173" y="1997"/>
                  <a:pt x="161" y="1996"/>
                  <a:pt x="149" y="1994"/>
                </a:cubicBezTo>
                <a:cubicBezTo>
                  <a:pt x="137" y="1991"/>
                  <a:pt x="126" y="1988"/>
                  <a:pt x="114" y="1983"/>
                </a:cubicBezTo>
                <a:cubicBezTo>
                  <a:pt x="103" y="1978"/>
                  <a:pt x="92" y="1973"/>
                  <a:pt x="82" y="1966"/>
                </a:cubicBezTo>
                <a:cubicBezTo>
                  <a:pt x="72" y="1959"/>
                  <a:pt x="63" y="1952"/>
                  <a:pt x="54" y="1943"/>
                </a:cubicBezTo>
                <a:cubicBezTo>
                  <a:pt x="46" y="1934"/>
                  <a:pt x="38" y="1925"/>
                  <a:pt x="31" y="1915"/>
                </a:cubicBezTo>
                <a:cubicBezTo>
                  <a:pt x="24" y="1905"/>
                  <a:pt x="19" y="1894"/>
                  <a:pt x="14" y="1883"/>
                </a:cubicBezTo>
                <a:cubicBezTo>
                  <a:pt x="9" y="1871"/>
                  <a:pt x="6" y="1860"/>
                  <a:pt x="3" y="1848"/>
                </a:cubicBezTo>
                <a:cubicBezTo>
                  <a:pt x="1" y="1836"/>
                  <a:pt x="0" y="1824"/>
                  <a:pt x="0" y="1812"/>
                </a:cubicBezTo>
                <a:close/>
              </a:path>
            </a:pathLst>
          </a:custGeom>
          <a:solidFill>
            <a:srgbClr val="1E3A8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212" name="圖片 211"/>
          <p:cNvPicPr/>
          <p:nvPr/>
        </p:nvPicPr>
        <p:blipFill>
          <a:blip r:embed="rId11"/>
          <a:stretch>
            <a:fillRect/>
          </a:stretch>
        </p:blipFill>
        <p:spPr>
          <a:xfrm>
            <a:off x="6284160" y="2707560"/>
            <a:ext cx="250200" cy="25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3" name="文字框 212"/>
          <p:cNvSpPr txBox="1"/>
          <p:nvPr/>
        </p:nvSpPr>
        <p:spPr>
          <a:xfrm>
            <a:off x="6091920" y="5010480"/>
            <a:ext cx="33534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促进全球范围内的支付与结算，降低跨境交易成本和时间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4" name="任意多邊形 213"/>
          <p:cNvSpPr/>
          <p:nvPr/>
        </p:nvSpPr>
        <p:spPr>
          <a:xfrm>
            <a:off x="8657280" y="2607120"/>
            <a:ext cx="1496160" cy="718920"/>
          </a:xfrm>
          <a:custGeom>
            <a:avLst/>
            <a:gdLst/>
            <a:ahLst/>
            <a:cxnLst/>
            <a:rect l="0" t="0" r="r" b="b"/>
            <a:pathLst>
              <a:path w="4156" h="1997">
                <a:moveTo>
                  <a:pt x="0" y="1812"/>
                </a:moveTo>
                <a:lnTo>
                  <a:pt x="0" y="186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5"/>
                </a:cubicBezTo>
                <a:cubicBezTo>
                  <a:pt x="19" y="103"/>
                  <a:pt x="25" y="93"/>
                  <a:pt x="32" y="83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4"/>
                  <a:pt x="104" y="19"/>
                  <a:pt x="115" y="14"/>
                </a:cubicBezTo>
                <a:cubicBezTo>
                  <a:pt x="126" y="9"/>
                  <a:pt x="138" y="6"/>
                  <a:pt x="150" y="4"/>
                </a:cubicBezTo>
                <a:cubicBezTo>
                  <a:pt x="162" y="1"/>
                  <a:pt x="174" y="0"/>
                  <a:pt x="186" y="0"/>
                </a:cubicBezTo>
                <a:lnTo>
                  <a:pt x="3971" y="0"/>
                </a:lnTo>
                <a:cubicBezTo>
                  <a:pt x="3983" y="0"/>
                  <a:pt x="3995" y="1"/>
                  <a:pt x="4007" y="4"/>
                </a:cubicBezTo>
                <a:cubicBezTo>
                  <a:pt x="4019" y="6"/>
                  <a:pt x="4030" y="9"/>
                  <a:pt x="4042" y="14"/>
                </a:cubicBezTo>
                <a:cubicBezTo>
                  <a:pt x="4053" y="19"/>
                  <a:pt x="4064" y="24"/>
                  <a:pt x="4074" y="31"/>
                </a:cubicBezTo>
                <a:cubicBezTo>
                  <a:pt x="4084" y="38"/>
                  <a:pt x="4093" y="46"/>
                  <a:pt x="4102" y="54"/>
                </a:cubicBezTo>
                <a:cubicBezTo>
                  <a:pt x="4111" y="63"/>
                  <a:pt x="4118" y="72"/>
                  <a:pt x="4125" y="83"/>
                </a:cubicBezTo>
                <a:cubicBezTo>
                  <a:pt x="4132" y="93"/>
                  <a:pt x="4138" y="103"/>
                  <a:pt x="4142" y="115"/>
                </a:cubicBezTo>
                <a:cubicBezTo>
                  <a:pt x="4147" y="126"/>
                  <a:pt x="4150" y="137"/>
                  <a:pt x="4153" y="149"/>
                </a:cubicBezTo>
                <a:cubicBezTo>
                  <a:pt x="4155" y="161"/>
                  <a:pt x="4156" y="173"/>
                  <a:pt x="4156" y="186"/>
                </a:cubicBezTo>
                <a:lnTo>
                  <a:pt x="4156" y="1812"/>
                </a:lnTo>
                <a:cubicBezTo>
                  <a:pt x="4156" y="1824"/>
                  <a:pt x="4155" y="1836"/>
                  <a:pt x="4153" y="1848"/>
                </a:cubicBezTo>
                <a:cubicBezTo>
                  <a:pt x="4150" y="1860"/>
                  <a:pt x="4147" y="1871"/>
                  <a:pt x="4142" y="1883"/>
                </a:cubicBezTo>
                <a:cubicBezTo>
                  <a:pt x="4138" y="1894"/>
                  <a:pt x="4132" y="1905"/>
                  <a:pt x="4125" y="1915"/>
                </a:cubicBezTo>
                <a:cubicBezTo>
                  <a:pt x="4118" y="1925"/>
                  <a:pt x="4111" y="1934"/>
                  <a:pt x="4102" y="1943"/>
                </a:cubicBezTo>
                <a:cubicBezTo>
                  <a:pt x="4093" y="1952"/>
                  <a:pt x="4084" y="1959"/>
                  <a:pt x="4074" y="1966"/>
                </a:cubicBezTo>
                <a:cubicBezTo>
                  <a:pt x="4064" y="1973"/>
                  <a:pt x="4053" y="1978"/>
                  <a:pt x="4042" y="1983"/>
                </a:cubicBezTo>
                <a:cubicBezTo>
                  <a:pt x="4030" y="1988"/>
                  <a:pt x="4019" y="1991"/>
                  <a:pt x="4007" y="1994"/>
                </a:cubicBezTo>
                <a:cubicBezTo>
                  <a:pt x="3995" y="1996"/>
                  <a:pt x="3983" y="1997"/>
                  <a:pt x="3971" y="1997"/>
                </a:cubicBezTo>
                <a:lnTo>
                  <a:pt x="186" y="1997"/>
                </a:lnTo>
                <a:cubicBezTo>
                  <a:pt x="174" y="1997"/>
                  <a:pt x="162" y="1996"/>
                  <a:pt x="150" y="1994"/>
                </a:cubicBezTo>
                <a:cubicBezTo>
                  <a:pt x="138" y="1991"/>
                  <a:pt x="126" y="1988"/>
                  <a:pt x="115" y="1983"/>
                </a:cubicBezTo>
                <a:cubicBezTo>
                  <a:pt x="104" y="1978"/>
                  <a:pt x="93" y="1973"/>
                  <a:pt x="83" y="1966"/>
                </a:cubicBezTo>
                <a:cubicBezTo>
                  <a:pt x="73" y="1959"/>
                  <a:pt x="63" y="1952"/>
                  <a:pt x="55" y="1943"/>
                </a:cubicBezTo>
                <a:cubicBezTo>
                  <a:pt x="46" y="1934"/>
                  <a:pt x="38" y="1925"/>
                  <a:pt x="32" y="1915"/>
                </a:cubicBezTo>
                <a:cubicBezTo>
                  <a:pt x="25" y="1905"/>
                  <a:pt x="19" y="1894"/>
                  <a:pt x="14" y="1883"/>
                </a:cubicBezTo>
                <a:cubicBezTo>
                  <a:pt x="10" y="1871"/>
                  <a:pt x="6" y="1860"/>
                  <a:pt x="4" y="1848"/>
                </a:cubicBezTo>
                <a:cubicBezTo>
                  <a:pt x="1" y="1836"/>
                  <a:pt x="0" y="1824"/>
                  <a:pt x="0" y="1812"/>
                </a:cubicBezTo>
                <a:close/>
              </a:path>
            </a:pathLst>
          </a:custGeom>
          <a:solidFill>
            <a:srgbClr val="1E3A8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215" name="圖片 214"/>
          <p:cNvPicPr/>
          <p:nvPr/>
        </p:nvPicPr>
        <p:blipFill>
          <a:blip r:embed="rId12"/>
          <a:stretch>
            <a:fillRect/>
          </a:stretch>
        </p:blipFill>
        <p:spPr>
          <a:xfrm>
            <a:off x="9275760" y="2707560"/>
            <a:ext cx="250200" cy="25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6" name="文字框 215"/>
          <p:cNvSpPr txBox="1"/>
          <p:nvPr/>
        </p:nvSpPr>
        <p:spPr>
          <a:xfrm>
            <a:off x="6139440" y="3038400"/>
            <a:ext cx="537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传统金融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217" name="圖片 216"/>
          <p:cNvPicPr/>
          <p:nvPr/>
        </p:nvPicPr>
        <p:blipFill>
          <a:blip r:embed="rId13"/>
          <a:stretch>
            <a:fillRect/>
          </a:stretch>
        </p:blipFill>
        <p:spPr>
          <a:xfrm>
            <a:off x="7153200" y="2958120"/>
            <a:ext cx="1509480" cy="2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8" name="任意多邊形 217"/>
          <p:cNvSpPr/>
          <p:nvPr/>
        </p:nvSpPr>
        <p:spPr>
          <a:xfrm>
            <a:off x="7151040" y="2922840"/>
            <a:ext cx="87840" cy="87840"/>
          </a:xfrm>
          <a:custGeom>
            <a:avLst/>
            <a:gdLst/>
            <a:ahLst/>
            <a:cxnLst/>
            <a:rect l="0" t="0" r="r" b="b"/>
            <a:pathLst>
              <a:path w="244" h="244">
                <a:moveTo>
                  <a:pt x="244" y="121"/>
                </a:moveTo>
                <a:cubicBezTo>
                  <a:pt x="244" y="137"/>
                  <a:pt x="241" y="153"/>
                  <a:pt x="235" y="168"/>
                </a:cubicBezTo>
                <a:cubicBezTo>
                  <a:pt x="229" y="183"/>
                  <a:pt x="220" y="196"/>
                  <a:pt x="209" y="207"/>
                </a:cubicBezTo>
                <a:cubicBezTo>
                  <a:pt x="197" y="218"/>
                  <a:pt x="184" y="227"/>
                  <a:pt x="169" y="234"/>
                </a:cubicBezTo>
                <a:cubicBezTo>
                  <a:pt x="155" y="241"/>
                  <a:pt x="139" y="244"/>
                  <a:pt x="123" y="244"/>
                </a:cubicBezTo>
                <a:cubicBezTo>
                  <a:pt x="107" y="244"/>
                  <a:pt x="90" y="241"/>
                  <a:pt x="75" y="234"/>
                </a:cubicBezTo>
                <a:cubicBezTo>
                  <a:pt x="61" y="227"/>
                  <a:pt x="47" y="218"/>
                  <a:pt x="36" y="207"/>
                </a:cubicBezTo>
                <a:cubicBezTo>
                  <a:pt x="25" y="196"/>
                  <a:pt x="16" y="183"/>
                  <a:pt x="10" y="168"/>
                </a:cubicBezTo>
                <a:cubicBezTo>
                  <a:pt x="4" y="153"/>
                  <a:pt x="0" y="137"/>
                  <a:pt x="0" y="121"/>
                </a:cubicBezTo>
                <a:cubicBezTo>
                  <a:pt x="0" y="105"/>
                  <a:pt x="4" y="90"/>
                  <a:pt x="10" y="75"/>
                </a:cubicBezTo>
                <a:cubicBezTo>
                  <a:pt x="16" y="60"/>
                  <a:pt x="25" y="47"/>
                  <a:pt x="36" y="35"/>
                </a:cubicBezTo>
                <a:cubicBezTo>
                  <a:pt x="47" y="24"/>
                  <a:pt x="61" y="15"/>
                  <a:pt x="75" y="9"/>
                </a:cubicBezTo>
                <a:cubicBezTo>
                  <a:pt x="90" y="3"/>
                  <a:pt x="107" y="0"/>
                  <a:pt x="123" y="0"/>
                </a:cubicBezTo>
                <a:cubicBezTo>
                  <a:pt x="139" y="0"/>
                  <a:pt x="155" y="3"/>
                  <a:pt x="169" y="9"/>
                </a:cubicBezTo>
                <a:cubicBezTo>
                  <a:pt x="184" y="15"/>
                  <a:pt x="197" y="24"/>
                  <a:pt x="209" y="35"/>
                </a:cubicBezTo>
                <a:cubicBezTo>
                  <a:pt x="220" y="47"/>
                  <a:pt x="229" y="60"/>
                  <a:pt x="235" y="75"/>
                </a:cubicBezTo>
                <a:cubicBezTo>
                  <a:pt x="241" y="90"/>
                  <a:pt x="244" y="105"/>
                  <a:pt x="244" y="121"/>
                </a:cubicBezTo>
                <a:close/>
              </a:path>
            </a:pathLst>
          </a:custGeom>
          <a:solidFill>
            <a:srgbClr val="4CD1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9" name="任意多邊形 218"/>
          <p:cNvSpPr/>
          <p:nvPr/>
        </p:nvSpPr>
        <p:spPr>
          <a:xfrm>
            <a:off x="8571960" y="2922840"/>
            <a:ext cx="87840" cy="87840"/>
          </a:xfrm>
          <a:custGeom>
            <a:avLst/>
            <a:gdLst/>
            <a:ahLst/>
            <a:cxnLst/>
            <a:rect l="0" t="0" r="r" b="b"/>
            <a:pathLst>
              <a:path w="244" h="244">
                <a:moveTo>
                  <a:pt x="244" y="121"/>
                </a:moveTo>
                <a:cubicBezTo>
                  <a:pt x="244" y="137"/>
                  <a:pt x="241" y="153"/>
                  <a:pt x="234" y="168"/>
                </a:cubicBezTo>
                <a:cubicBezTo>
                  <a:pt x="228" y="183"/>
                  <a:pt x="219" y="196"/>
                  <a:pt x="208" y="207"/>
                </a:cubicBezTo>
                <a:cubicBezTo>
                  <a:pt x="197" y="218"/>
                  <a:pt x="184" y="227"/>
                  <a:pt x="169" y="234"/>
                </a:cubicBezTo>
                <a:cubicBezTo>
                  <a:pt x="154" y="241"/>
                  <a:pt x="138" y="244"/>
                  <a:pt x="122" y="244"/>
                </a:cubicBezTo>
                <a:cubicBezTo>
                  <a:pt x="106" y="244"/>
                  <a:pt x="91" y="241"/>
                  <a:pt x="76" y="234"/>
                </a:cubicBezTo>
                <a:cubicBezTo>
                  <a:pt x="61" y="227"/>
                  <a:pt x="48" y="218"/>
                  <a:pt x="36" y="207"/>
                </a:cubicBezTo>
                <a:cubicBezTo>
                  <a:pt x="24" y="196"/>
                  <a:pt x="15" y="183"/>
                  <a:pt x="9" y="168"/>
                </a:cubicBezTo>
                <a:cubicBezTo>
                  <a:pt x="3" y="153"/>
                  <a:pt x="0" y="137"/>
                  <a:pt x="0" y="121"/>
                </a:cubicBezTo>
                <a:cubicBezTo>
                  <a:pt x="0" y="105"/>
                  <a:pt x="3" y="90"/>
                  <a:pt x="9" y="75"/>
                </a:cubicBezTo>
                <a:cubicBezTo>
                  <a:pt x="15" y="60"/>
                  <a:pt x="24" y="47"/>
                  <a:pt x="36" y="35"/>
                </a:cubicBezTo>
                <a:cubicBezTo>
                  <a:pt x="48" y="24"/>
                  <a:pt x="61" y="15"/>
                  <a:pt x="76" y="9"/>
                </a:cubicBezTo>
                <a:cubicBezTo>
                  <a:pt x="91" y="3"/>
                  <a:pt x="106" y="0"/>
                  <a:pt x="122" y="0"/>
                </a:cubicBezTo>
                <a:cubicBezTo>
                  <a:pt x="138" y="0"/>
                  <a:pt x="154" y="3"/>
                  <a:pt x="169" y="9"/>
                </a:cubicBezTo>
                <a:cubicBezTo>
                  <a:pt x="184" y="15"/>
                  <a:pt x="197" y="24"/>
                  <a:pt x="208" y="35"/>
                </a:cubicBezTo>
                <a:cubicBezTo>
                  <a:pt x="219" y="47"/>
                  <a:pt x="228" y="60"/>
                  <a:pt x="234" y="75"/>
                </a:cubicBezTo>
                <a:cubicBezTo>
                  <a:pt x="241" y="90"/>
                  <a:pt x="244" y="105"/>
                  <a:pt x="244" y="121"/>
                </a:cubicBezTo>
                <a:close/>
              </a:path>
            </a:pathLst>
          </a:custGeom>
          <a:solidFill>
            <a:srgbClr val="FBC53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0" name="文字框 219"/>
          <p:cNvSpPr txBox="1"/>
          <p:nvPr/>
        </p:nvSpPr>
        <p:spPr>
          <a:xfrm>
            <a:off x="9002880" y="3038400"/>
            <a:ext cx="8053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数字资产世界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1" name="文字框 220"/>
          <p:cNvSpPr txBox="1"/>
          <p:nvPr/>
        </p:nvSpPr>
        <p:spPr>
          <a:xfrm>
            <a:off x="9442080" y="562896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第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2" name="文字框 221"/>
          <p:cNvSpPr txBox="1"/>
          <p:nvPr/>
        </p:nvSpPr>
        <p:spPr>
          <a:xfrm>
            <a:off x="9576000" y="563364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3" name="文字框 222"/>
          <p:cNvSpPr txBox="1"/>
          <p:nvPr/>
        </p:nvSpPr>
        <p:spPr>
          <a:xfrm>
            <a:off x="9660960" y="562896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页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4" name="文字框 223"/>
          <p:cNvSpPr txBox="1"/>
          <p:nvPr/>
        </p:nvSpPr>
        <p:spPr>
          <a:xfrm>
            <a:off x="9794520" y="563364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/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5" name="文字框 224"/>
          <p:cNvSpPr txBox="1"/>
          <p:nvPr/>
        </p:nvSpPr>
        <p:spPr>
          <a:xfrm>
            <a:off x="9924840" y="562896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共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6" name="文字框 225"/>
          <p:cNvSpPr txBox="1"/>
          <p:nvPr/>
        </p:nvSpPr>
        <p:spPr>
          <a:xfrm>
            <a:off x="10058400" y="5633640"/>
            <a:ext cx="171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15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7" name="文字框 226"/>
          <p:cNvSpPr txBox="1"/>
          <p:nvPr/>
        </p:nvSpPr>
        <p:spPr>
          <a:xfrm>
            <a:off x="10228680" y="562896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页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圖片 227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9" name="任意多邊形 228"/>
          <p:cNvSpPr/>
          <p:nvPr/>
        </p:nvSpPr>
        <p:spPr>
          <a:xfrm>
            <a:off x="835560" y="835560"/>
            <a:ext cx="835920" cy="835920"/>
          </a:xfrm>
          <a:custGeom>
            <a:avLst/>
            <a:gdLst/>
            <a:ahLst/>
            <a:cxnLst/>
            <a:rect l="0" t="0" r="r" b="b"/>
            <a:pathLst>
              <a:path w="2322" h="2322">
                <a:moveTo>
                  <a:pt x="0" y="1160"/>
                </a:moveTo>
                <a:cubicBezTo>
                  <a:pt x="0" y="1084"/>
                  <a:pt x="7" y="1009"/>
                  <a:pt x="22" y="934"/>
                </a:cubicBezTo>
                <a:cubicBezTo>
                  <a:pt x="37" y="859"/>
                  <a:pt x="59" y="787"/>
                  <a:pt x="88" y="716"/>
                </a:cubicBezTo>
                <a:cubicBezTo>
                  <a:pt x="117" y="646"/>
                  <a:pt x="153" y="579"/>
                  <a:pt x="195" y="516"/>
                </a:cubicBezTo>
                <a:cubicBezTo>
                  <a:pt x="238" y="452"/>
                  <a:pt x="286" y="394"/>
                  <a:pt x="340" y="340"/>
                </a:cubicBezTo>
                <a:cubicBezTo>
                  <a:pt x="394" y="286"/>
                  <a:pt x="452" y="238"/>
                  <a:pt x="516" y="195"/>
                </a:cubicBezTo>
                <a:cubicBezTo>
                  <a:pt x="579" y="153"/>
                  <a:pt x="646" y="117"/>
                  <a:pt x="716" y="88"/>
                </a:cubicBezTo>
                <a:cubicBezTo>
                  <a:pt x="787" y="59"/>
                  <a:pt x="859" y="37"/>
                  <a:pt x="934" y="22"/>
                </a:cubicBezTo>
                <a:cubicBezTo>
                  <a:pt x="1009" y="7"/>
                  <a:pt x="1084" y="0"/>
                  <a:pt x="1160" y="0"/>
                </a:cubicBezTo>
                <a:cubicBezTo>
                  <a:pt x="1238" y="0"/>
                  <a:pt x="1313" y="7"/>
                  <a:pt x="1388" y="22"/>
                </a:cubicBezTo>
                <a:cubicBezTo>
                  <a:pt x="1463" y="37"/>
                  <a:pt x="1535" y="59"/>
                  <a:pt x="1606" y="88"/>
                </a:cubicBezTo>
                <a:cubicBezTo>
                  <a:pt x="1676" y="117"/>
                  <a:pt x="1743" y="153"/>
                  <a:pt x="1806" y="195"/>
                </a:cubicBezTo>
                <a:cubicBezTo>
                  <a:pt x="1870" y="238"/>
                  <a:pt x="1928" y="286"/>
                  <a:pt x="1982" y="340"/>
                </a:cubicBezTo>
                <a:cubicBezTo>
                  <a:pt x="2036" y="394"/>
                  <a:pt x="2084" y="452"/>
                  <a:pt x="2127" y="516"/>
                </a:cubicBezTo>
                <a:cubicBezTo>
                  <a:pt x="2169" y="579"/>
                  <a:pt x="2205" y="646"/>
                  <a:pt x="2234" y="716"/>
                </a:cubicBezTo>
                <a:cubicBezTo>
                  <a:pt x="2263" y="787"/>
                  <a:pt x="2285" y="859"/>
                  <a:pt x="2300" y="934"/>
                </a:cubicBezTo>
                <a:cubicBezTo>
                  <a:pt x="2315" y="1009"/>
                  <a:pt x="2322" y="1084"/>
                  <a:pt x="2322" y="1160"/>
                </a:cubicBezTo>
                <a:cubicBezTo>
                  <a:pt x="2322" y="1238"/>
                  <a:pt x="2315" y="1313"/>
                  <a:pt x="2300" y="1388"/>
                </a:cubicBezTo>
                <a:cubicBezTo>
                  <a:pt x="2285" y="1463"/>
                  <a:pt x="2263" y="1535"/>
                  <a:pt x="2234" y="1606"/>
                </a:cubicBezTo>
                <a:cubicBezTo>
                  <a:pt x="2205" y="1676"/>
                  <a:pt x="2169" y="1743"/>
                  <a:pt x="2127" y="1806"/>
                </a:cubicBezTo>
                <a:cubicBezTo>
                  <a:pt x="2084" y="1870"/>
                  <a:pt x="2036" y="1928"/>
                  <a:pt x="1982" y="1982"/>
                </a:cubicBezTo>
                <a:cubicBezTo>
                  <a:pt x="1928" y="2036"/>
                  <a:pt x="1870" y="2084"/>
                  <a:pt x="1806" y="2127"/>
                </a:cubicBezTo>
                <a:cubicBezTo>
                  <a:pt x="1743" y="2169"/>
                  <a:pt x="1676" y="2205"/>
                  <a:pt x="1606" y="2234"/>
                </a:cubicBezTo>
                <a:cubicBezTo>
                  <a:pt x="1535" y="2263"/>
                  <a:pt x="1463" y="2285"/>
                  <a:pt x="1388" y="2300"/>
                </a:cubicBezTo>
                <a:cubicBezTo>
                  <a:pt x="1313" y="2315"/>
                  <a:pt x="1238" y="2322"/>
                  <a:pt x="1160" y="2322"/>
                </a:cubicBezTo>
                <a:cubicBezTo>
                  <a:pt x="1084" y="2322"/>
                  <a:pt x="1009" y="2315"/>
                  <a:pt x="934" y="2300"/>
                </a:cubicBezTo>
                <a:cubicBezTo>
                  <a:pt x="859" y="2285"/>
                  <a:pt x="787" y="2263"/>
                  <a:pt x="716" y="2234"/>
                </a:cubicBezTo>
                <a:cubicBezTo>
                  <a:pt x="646" y="2205"/>
                  <a:pt x="579" y="2169"/>
                  <a:pt x="516" y="2127"/>
                </a:cubicBezTo>
                <a:cubicBezTo>
                  <a:pt x="452" y="2084"/>
                  <a:pt x="394" y="2036"/>
                  <a:pt x="340" y="1982"/>
                </a:cubicBezTo>
                <a:cubicBezTo>
                  <a:pt x="286" y="1928"/>
                  <a:pt x="238" y="1870"/>
                  <a:pt x="195" y="1806"/>
                </a:cubicBezTo>
                <a:cubicBezTo>
                  <a:pt x="153" y="1743"/>
                  <a:pt x="117" y="1676"/>
                  <a:pt x="88" y="1606"/>
                </a:cubicBezTo>
                <a:cubicBezTo>
                  <a:pt x="59" y="1535"/>
                  <a:pt x="37" y="1463"/>
                  <a:pt x="22" y="1388"/>
                </a:cubicBezTo>
                <a:cubicBezTo>
                  <a:pt x="7" y="1313"/>
                  <a:pt x="0" y="1238"/>
                  <a:pt x="0" y="1160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0" name="任意多邊形 229"/>
          <p:cNvSpPr/>
          <p:nvPr/>
        </p:nvSpPr>
        <p:spPr>
          <a:xfrm>
            <a:off x="835560" y="835560"/>
            <a:ext cx="835920" cy="835920"/>
          </a:xfrm>
          <a:custGeom>
            <a:avLst/>
            <a:gdLst/>
            <a:ahLst/>
            <a:cxnLst/>
            <a:rect l="0" t="0" r="r" b="b"/>
            <a:pathLst>
              <a:path w="2322" h="2322">
                <a:moveTo>
                  <a:pt x="0" y="1160"/>
                </a:moveTo>
                <a:cubicBezTo>
                  <a:pt x="0" y="1084"/>
                  <a:pt x="7" y="1009"/>
                  <a:pt x="22" y="934"/>
                </a:cubicBezTo>
                <a:cubicBezTo>
                  <a:pt x="37" y="859"/>
                  <a:pt x="59" y="787"/>
                  <a:pt x="88" y="716"/>
                </a:cubicBezTo>
                <a:cubicBezTo>
                  <a:pt x="117" y="646"/>
                  <a:pt x="153" y="579"/>
                  <a:pt x="195" y="516"/>
                </a:cubicBezTo>
                <a:cubicBezTo>
                  <a:pt x="238" y="452"/>
                  <a:pt x="286" y="394"/>
                  <a:pt x="340" y="340"/>
                </a:cubicBezTo>
                <a:cubicBezTo>
                  <a:pt x="394" y="286"/>
                  <a:pt x="452" y="238"/>
                  <a:pt x="516" y="195"/>
                </a:cubicBezTo>
                <a:cubicBezTo>
                  <a:pt x="579" y="153"/>
                  <a:pt x="646" y="117"/>
                  <a:pt x="716" y="88"/>
                </a:cubicBezTo>
                <a:cubicBezTo>
                  <a:pt x="787" y="59"/>
                  <a:pt x="859" y="37"/>
                  <a:pt x="934" y="22"/>
                </a:cubicBezTo>
                <a:cubicBezTo>
                  <a:pt x="1009" y="7"/>
                  <a:pt x="1084" y="0"/>
                  <a:pt x="1160" y="0"/>
                </a:cubicBezTo>
                <a:cubicBezTo>
                  <a:pt x="1238" y="0"/>
                  <a:pt x="1313" y="7"/>
                  <a:pt x="1388" y="22"/>
                </a:cubicBezTo>
                <a:cubicBezTo>
                  <a:pt x="1463" y="37"/>
                  <a:pt x="1535" y="59"/>
                  <a:pt x="1606" y="88"/>
                </a:cubicBezTo>
                <a:cubicBezTo>
                  <a:pt x="1676" y="117"/>
                  <a:pt x="1743" y="153"/>
                  <a:pt x="1806" y="195"/>
                </a:cubicBezTo>
                <a:cubicBezTo>
                  <a:pt x="1870" y="238"/>
                  <a:pt x="1928" y="286"/>
                  <a:pt x="1982" y="340"/>
                </a:cubicBezTo>
                <a:cubicBezTo>
                  <a:pt x="2036" y="394"/>
                  <a:pt x="2084" y="452"/>
                  <a:pt x="2127" y="516"/>
                </a:cubicBezTo>
                <a:cubicBezTo>
                  <a:pt x="2169" y="579"/>
                  <a:pt x="2205" y="646"/>
                  <a:pt x="2234" y="716"/>
                </a:cubicBezTo>
                <a:cubicBezTo>
                  <a:pt x="2263" y="787"/>
                  <a:pt x="2285" y="859"/>
                  <a:pt x="2300" y="934"/>
                </a:cubicBezTo>
                <a:cubicBezTo>
                  <a:pt x="2315" y="1009"/>
                  <a:pt x="2322" y="1084"/>
                  <a:pt x="2322" y="1160"/>
                </a:cubicBezTo>
                <a:cubicBezTo>
                  <a:pt x="2322" y="1238"/>
                  <a:pt x="2315" y="1313"/>
                  <a:pt x="2300" y="1388"/>
                </a:cubicBezTo>
                <a:cubicBezTo>
                  <a:pt x="2285" y="1463"/>
                  <a:pt x="2263" y="1535"/>
                  <a:pt x="2234" y="1606"/>
                </a:cubicBezTo>
                <a:cubicBezTo>
                  <a:pt x="2205" y="1676"/>
                  <a:pt x="2169" y="1743"/>
                  <a:pt x="2127" y="1806"/>
                </a:cubicBezTo>
                <a:cubicBezTo>
                  <a:pt x="2084" y="1870"/>
                  <a:pt x="2036" y="1928"/>
                  <a:pt x="1982" y="1982"/>
                </a:cubicBezTo>
                <a:cubicBezTo>
                  <a:pt x="1928" y="2036"/>
                  <a:pt x="1870" y="2084"/>
                  <a:pt x="1806" y="2127"/>
                </a:cubicBezTo>
                <a:cubicBezTo>
                  <a:pt x="1743" y="2169"/>
                  <a:pt x="1676" y="2205"/>
                  <a:pt x="1606" y="2234"/>
                </a:cubicBezTo>
                <a:cubicBezTo>
                  <a:pt x="1535" y="2263"/>
                  <a:pt x="1463" y="2285"/>
                  <a:pt x="1388" y="2300"/>
                </a:cubicBezTo>
                <a:cubicBezTo>
                  <a:pt x="1313" y="2315"/>
                  <a:pt x="1238" y="2322"/>
                  <a:pt x="1160" y="2322"/>
                </a:cubicBezTo>
                <a:cubicBezTo>
                  <a:pt x="1084" y="2322"/>
                  <a:pt x="1009" y="2315"/>
                  <a:pt x="934" y="2300"/>
                </a:cubicBezTo>
                <a:cubicBezTo>
                  <a:pt x="859" y="2285"/>
                  <a:pt x="787" y="2263"/>
                  <a:pt x="716" y="2234"/>
                </a:cubicBezTo>
                <a:cubicBezTo>
                  <a:pt x="646" y="2205"/>
                  <a:pt x="579" y="2169"/>
                  <a:pt x="516" y="2127"/>
                </a:cubicBezTo>
                <a:cubicBezTo>
                  <a:pt x="452" y="2084"/>
                  <a:pt x="394" y="2036"/>
                  <a:pt x="340" y="1982"/>
                </a:cubicBezTo>
                <a:cubicBezTo>
                  <a:pt x="286" y="1928"/>
                  <a:pt x="238" y="1870"/>
                  <a:pt x="195" y="1806"/>
                </a:cubicBezTo>
                <a:cubicBezTo>
                  <a:pt x="153" y="1743"/>
                  <a:pt x="117" y="1676"/>
                  <a:pt x="88" y="1606"/>
                </a:cubicBezTo>
                <a:cubicBezTo>
                  <a:pt x="59" y="1535"/>
                  <a:pt x="37" y="1463"/>
                  <a:pt x="22" y="1388"/>
                </a:cubicBezTo>
                <a:cubicBezTo>
                  <a:pt x="7" y="1313"/>
                  <a:pt x="0" y="1238"/>
                  <a:pt x="0" y="1160"/>
                </a:cubicBezTo>
                <a:moveTo>
                  <a:pt x="1160" y="46"/>
                </a:moveTo>
                <a:cubicBezTo>
                  <a:pt x="1124" y="46"/>
                  <a:pt x="1088" y="48"/>
                  <a:pt x="1051" y="52"/>
                </a:cubicBezTo>
                <a:cubicBezTo>
                  <a:pt x="1015" y="55"/>
                  <a:pt x="979" y="61"/>
                  <a:pt x="943" y="68"/>
                </a:cubicBezTo>
                <a:cubicBezTo>
                  <a:pt x="907" y="75"/>
                  <a:pt x="872" y="84"/>
                  <a:pt x="837" y="94"/>
                </a:cubicBezTo>
                <a:cubicBezTo>
                  <a:pt x="802" y="105"/>
                  <a:pt x="768" y="117"/>
                  <a:pt x="734" y="131"/>
                </a:cubicBezTo>
                <a:cubicBezTo>
                  <a:pt x="700" y="145"/>
                  <a:pt x="667" y="161"/>
                  <a:pt x="635" y="178"/>
                </a:cubicBezTo>
                <a:cubicBezTo>
                  <a:pt x="603" y="195"/>
                  <a:pt x="572" y="214"/>
                  <a:pt x="541" y="234"/>
                </a:cubicBezTo>
                <a:cubicBezTo>
                  <a:pt x="511" y="254"/>
                  <a:pt x="482" y="276"/>
                  <a:pt x="454" y="299"/>
                </a:cubicBezTo>
                <a:cubicBezTo>
                  <a:pt x="425" y="322"/>
                  <a:pt x="398" y="347"/>
                  <a:pt x="373" y="373"/>
                </a:cubicBezTo>
                <a:cubicBezTo>
                  <a:pt x="347" y="398"/>
                  <a:pt x="322" y="425"/>
                  <a:pt x="299" y="454"/>
                </a:cubicBezTo>
                <a:cubicBezTo>
                  <a:pt x="276" y="482"/>
                  <a:pt x="254" y="511"/>
                  <a:pt x="234" y="541"/>
                </a:cubicBezTo>
                <a:cubicBezTo>
                  <a:pt x="214" y="572"/>
                  <a:pt x="195" y="603"/>
                  <a:pt x="178" y="635"/>
                </a:cubicBezTo>
                <a:cubicBezTo>
                  <a:pt x="161" y="667"/>
                  <a:pt x="145" y="700"/>
                  <a:pt x="131" y="734"/>
                </a:cubicBezTo>
                <a:cubicBezTo>
                  <a:pt x="117" y="768"/>
                  <a:pt x="105" y="802"/>
                  <a:pt x="94" y="837"/>
                </a:cubicBezTo>
                <a:cubicBezTo>
                  <a:pt x="84" y="872"/>
                  <a:pt x="75" y="907"/>
                  <a:pt x="68" y="943"/>
                </a:cubicBezTo>
                <a:cubicBezTo>
                  <a:pt x="61" y="979"/>
                  <a:pt x="55" y="1015"/>
                  <a:pt x="52" y="1051"/>
                </a:cubicBezTo>
                <a:cubicBezTo>
                  <a:pt x="48" y="1088"/>
                  <a:pt x="46" y="1124"/>
                  <a:pt x="46" y="1160"/>
                </a:cubicBezTo>
                <a:cubicBezTo>
                  <a:pt x="46" y="1198"/>
                  <a:pt x="48" y="1234"/>
                  <a:pt x="52" y="1271"/>
                </a:cubicBezTo>
                <a:cubicBezTo>
                  <a:pt x="55" y="1307"/>
                  <a:pt x="61" y="1343"/>
                  <a:pt x="68" y="1379"/>
                </a:cubicBezTo>
                <a:cubicBezTo>
                  <a:pt x="75" y="1415"/>
                  <a:pt x="84" y="1450"/>
                  <a:pt x="94" y="1485"/>
                </a:cubicBezTo>
                <a:cubicBezTo>
                  <a:pt x="105" y="1520"/>
                  <a:pt x="117" y="1554"/>
                  <a:pt x="131" y="1588"/>
                </a:cubicBezTo>
                <a:cubicBezTo>
                  <a:pt x="145" y="1622"/>
                  <a:pt x="161" y="1655"/>
                  <a:pt x="178" y="1687"/>
                </a:cubicBezTo>
                <a:cubicBezTo>
                  <a:pt x="195" y="1719"/>
                  <a:pt x="214" y="1750"/>
                  <a:pt x="234" y="1780"/>
                </a:cubicBezTo>
                <a:cubicBezTo>
                  <a:pt x="254" y="1811"/>
                  <a:pt x="276" y="1840"/>
                  <a:pt x="299" y="1868"/>
                </a:cubicBezTo>
                <a:cubicBezTo>
                  <a:pt x="322" y="1897"/>
                  <a:pt x="347" y="1924"/>
                  <a:pt x="373" y="1949"/>
                </a:cubicBezTo>
                <a:cubicBezTo>
                  <a:pt x="398" y="1975"/>
                  <a:pt x="425" y="2000"/>
                  <a:pt x="454" y="2023"/>
                </a:cubicBezTo>
                <a:cubicBezTo>
                  <a:pt x="482" y="2046"/>
                  <a:pt x="511" y="2068"/>
                  <a:pt x="541" y="2088"/>
                </a:cubicBezTo>
                <a:cubicBezTo>
                  <a:pt x="572" y="2108"/>
                  <a:pt x="603" y="2127"/>
                  <a:pt x="635" y="2144"/>
                </a:cubicBezTo>
                <a:cubicBezTo>
                  <a:pt x="667" y="2161"/>
                  <a:pt x="700" y="2177"/>
                  <a:pt x="734" y="2191"/>
                </a:cubicBezTo>
                <a:cubicBezTo>
                  <a:pt x="768" y="2205"/>
                  <a:pt x="802" y="2217"/>
                  <a:pt x="837" y="2228"/>
                </a:cubicBezTo>
                <a:cubicBezTo>
                  <a:pt x="872" y="2238"/>
                  <a:pt x="907" y="2247"/>
                  <a:pt x="943" y="2254"/>
                </a:cubicBezTo>
                <a:cubicBezTo>
                  <a:pt x="979" y="2261"/>
                  <a:pt x="1015" y="2267"/>
                  <a:pt x="1051" y="2270"/>
                </a:cubicBezTo>
                <a:cubicBezTo>
                  <a:pt x="1088" y="2274"/>
                  <a:pt x="1124" y="2276"/>
                  <a:pt x="1160" y="2276"/>
                </a:cubicBezTo>
                <a:cubicBezTo>
                  <a:pt x="1198" y="2276"/>
                  <a:pt x="1234" y="2274"/>
                  <a:pt x="1271" y="2270"/>
                </a:cubicBezTo>
                <a:cubicBezTo>
                  <a:pt x="1307" y="2267"/>
                  <a:pt x="1343" y="2261"/>
                  <a:pt x="1379" y="2254"/>
                </a:cubicBezTo>
                <a:cubicBezTo>
                  <a:pt x="1415" y="2247"/>
                  <a:pt x="1450" y="2238"/>
                  <a:pt x="1485" y="2228"/>
                </a:cubicBezTo>
                <a:cubicBezTo>
                  <a:pt x="1520" y="2217"/>
                  <a:pt x="1554" y="2205"/>
                  <a:pt x="1588" y="2191"/>
                </a:cubicBezTo>
                <a:cubicBezTo>
                  <a:pt x="1622" y="2177"/>
                  <a:pt x="1655" y="2161"/>
                  <a:pt x="1687" y="2144"/>
                </a:cubicBezTo>
                <a:cubicBezTo>
                  <a:pt x="1719" y="2127"/>
                  <a:pt x="1750" y="2108"/>
                  <a:pt x="1780" y="2088"/>
                </a:cubicBezTo>
                <a:cubicBezTo>
                  <a:pt x="1811" y="2068"/>
                  <a:pt x="1840" y="2046"/>
                  <a:pt x="1868" y="2023"/>
                </a:cubicBezTo>
                <a:cubicBezTo>
                  <a:pt x="1897" y="2000"/>
                  <a:pt x="1924" y="1975"/>
                  <a:pt x="1949" y="1949"/>
                </a:cubicBezTo>
                <a:cubicBezTo>
                  <a:pt x="1975" y="1924"/>
                  <a:pt x="2000" y="1897"/>
                  <a:pt x="2023" y="1868"/>
                </a:cubicBezTo>
                <a:cubicBezTo>
                  <a:pt x="2046" y="1840"/>
                  <a:pt x="2068" y="1811"/>
                  <a:pt x="2088" y="1780"/>
                </a:cubicBezTo>
                <a:cubicBezTo>
                  <a:pt x="2108" y="1750"/>
                  <a:pt x="2127" y="1719"/>
                  <a:pt x="2144" y="1687"/>
                </a:cubicBezTo>
                <a:cubicBezTo>
                  <a:pt x="2161" y="1655"/>
                  <a:pt x="2177" y="1622"/>
                  <a:pt x="2191" y="1588"/>
                </a:cubicBezTo>
                <a:cubicBezTo>
                  <a:pt x="2205" y="1554"/>
                  <a:pt x="2217" y="1520"/>
                  <a:pt x="2228" y="1485"/>
                </a:cubicBezTo>
                <a:cubicBezTo>
                  <a:pt x="2238" y="1450"/>
                  <a:pt x="2247" y="1415"/>
                  <a:pt x="2254" y="1379"/>
                </a:cubicBezTo>
                <a:cubicBezTo>
                  <a:pt x="2261" y="1343"/>
                  <a:pt x="2267" y="1307"/>
                  <a:pt x="2270" y="1271"/>
                </a:cubicBezTo>
                <a:cubicBezTo>
                  <a:pt x="2274" y="1234"/>
                  <a:pt x="2276" y="1198"/>
                  <a:pt x="2276" y="1160"/>
                </a:cubicBezTo>
                <a:cubicBezTo>
                  <a:pt x="2276" y="1124"/>
                  <a:pt x="2274" y="1088"/>
                  <a:pt x="2270" y="1051"/>
                </a:cubicBezTo>
                <a:cubicBezTo>
                  <a:pt x="2267" y="1015"/>
                  <a:pt x="2261" y="979"/>
                  <a:pt x="2254" y="943"/>
                </a:cubicBezTo>
                <a:cubicBezTo>
                  <a:pt x="2247" y="907"/>
                  <a:pt x="2238" y="872"/>
                  <a:pt x="2228" y="837"/>
                </a:cubicBezTo>
                <a:cubicBezTo>
                  <a:pt x="2217" y="802"/>
                  <a:pt x="2205" y="768"/>
                  <a:pt x="2191" y="734"/>
                </a:cubicBezTo>
                <a:cubicBezTo>
                  <a:pt x="2177" y="700"/>
                  <a:pt x="2161" y="667"/>
                  <a:pt x="2144" y="635"/>
                </a:cubicBezTo>
                <a:cubicBezTo>
                  <a:pt x="2127" y="603"/>
                  <a:pt x="2108" y="572"/>
                  <a:pt x="2088" y="541"/>
                </a:cubicBezTo>
                <a:cubicBezTo>
                  <a:pt x="2068" y="511"/>
                  <a:pt x="2046" y="482"/>
                  <a:pt x="2023" y="454"/>
                </a:cubicBezTo>
                <a:cubicBezTo>
                  <a:pt x="2000" y="425"/>
                  <a:pt x="1975" y="398"/>
                  <a:pt x="1949" y="373"/>
                </a:cubicBezTo>
                <a:cubicBezTo>
                  <a:pt x="1924" y="347"/>
                  <a:pt x="1897" y="322"/>
                  <a:pt x="1868" y="299"/>
                </a:cubicBezTo>
                <a:cubicBezTo>
                  <a:pt x="1840" y="276"/>
                  <a:pt x="1811" y="254"/>
                  <a:pt x="1780" y="234"/>
                </a:cubicBezTo>
                <a:cubicBezTo>
                  <a:pt x="1750" y="214"/>
                  <a:pt x="1719" y="195"/>
                  <a:pt x="1687" y="178"/>
                </a:cubicBezTo>
                <a:cubicBezTo>
                  <a:pt x="1655" y="161"/>
                  <a:pt x="1622" y="145"/>
                  <a:pt x="1588" y="131"/>
                </a:cubicBezTo>
                <a:cubicBezTo>
                  <a:pt x="1554" y="117"/>
                  <a:pt x="1520" y="105"/>
                  <a:pt x="1485" y="94"/>
                </a:cubicBezTo>
                <a:cubicBezTo>
                  <a:pt x="1450" y="84"/>
                  <a:pt x="1415" y="75"/>
                  <a:pt x="1379" y="68"/>
                </a:cubicBezTo>
                <a:cubicBezTo>
                  <a:pt x="1343" y="61"/>
                  <a:pt x="1307" y="55"/>
                  <a:pt x="1271" y="52"/>
                </a:cubicBezTo>
                <a:cubicBezTo>
                  <a:pt x="1234" y="48"/>
                  <a:pt x="1198" y="46"/>
                  <a:pt x="1160" y="46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1" name="任意多邊形 230"/>
          <p:cNvSpPr/>
          <p:nvPr/>
        </p:nvSpPr>
        <p:spPr>
          <a:xfrm>
            <a:off x="1671120" y="4178160"/>
            <a:ext cx="668880" cy="668880"/>
          </a:xfrm>
          <a:custGeom>
            <a:avLst/>
            <a:gdLst/>
            <a:ahLst/>
            <a:cxnLst/>
            <a:rect l="0" t="0" r="r" b="b"/>
            <a:pathLst>
              <a:path w="1858" h="1858">
                <a:moveTo>
                  <a:pt x="0" y="930"/>
                </a:moveTo>
                <a:cubicBezTo>
                  <a:pt x="0" y="869"/>
                  <a:pt x="7" y="808"/>
                  <a:pt x="19" y="748"/>
                </a:cubicBezTo>
                <a:cubicBezTo>
                  <a:pt x="31" y="689"/>
                  <a:pt x="48" y="631"/>
                  <a:pt x="72" y="574"/>
                </a:cubicBezTo>
                <a:cubicBezTo>
                  <a:pt x="95" y="518"/>
                  <a:pt x="124" y="463"/>
                  <a:pt x="158" y="413"/>
                </a:cubicBezTo>
                <a:cubicBezTo>
                  <a:pt x="191" y="362"/>
                  <a:pt x="230" y="315"/>
                  <a:pt x="273" y="272"/>
                </a:cubicBezTo>
                <a:cubicBezTo>
                  <a:pt x="316" y="229"/>
                  <a:pt x="363" y="190"/>
                  <a:pt x="414" y="157"/>
                </a:cubicBezTo>
                <a:cubicBezTo>
                  <a:pt x="464" y="123"/>
                  <a:pt x="518" y="94"/>
                  <a:pt x="574" y="71"/>
                </a:cubicBezTo>
                <a:cubicBezTo>
                  <a:pt x="631" y="47"/>
                  <a:pt x="689" y="30"/>
                  <a:pt x="748" y="18"/>
                </a:cubicBezTo>
                <a:cubicBezTo>
                  <a:pt x="808" y="6"/>
                  <a:pt x="869" y="0"/>
                  <a:pt x="930" y="0"/>
                </a:cubicBezTo>
                <a:cubicBezTo>
                  <a:pt x="991" y="0"/>
                  <a:pt x="1051" y="6"/>
                  <a:pt x="1111" y="18"/>
                </a:cubicBezTo>
                <a:cubicBezTo>
                  <a:pt x="1171" y="30"/>
                  <a:pt x="1229" y="47"/>
                  <a:pt x="1285" y="71"/>
                </a:cubicBezTo>
                <a:cubicBezTo>
                  <a:pt x="1341" y="94"/>
                  <a:pt x="1395" y="123"/>
                  <a:pt x="1445" y="157"/>
                </a:cubicBezTo>
                <a:cubicBezTo>
                  <a:pt x="1496" y="190"/>
                  <a:pt x="1543" y="229"/>
                  <a:pt x="1586" y="272"/>
                </a:cubicBezTo>
                <a:cubicBezTo>
                  <a:pt x="1629" y="315"/>
                  <a:pt x="1668" y="362"/>
                  <a:pt x="1702" y="413"/>
                </a:cubicBezTo>
                <a:cubicBezTo>
                  <a:pt x="1736" y="463"/>
                  <a:pt x="1764" y="518"/>
                  <a:pt x="1787" y="574"/>
                </a:cubicBezTo>
                <a:cubicBezTo>
                  <a:pt x="1811" y="631"/>
                  <a:pt x="1828" y="689"/>
                  <a:pt x="1840" y="748"/>
                </a:cubicBezTo>
                <a:cubicBezTo>
                  <a:pt x="1852" y="808"/>
                  <a:pt x="1858" y="869"/>
                  <a:pt x="1858" y="930"/>
                </a:cubicBezTo>
                <a:cubicBezTo>
                  <a:pt x="1858" y="991"/>
                  <a:pt x="1852" y="1051"/>
                  <a:pt x="1840" y="1111"/>
                </a:cubicBezTo>
                <a:cubicBezTo>
                  <a:pt x="1828" y="1170"/>
                  <a:pt x="1811" y="1229"/>
                  <a:pt x="1787" y="1285"/>
                </a:cubicBezTo>
                <a:cubicBezTo>
                  <a:pt x="1764" y="1341"/>
                  <a:pt x="1736" y="1395"/>
                  <a:pt x="1702" y="1445"/>
                </a:cubicBezTo>
                <a:cubicBezTo>
                  <a:pt x="1668" y="1496"/>
                  <a:pt x="1629" y="1543"/>
                  <a:pt x="1586" y="1586"/>
                </a:cubicBezTo>
                <a:cubicBezTo>
                  <a:pt x="1543" y="1629"/>
                  <a:pt x="1496" y="1668"/>
                  <a:pt x="1445" y="1702"/>
                </a:cubicBezTo>
                <a:cubicBezTo>
                  <a:pt x="1395" y="1735"/>
                  <a:pt x="1341" y="1764"/>
                  <a:pt x="1285" y="1787"/>
                </a:cubicBezTo>
                <a:cubicBezTo>
                  <a:pt x="1229" y="1811"/>
                  <a:pt x="1171" y="1828"/>
                  <a:pt x="1111" y="1840"/>
                </a:cubicBezTo>
                <a:cubicBezTo>
                  <a:pt x="1051" y="1852"/>
                  <a:pt x="991" y="1858"/>
                  <a:pt x="930" y="1858"/>
                </a:cubicBezTo>
                <a:cubicBezTo>
                  <a:pt x="869" y="1858"/>
                  <a:pt x="808" y="1852"/>
                  <a:pt x="748" y="1840"/>
                </a:cubicBezTo>
                <a:cubicBezTo>
                  <a:pt x="689" y="1828"/>
                  <a:pt x="631" y="1811"/>
                  <a:pt x="574" y="1787"/>
                </a:cubicBezTo>
                <a:cubicBezTo>
                  <a:pt x="518" y="1764"/>
                  <a:pt x="464" y="1735"/>
                  <a:pt x="414" y="1702"/>
                </a:cubicBezTo>
                <a:cubicBezTo>
                  <a:pt x="363" y="1668"/>
                  <a:pt x="316" y="1629"/>
                  <a:pt x="273" y="1586"/>
                </a:cubicBezTo>
                <a:cubicBezTo>
                  <a:pt x="230" y="1543"/>
                  <a:pt x="191" y="1496"/>
                  <a:pt x="158" y="1445"/>
                </a:cubicBezTo>
                <a:cubicBezTo>
                  <a:pt x="124" y="1395"/>
                  <a:pt x="95" y="1341"/>
                  <a:pt x="72" y="1285"/>
                </a:cubicBezTo>
                <a:cubicBezTo>
                  <a:pt x="48" y="1229"/>
                  <a:pt x="31" y="1170"/>
                  <a:pt x="19" y="1111"/>
                </a:cubicBezTo>
                <a:cubicBezTo>
                  <a:pt x="7" y="1051"/>
                  <a:pt x="0" y="991"/>
                  <a:pt x="0" y="930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2" name="任意多邊形 231"/>
          <p:cNvSpPr/>
          <p:nvPr/>
        </p:nvSpPr>
        <p:spPr>
          <a:xfrm>
            <a:off x="1671120" y="4178160"/>
            <a:ext cx="668880" cy="668880"/>
          </a:xfrm>
          <a:custGeom>
            <a:avLst/>
            <a:gdLst/>
            <a:ahLst/>
            <a:cxnLst/>
            <a:rect l="0" t="0" r="r" b="b"/>
            <a:pathLst>
              <a:path w="1858" h="1858">
                <a:moveTo>
                  <a:pt x="0" y="930"/>
                </a:moveTo>
                <a:cubicBezTo>
                  <a:pt x="0" y="869"/>
                  <a:pt x="7" y="808"/>
                  <a:pt x="19" y="748"/>
                </a:cubicBezTo>
                <a:cubicBezTo>
                  <a:pt x="31" y="689"/>
                  <a:pt x="48" y="631"/>
                  <a:pt x="72" y="574"/>
                </a:cubicBezTo>
                <a:cubicBezTo>
                  <a:pt x="95" y="518"/>
                  <a:pt x="124" y="463"/>
                  <a:pt x="158" y="413"/>
                </a:cubicBezTo>
                <a:cubicBezTo>
                  <a:pt x="191" y="362"/>
                  <a:pt x="230" y="315"/>
                  <a:pt x="273" y="272"/>
                </a:cubicBezTo>
                <a:cubicBezTo>
                  <a:pt x="316" y="229"/>
                  <a:pt x="363" y="190"/>
                  <a:pt x="414" y="157"/>
                </a:cubicBezTo>
                <a:cubicBezTo>
                  <a:pt x="464" y="123"/>
                  <a:pt x="518" y="94"/>
                  <a:pt x="574" y="71"/>
                </a:cubicBezTo>
                <a:cubicBezTo>
                  <a:pt x="631" y="47"/>
                  <a:pt x="689" y="30"/>
                  <a:pt x="748" y="18"/>
                </a:cubicBezTo>
                <a:cubicBezTo>
                  <a:pt x="808" y="6"/>
                  <a:pt x="869" y="0"/>
                  <a:pt x="930" y="0"/>
                </a:cubicBezTo>
                <a:cubicBezTo>
                  <a:pt x="991" y="0"/>
                  <a:pt x="1051" y="6"/>
                  <a:pt x="1111" y="18"/>
                </a:cubicBezTo>
                <a:cubicBezTo>
                  <a:pt x="1171" y="30"/>
                  <a:pt x="1229" y="47"/>
                  <a:pt x="1285" y="71"/>
                </a:cubicBezTo>
                <a:cubicBezTo>
                  <a:pt x="1341" y="94"/>
                  <a:pt x="1395" y="123"/>
                  <a:pt x="1445" y="157"/>
                </a:cubicBezTo>
                <a:cubicBezTo>
                  <a:pt x="1496" y="190"/>
                  <a:pt x="1543" y="229"/>
                  <a:pt x="1586" y="272"/>
                </a:cubicBezTo>
                <a:cubicBezTo>
                  <a:pt x="1629" y="315"/>
                  <a:pt x="1668" y="362"/>
                  <a:pt x="1702" y="413"/>
                </a:cubicBezTo>
                <a:cubicBezTo>
                  <a:pt x="1736" y="463"/>
                  <a:pt x="1764" y="518"/>
                  <a:pt x="1787" y="574"/>
                </a:cubicBezTo>
                <a:cubicBezTo>
                  <a:pt x="1811" y="631"/>
                  <a:pt x="1828" y="689"/>
                  <a:pt x="1840" y="748"/>
                </a:cubicBezTo>
                <a:cubicBezTo>
                  <a:pt x="1852" y="808"/>
                  <a:pt x="1858" y="869"/>
                  <a:pt x="1858" y="930"/>
                </a:cubicBezTo>
                <a:cubicBezTo>
                  <a:pt x="1858" y="991"/>
                  <a:pt x="1852" y="1051"/>
                  <a:pt x="1840" y="1111"/>
                </a:cubicBezTo>
                <a:cubicBezTo>
                  <a:pt x="1828" y="1170"/>
                  <a:pt x="1811" y="1229"/>
                  <a:pt x="1787" y="1285"/>
                </a:cubicBezTo>
                <a:cubicBezTo>
                  <a:pt x="1764" y="1341"/>
                  <a:pt x="1736" y="1395"/>
                  <a:pt x="1702" y="1445"/>
                </a:cubicBezTo>
                <a:cubicBezTo>
                  <a:pt x="1668" y="1496"/>
                  <a:pt x="1629" y="1543"/>
                  <a:pt x="1586" y="1586"/>
                </a:cubicBezTo>
                <a:cubicBezTo>
                  <a:pt x="1543" y="1629"/>
                  <a:pt x="1496" y="1668"/>
                  <a:pt x="1445" y="1702"/>
                </a:cubicBezTo>
                <a:cubicBezTo>
                  <a:pt x="1395" y="1735"/>
                  <a:pt x="1341" y="1764"/>
                  <a:pt x="1285" y="1787"/>
                </a:cubicBezTo>
                <a:cubicBezTo>
                  <a:pt x="1229" y="1811"/>
                  <a:pt x="1171" y="1828"/>
                  <a:pt x="1111" y="1840"/>
                </a:cubicBezTo>
                <a:cubicBezTo>
                  <a:pt x="1051" y="1852"/>
                  <a:pt x="991" y="1858"/>
                  <a:pt x="930" y="1858"/>
                </a:cubicBezTo>
                <a:cubicBezTo>
                  <a:pt x="869" y="1858"/>
                  <a:pt x="808" y="1852"/>
                  <a:pt x="748" y="1840"/>
                </a:cubicBezTo>
                <a:cubicBezTo>
                  <a:pt x="689" y="1828"/>
                  <a:pt x="631" y="1811"/>
                  <a:pt x="574" y="1787"/>
                </a:cubicBezTo>
                <a:cubicBezTo>
                  <a:pt x="518" y="1764"/>
                  <a:pt x="464" y="1735"/>
                  <a:pt x="414" y="1702"/>
                </a:cubicBezTo>
                <a:cubicBezTo>
                  <a:pt x="363" y="1668"/>
                  <a:pt x="316" y="1629"/>
                  <a:pt x="273" y="1586"/>
                </a:cubicBezTo>
                <a:cubicBezTo>
                  <a:pt x="230" y="1543"/>
                  <a:pt x="191" y="1496"/>
                  <a:pt x="158" y="1445"/>
                </a:cubicBezTo>
                <a:cubicBezTo>
                  <a:pt x="124" y="1395"/>
                  <a:pt x="95" y="1341"/>
                  <a:pt x="72" y="1285"/>
                </a:cubicBezTo>
                <a:cubicBezTo>
                  <a:pt x="48" y="1229"/>
                  <a:pt x="31" y="1170"/>
                  <a:pt x="19" y="1111"/>
                </a:cubicBezTo>
                <a:cubicBezTo>
                  <a:pt x="7" y="1051"/>
                  <a:pt x="0" y="991"/>
                  <a:pt x="0" y="930"/>
                </a:cubicBezTo>
                <a:moveTo>
                  <a:pt x="930" y="46"/>
                </a:moveTo>
                <a:cubicBezTo>
                  <a:pt x="901" y="46"/>
                  <a:pt x="872" y="48"/>
                  <a:pt x="843" y="51"/>
                </a:cubicBezTo>
                <a:cubicBezTo>
                  <a:pt x="814" y="54"/>
                  <a:pt x="786" y="58"/>
                  <a:pt x="758" y="63"/>
                </a:cubicBezTo>
                <a:cubicBezTo>
                  <a:pt x="729" y="69"/>
                  <a:pt x="701" y="76"/>
                  <a:pt x="674" y="84"/>
                </a:cubicBezTo>
                <a:cubicBezTo>
                  <a:pt x="646" y="93"/>
                  <a:pt x="619" y="103"/>
                  <a:pt x="592" y="114"/>
                </a:cubicBezTo>
                <a:cubicBezTo>
                  <a:pt x="565" y="125"/>
                  <a:pt x="539" y="137"/>
                  <a:pt x="514" y="151"/>
                </a:cubicBezTo>
                <a:cubicBezTo>
                  <a:pt x="488" y="164"/>
                  <a:pt x="464" y="179"/>
                  <a:pt x="440" y="195"/>
                </a:cubicBezTo>
                <a:cubicBezTo>
                  <a:pt x="416" y="211"/>
                  <a:pt x="392" y="228"/>
                  <a:pt x="370" y="247"/>
                </a:cubicBezTo>
                <a:cubicBezTo>
                  <a:pt x="348" y="265"/>
                  <a:pt x="326" y="284"/>
                  <a:pt x="306" y="305"/>
                </a:cubicBezTo>
                <a:cubicBezTo>
                  <a:pt x="285" y="325"/>
                  <a:pt x="266" y="347"/>
                  <a:pt x="248" y="369"/>
                </a:cubicBezTo>
                <a:cubicBezTo>
                  <a:pt x="229" y="391"/>
                  <a:pt x="212" y="414"/>
                  <a:pt x="196" y="438"/>
                </a:cubicBezTo>
                <a:cubicBezTo>
                  <a:pt x="180" y="463"/>
                  <a:pt x="165" y="488"/>
                  <a:pt x="152" y="514"/>
                </a:cubicBezTo>
                <a:cubicBezTo>
                  <a:pt x="138" y="539"/>
                  <a:pt x="126" y="565"/>
                  <a:pt x="115" y="592"/>
                </a:cubicBezTo>
                <a:cubicBezTo>
                  <a:pt x="104" y="619"/>
                  <a:pt x="94" y="646"/>
                  <a:pt x="86" y="673"/>
                </a:cubicBezTo>
                <a:cubicBezTo>
                  <a:pt x="77" y="701"/>
                  <a:pt x="70" y="729"/>
                  <a:pt x="64" y="757"/>
                </a:cubicBezTo>
                <a:cubicBezTo>
                  <a:pt x="59" y="786"/>
                  <a:pt x="55" y="814"/>
                  <a:pt x="52" y="843"/>
                </a:cubicBezTo>
                <a:cubicBezTo>
                  <a:pt x="49" y="872"/>
                  <a:pt x="48" y="901"/>
                  <a:pt x="48" y="930"/>
                </a:cubicBezTo>
                <a:cubicBezTo>
                  <a:pt x="48" y="958"/>
                  <a:pt x="49" y="987"/>
                  <a:pt x="52" y="1016"/>
                </a:cubicBezTo>
                <a:cubicBezTo>
                  <a:pt x="55" y="1045"/>
                  <a:pt x="59" y="1073"/>
                  <a:pt x="64" y="1102"/>
                </a:cubicBezTo>
                <a:cubicBezTo>
                  <a:pt x="70" y="1130"/>
                  <a:pt x="77" y="1158"/>
                  <a:pt x="86" y="1186"/>
                </a:cubicBezTo>
                <a:cubicBezTo>
                  <a:pt x="94" y="1213"/>
                  <a:pt x="104" y="1240"/>
                  <a:pt x="115" y="1267"/>
                </a:cubicBezTo>
                <a:cubicBezTo>
                  <a:pt x="126" y="1294"/>
                  <a:pt x="138" y="1320"/>
                  <a:pt x="152" y="1345"/>
                </a:cubicBezTo>
                <a:cubicBezTo>
                  <a:pt x="165" y="1371"/>
                  <a:pt x="180" y="1396"/>
                  <a:pt x="196" y="1420"/>
                </a:cubicBezTo>
                <a:cubicBezTo>
                  <a:pt x="212" y="1444"/>
                  <a:pt x="229" y="1467"/>
                  <a:pt x="248" y="1489"/>
                </a:cubicBezTo>
                <a:cubicBezTo>
                  <a:pt x="266" y="1511"/>
                  <a:pt x="285" y="1533"/>
                  <a:pt x="306" y="1553"/>
                </a:cubicBezTo>
                <a:cubicBezTo>
                  <a:pt x="326" y="1574"/>
                  <a:pt x="348" y="1593"/>
                  <a:pt x="370" y="1611"/>
                </a:cubicBezTo>
                <a:cubicBezTo>
                  <a:pt x="392" y="1630"/>
                  <a:pt x="416" y="1647"/>
                  <a:pt x="440" y="1663"/>
                </a:cubicBezTo>
                <a:cubicBezTo>
                  <a:pt x="464" y="1679"/>
                  <a:pt x="488" y="1694"/>
                  <a:pt x="514" y="1707"/>
                </a:cubicBezTo>
                <a:cubicBezTo>
                  <a:pt x="539" y="1721"/>
                  <a:pt x="565" y="1733"/>
                  <a:pt x="592" y="1744"/>
                </a:cubicBezTo>
                <a:cubicBezTo>
                  <a:pt x="619" y="1756"/>
                  <a:pt x="646" y="1765"/>
                  <a:pt x="674" y="1774"/>
                </a:cubicBezTo>
                <a:cubicBezTo>
                  <a:pt x="701" y="1782"/>
                  <a:pt x="729" y="1789"/>
                  <a:pt x="758" y="1795"/>
                </a:cubicBezTo>
                <a:cubicBezTo>
                  <a:pt x="786" y="1800"/>
                  <a:pt x="814" y="1805"/>
                  <a:pt x="843" y="1807"/>
                </a:cubicBezTo>
                <a:cubicBezTo>
                  <a:pt x="872" y="1810"/>
                  <a:pt x="901" y="1812"/>
                  <a:pt x="930" y="1812"/>
                </a:cubicBezTo>
                <a:cubicBezTo>
                  <a:pt x="959" y="1812"/>
                  <a:pt x="987" y="1810"/>
                  <a:pt x="1016" y="1807"/>
                </a:cubicBezTo>
                <a:cubicBezTo>
                  <a:pt x="1045" y="1805"/>
                  <a:pt x="1073" y="1800"/>
                  <a:pt x="1102" y="1795"/>
                </a:cubicBezTo>
                <a:cubicBezTo>
                  <a:pt x="1130" y="1789"/>
                  <a:pt x="1158" y="1782"/>
                  <a:pt x="1186" y="1774"/>
                </a:cubicBezTo>
                <a:cubicBezTo>
                  <a:pt x="1213" y="1765"/>
                  <a:pt x="1241" y="1756"/>
                  <a:pt x="1267" y="1744"/>
                </a:cubicBezTo>
                <a:cubicBezTo>
                  <a:pt x="1294" y="1733"/>
                  <a:pt x="1320" y="1721"/>
                  <a:pt x="1345" y="1707"/>
                </a:cubicBezTo>
                <a:cubicBezTo>
                  <a:pt x="1371" y="1694"/>
                  <a:pt x="1396" y="1679"/>
                  <a:pt x="1420" y="1663"/>
                </a:cubicBezTo>
                <a:cubicBezTo>
                  <a:pt x="1444" y="1647"/>
                  <a:pt x="1467" y="1630"/>
                  <a:pt x="1489" y="1611"/>
                </a:cubicBezTo>
                <a:cubicBezTo>
                  <a:pt x="1512" y="1593"/>
                  <a:pt x="1533" y="1574"/>
                  <a:pt x="1553" y="1553"/>
                </a:cubicBezTo>
                <a:cubicBezTo>
                  <a:pt x="1574" y="1533"/>
                  <a:pt x="1593" y="1511"/>
                  <a:pt x="1612" y="1489"/>
                </a:cubicBezTo>
                <a:cubicBezTo>
                  <a:pt x="1630" y="1467"/>
                  <a:pt x="1647" y="1444"/>
                  <a:pt x="1663" y="1420"/>
                </a:cubicBezTo>
                <a:cubicBezTo>
                  <a:pt x="1679" y="1396"/>
                  <a:pt x="1694" y="1371"/>
                  <a:pt x="1708" y="1345"/>
                </a:cubicBezTo>
                <a:cubicBezTo>
                  <a:pt x="1721" y="1320"/>
                  <a:pt x="1734" y="1294"/>
                  <a:pt x="1745" y="1267"/>
                </a:cubicBezTo>
                <a:cubicBezTo>
                  <a:pt x="1756" y="1240"/>
                  <a:pt x="1765" y="1213"/>
                  <a:pt x="1774" y="1186"/>
                </a:cubicBezTo>
                <a:cubicBezTo>
                  <a:pt x="1782" y="1158"/>
                  <a:pt x="1789" y="1130"/>
                  <a:pt x="1795" y="1102"/>
                </a:cubicBezTo>
                <a:cubicBezTo>
                  <a:pt x="1800" y="1073"/>
                  <a:pt x="1805" y="1045"/>
                  <a:pt x="1807" y="1016"/>
                </a:cubicBezTo>
                <a:cubicBezTo>
                  <a:pt x="1810" y="987"/>
                  <a:pt x="1812" y="958"/>
                  <a:pt x="1812" y="930"/>
                </a:cubicBezTo>
                <a:cubicBezTo>
                  <a:pt x="1812" y="901"/>
                  <a:pt x="1810" y="872"/>
                  <a:pt x="1807" y="843"/>
                </a:cubicBezTo>
                <a:cubicBezTo>
                  <a:pt x="1805" y="814"/>
                  <a:pt x="1800" y="786"/>
                  <a:pt x="1795" y="757"/>
                </a:cubicBezTo>
                <a:cubicBezTo>
                  <a:pt x="1789" y="729"/>
                  <a:pt x="1782" y="701"/>
                  <a:pt x="1774" y="673"/>
                </a:cubicBezTo>
                <a:cubicBezTo>
                  <a:pt x="1765" y="646"/>
                  <a:pt x="1756" y="619"/>
                  <a:pt x="1745" y="592"/>
                </a:cubicBezTo>
                <a:cubicBezTo>
                  <a:pt x="1734" y="565"/>
                  <a:pt x="1721" y="539"/>
                  <a:pt x="1708" y="514"/>
                </a:cubicBezTo>
                <a:cubicBezTo>
                  <a:pt x="1694" y="488"/>
                  <a:pt x="1679" y="463"/>
                  <a:pt x="1663" y="438"/>
                </a:cubicBezTo>
                <a:cubicBezTo>
                  <a:pt x="1647" y="414"/>
                  <a:pt x="1630" y="391"/>
                  <a:pt x="1612" y="369"/>
                </a:cubicBezTo>
                <a:cubicBezTo>
                  <a:pt x="1593" y="347"/>
                  <a:pt x="1574" y="325"/>
                  <a:pt x="1553" y="305"/>
                </a:cubicBezTo>
                <a:cubicBezTo>
                  <a:pt x="1533" y="284"/>
                  <a:pt x="1512" y="265"/>
                  <a:pt x="1489" y="247"/>
                </a:cubicBezTo>
                <a:cubicBezTo>
                  <a:pt x="1467" y="228"/>
                  <a:pt x="1444" y="211"/>
                  <a:pt x="1420" y="195"/>
                </a:cubicBezTo>
                <a:cubicBezTo>
                  <a:pt x="1396" y="179"/>
                  <a:pt x="1371" y="164"/>
                  <a:pt x="1345" y="151"/>
                </a:cubicBezTo>
                <a:cubicBezTo>
                  <a:pt x="1320" y="137"/>
                  <a:pt x="1294" y="125"/>
                  <a:pt x="1267" y="114"/>
                </a:cubicBezTo>
                <a:cubicBezTo>
                  <a:pt x="1241" y="103"/>
                  <a:pt x="1213" y="93"/>
                  <a:pt x="1186" y="84"/>
                </a:cubicBezTo>
                <a:cubicBezTo>
                  <a:pt x="1158" y="76"/>
                  <a:pt x="1130" y="69"/>
                  <a:pt x="1102" y="63"/>
                </a:cubicBezTo>
                <a:cubicBezTo>
                  <a:pt x="1073" y="58"/>
                  <a:pt x="1045" y="54"/>
                  <a:pt x="1016" y="51"/>
                </a:cubicBezTo>
                <a:cubicBezTo>
                  <a:pt x="987" y="48"/>
                  <a:pt x="959" y="46"/>
                  <a:pt x="930" y="46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3" name="任意多邊形 232"/>
          <p:cNvSpPr/>
          <p:nvPr/>
        </p:nvSpPr>
        <p:spPr>
          <a:xfrm>
            <a:off x="9192240" y="1253160"/>
            <a:ext cx="1002960" cy="1003320"/>
          </a:xfrm>
          <a:custGeom>
            <a:avLst/>
            <a:gdLst/>
            <a:ahLst/>
            <a:cxnLst/>
            <a:rect l="0" t="0" r="r" b="b"/>
            <a:pathLst>
              <a:path w="2786" h="2787">
                <a:moveTo>
                  <a:pt x="27" y="1123"/>
                </a:moveTo>
                <a:cubicBezTo>
                  <a:pt x="44" y="1033"/>
                  <a:pt x="71" y="946"/>
                  <a:pt x="106" y="861"/>
                </a:cubicBezTo>
                <a:cubicBezTo>
                  <a:pt x="141" y="777"/>
                  <a:pt x="184" y="695"/>
                  <a:pt x="235" y="619"/>
                </a:cubicBezTo>
                <a:cubicBezTo>
                  <a:pt x="285" y="543"/>
                  <a:pt x="343" y="473"/>
                  <a:pt x="408" y="408"/>
                </a:cubicBezTo>
                <a:cubicBezTo>
                  <a:pt x="472" y="344"/>
                  <a:pt x="543" y="286"/>
                  <a:pt x="619" y="235"/>
                </a:cubicBezTo>
                <a:cubicBezTo>
                  <a:pt x="695" y="184"/>
                  <a:pt x="775" y="141"/>
                  <a:pt x="860" y="106"/>
                </a:cubicBezTo>
                <a:cubicBezTo>
                  <a:pt x="945" y="71"/>
                  <a:pt x="1032" y="45"/>
                  <a:pt x="1122" y="27"/>
                </a:cubicBezTo>
                <a:cubicBezTo>
                  <a:pt x="1212" y="9"/>
                  <a:pt x="1302" y="0"/>
                  <a:pt x="1394" y="0"/>
                </a:cubicBezTo>
                <a:cubicBezTo>
                  <a:pt x="1485" y="0"/>
                  <a:pt x="1576" y="9"/>
                  <a:pt x="1665" y="27"/>
                </a:cubicBezTo>
                <a:cubicBezTo>
                  <a:pt x="1755" y="45"/>
                  <a:pt x="1842" y="71"/>
                  <a:pt x="1927" y="106"/>
                </a:cubicBezTo>
                <a:cubicBezTo>
                  <a:pt x="2011" y="141"/>
                  <a:pt x="2091" y="184"/>
                  <a:pt x="2167" y="235"/>
                </a:cubicBezTo>
                <a:cubicBezTo>
                  <a:pt x="2243" y="286"/>
                  <a:pt x="2314" y="344"/>
                  <a:pt x="2378" y="408"/>
                </a:cubicBezTo>
                <a:cubicBezTo>
                  <a:pt x="2443" y="473"/>
                  <a:pt x="2501" y="543"/>
                  <a:pt x="2552" y="619"/>
                </a:cubicBezTo>
                <a:cubicBezTo>
                  <a:pt x="2603" y="695"/>
                  <a:pt x="2645" y="777"/>
                  <a:pt x="2680" y="861"/>
                </a:cubicBezTo>
                <a:cubicBezTo>
                  <a:pt x="2715" y="946"/>
                  <a:pt x="2742" y="1033"/>
                  <a:pt x="2760" y="1123"/>
                </a:cubicBezTo>
                <a:cubicBezTo>
                  <a:pt x="2778" y="1212"/>
                  <a:pt x="2786" y="1303"/>
                  <a:pt x="2786" y="1394"/>
                </a:cubicBezTo>
                <a:cubicBezTo>
                  <a:pt x="2786" y="1486"/>
                  <a:pt x="2778" y="1576"/>
                  <a:pt x="2760" y="1666"/>
                </a:cubicBezTo>
                <a:cubicBezTo>
                  <a:pt x="2742" y="1756"/>
                  <a:pt x="2715" y="1843"/>
                  <a:pt x="2680" y="1927"/>
                </a:cubicBezTo>
                <a:cubicBezTo>
                  <a:pt x="2645" y="2012"/>
                  <a:pt x="2603" y="2092"/>
                  <a:pt x="2552" y="2168"/>
                </a:cubicBezTo>
                <a:cubicBezTo>
                  <a:pt x="2501" y="2244"/>
                  <a:pt x="2443" y="2314"/>
                  <a:pt x="2378" y="2379"/>
                </a:cubicBezTo>
                <a:cubicBezTo>
                  <a:pt x="2314" y="2444"/>
                  <a:pt x="2243" y="2501"/>
                  <a:pt x="2167" y="2552"/>
                </a:cubicBezTo>
                <a:cubicBezTo>
                  <a:pt x="2091" y="2603"/>
                  <a:pt x="2011" y="2646"/>
                  <a:pt x="1927" y="2681"/>
                </a:cubicBezTo>
                <a:cubicBezTo>
                  <a:pt x="1842" y="2716"/>
                  <a:pt x="1755" y="2742"/>
                  <a:pt x="1665" y="2760"/>
                </a:cubicBezTo>
                <a:cubicBezTo>
                  <a:pt x="1576" y="2778"/>
                  <a:pt x="1485" y="2787"/>
                  <a:pt x="1394" y="2787"/>
                </a:cubicBezTo>
                <a:cubicBezTo>
                  <a:pt x="1302" y="2787"/>
                  <a:pt x="1212" y="2778"/>
                  <a:pt x="1122" y="2760"/>
                </a:cubicBezTo>
                <a:cubicBezTo>
                  <a:pt x="1032" y="2742"/>
                  <a:pt x="945" y="2716"/>
                  <a:pt x="860" y="2681"/>
                </a:cubicBezTo>
                <a:cubicBezTo>
                  <a:pt x="775" y="2646"/>
                  <a:pt x="695" y="2603"/>
                  <a:pt x="619" y="2552"/>
                </a:cubicBezTo>
                <a:cubicBezTo>
                  <a:pt x="543" y="2501"/>
                  <a:pt x="472" y="2444"/>
                  <a:pt x="408" y="2379"/>
                </a:cubicBezTo>
                <a:cubicBezTo>
                  <a:pt x="343" y="2314"/>
                  <a:pt x="285" y="2244"/>
                  <a:pt x="235" y="2168"/>
                </a:cubicBezTo>
                <a:cubicBezTo>
                  <a:pt x="184" y="2092"/>
                  <a:pt x="141" y="2012"/>
                  <a:pt x="106" y="1927"/>
                </a:cubicBezTo>
                <a:cubicBezTo>
                  <a:pt x="71" y="1843"/>
                  <a:pt x="44" y="1756"/>
                  <a:pt x="27" y="1666"/>
                </a:cubicBezTo>
                <a:cubicBezTo>
                  <a:pt x="9" y="1576"/>
                  <a:pt x="0" y="1486"/>
                  <a:pt x="0" y="1394"/>
                </a:cubicBezTo>
                <a:cubicBezTo>
                  <a:pt x="0" y="1303"/>
                  <a:pt x="9" y="1212"/>
                  <a:pt x="27" y="1123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4" name="任意多邊形 233"/>
          <p:cNvSpPr/>
          <p:nvPr/>
        </p:nvSpPr>
        <p:spPr>
          <a:xfrm>
            <a:off x="9192240" y="1253160"/>
            <a:ext cx="1002960" cy="1003320"/>
          </a:xfrm>
          <a:custGeom>
            <a:avLst/>
            <a:gdLst/>
            <a:ahLst/>
            <a:cxnLst/>
            <a:rect l="0" t="0" r="r" b="b"/>
            <a:pathLst>
              <a:path w="2786" h="2787">
                <a:moveTo>
                  <a:pt x="0" y="1394"/>
                </a:moveTo>
                <a:cubicBezTo>
                  <a:pt x="0" y="1303"/>
                  <a:pt x="9" y="1212"/>
                  <a:pt x="27" y="1123"/>
                </a:cubicBezTo>
                <a:cubicBezTo>
                  <a:pt x="44" y="1033"/>
                  <a:pt x="71" y="946"/>
                  <a:pt x="106" y="861"/>
                </a:cubicBezTo>
                <a:cubicBezTo>
                  <a:pt x="141" y="777"/>
                  <a:pt x="184" y="695"/>
                  <a:pt x="235" y="619"/>
                </a:cubicBezTo>
                <a:cubicBezTo>
                  <a:pt x="285" y="543"/>
                  <a:pt x="343" y="473"/>
                  <a:pt x="408" y="408"/>
                </a:cubicBezTo>
                <a:cubicBezTo>
                  <a:pt x="472" y="344"/>
                  <a:pt x="543" y="286"/>
                  <a:pt x="619" y="235"/>
                </a:cubicBezTo>
                <a:cubicBezTo>
                  <a:pt x="695" y="184"/>
                  <a:pt x="775" y="141"/>
                  <a:pt x="860" y="106"/>
                </a:cubicBezTo>
                <a:cubicBezTo>
                  <a:pt x="945" y="71"/>
                  <a:pt x="1032" y="45"/>
                  <a:pt x="1122" y="27"/>
                </a:cubicBezTo>
                <a:cubicBezTo>
                  <a:pt x="1212" y="9"/>
                  <a:pt x="1302" y="0"/>
                  <a:pt x="1394" y="0"/>
                </a:cubicBezTo>
                <a:cubicBezTo>
                  <a:pt x="1485" y="0"/>
                  <a:pt x="1576" y="9"/>
                  <a:pt x="1665" y="27"/>
                </a:cubicBezTo>
                <a:cubicBezTo>
                  <a:pt x="1755" y="45"/>
                  <a:pt x="1842" y="71"/>
                  <a:pt x="1927" y="106"/>
                </a:cubicBezTo>
                <a:cubicBezTo>
                  <a:pt x="2011" y="141"/>
                  <a:pt x="2091" y="184"/>
                  <a:pt x="2167" y="235"/>
                </a:cubicBezTo>
                <a:cubicBezTo>
                  <a:pt x="2243" y="286"/>
                  <a:pt x="2314" y="344"/>
                  <a:pt x="2378" y="408"/>
                </a:cubicBezTo>
                <a:cubicBezTo>
                  <a:pt x="2443" y="473"/>
                  <a:pt x="2501" y="543"/>
                  <a:pt x="2552" y="619"/>
                </a:cubicBezTo>
                <a:cubicBezTo>
                  <a:pt x="2603" y="695"/>
                  <a:pt x="2645" y="777"/>
                  <a:pt x="2680" y="861"/>
                </a:cubicBezTo>
                <a:cubicBezTo>
                  <a:pt x="2715" y="946"/>
                  <a:pt x="2742" y="1033"/>
                  <a:pt x="2760" y="1123"/>
                </a:cubicBezTo>
                <a:cubicBezTo>
                  <a:pt x="2778" y="1212"/>
                  <a:pt x="2786" y="1303"/>
                  <a:pt x="2786" y="1394"/>
                </a:cubicBezTo>
                <a:cubicBezTo>
                  <a:pt x="2786" y="1486"/>
                  <a:pt x="2778" y="1576"/>
                  <a:pt x="2760" y="1666"/>
                </a:cubicBezTo>
                <a:cubicBezTo>
                  <a:pt x="2742" y="1756"/>
                  <a:pt x="2715" y="1843"/>
                  <a:pt x="2680" y="1927"/>
                </a:cubicBezTo>
                <a:cubicBezTo>
                  <a:pt x="2645" y="2012"/>
                  <a:pt x="2603" y="2092"/>
                  <a:pt x="2552" y="2168"/>
                </a:cubicBezTo>
                <a:cubicBezTo>
                  <a:pt x="2501" y="2244"/>
                  <a:pt x="2443" y="2314"/>
                  <a:pt x="2378" y="2379"/>
                </a:cubicBezTo>
                <a:cubicBezTo>
                  <a:pt x="2314" y="2444"/>
                  <a:pt x="2243" y="2501"/>
                  <a:pt x="2167" y="2552"/>
                </a:cubicBezTo>
                <a:cubicBezTo>
                  <a:pt x="2091" y="2603"/>
                  <a:pt x="2011" y="2646"/>
                  <a:pt x="1927" y="2681"/>
                </a:cubicBezTo>
                <a:cubicBezTo>
                  <a:pt x="1842" y="2716"/>
                  <a:pt x="1755" y="2742"/>
                  <a:pt x="1665" y="2760"/>
                </a:cubicBezTo>
                <a:cubicBezTo>
                  <a:pt x="1576" y="2778"/>
                  <a:pt x="1485" y="2787"/>
                  <a:pt x="1394" y="2787"/>
                </a:cubicBezTo>
                <a:cubicBezTo>
                  <a:pt x="1302" y="2787"/>
                  <a:pt x="1212" y="2778"/>
                  <a:pt x="1122" y="2760"/>
                </a:cubicBezTo>
                <a:cubicBezTo>
                  <a:pt x="1032" y="2742"/>
                  <a:pt x="945" y="2716"/>
                  <a:pt x="860" y="2681"/>
                </a:cubicBezTo>
                <a:cubicBezTo>
                  <a:pt x="775" y="2646"/>
                  <a:pt x="695" y="2603"/>
                  <a:pt x="619" y="2552"/>
                </a:cubicBezTo>
                <a:cubicBezTo>
                  <a:pt x="543" y="2501"/>
                  <a:pt x="472" y="2444"/>
                  <a:pt x="408" y="2379"/>
                </a:cubicBezTo>
                <a:cubicBezTo>
                  <a:pt x="343" y="2314"/>
                  <a:pt x="285" y="2244"/>
                  <a:pt x="235" y="2168"/>
                </a:cubicBezTo>
                <a:cubicBezTo>
                  <a:pt x="184" y="2092"/>
                  <a:pt x="141" y="2012"/>
                  <a:pt x="106" y="1927"/>
                </a:cubicBezTo>
                <a:cubicBezTo>
                  <a:pt x="71" y="1843"/>
                  <a:pt x="44" y="1756"/>
                  <a:pt x="27" y="1666"/>
                </a:cubicBezTo>
                <a:cubicBezTo>
                  <a:pt x="9" y="1576"/>
                  <a:pt x="0" y="1486"/>
                  <a:pt x="0" y="1394"/>
                </a:cubicBezTo>
                <a:moveTo>
                  <a:pt x="1394" y="47"/>
                </a:moveTo>
                <a:cubicBezTo>
                  <a:pt x="1350" y="47"/>
                  <a:pt x="1306" y="49"/>
                  <a:pt x="1262" y="53"/>
                </a:cubicBezTo>
                <a:cubicBezTo>
                  <a:pt x="1218" y="58"/>
                  <a:pt x="1174" y="64"/>
                  <a:pt x="1131" y="73"/>
                </a:cubicBezTo>
                <a:cubicBezTo>
                  <a:pt x="1088" y="81"/>
                  <a:pt x="1045" y="92"/>
                  <a:pt x="1003" y="105"/>
                </a:cubicBezTo>
                <a:cubicBezTo>
                  <a:pt x="961" y="118"/>
                  <a:pt x="918" y="132"/>
                  <a:pt x="877" y="149"/>
                </a:cubicBezTo>
                <a:cubicBezTo>
                  <a:pt x="837" y="166"/>
                  <a:pt x="797" y="185"/>
                  <a:pt x="758" y="206"/>
                </a:cubicBezTo>
                <a:cubicBezTo>
                  <a:pt x="719" y="227"/>
                  <a:pt x="681" y="249"/>
                  <a:pt x="645" y="274"/>
                </a:cubicBezTo>
                <a:cubicBezTo>
                  <a:pt x="608" y="298"/>
                  <a:pt x="573" y="325"/>
                  <a:pt x="539" y="352"/>
                </a:cubicBezTo>
                <a:cubicBezTo>
                  <a:pt x="504" y="380"/>
                  <a:pt x="472" y="410"/>
                  <a:pt x="441" y="441"/>
                </a:cubicBezTo>
                <a:cubicBezTo>
                  <a:pt x="409" y="472"/>
                  <a:pt x="380" y="505"/>
                  <a:pt x="352" y="539"/>
                </a:cubicBezTo>
                <a:cubicBezTo>
                  <a:pt x="324" y="573"/>
                  <a:pt x="298" y="609"/>
                  <a:pt x="273" y="645"/>
                </a:cubicBezTo>
                <a:cubicBezTo>
                  <a:pt x="249" y="682"/>
                  <a:pt x="226" y="721"/>
                  <a:pt x="205" y="760"/>
                </a:cubicBezTo>
                <a:cubicBezTo>
                  <a:pt x="184" y="798"/>
                  <a:pt x="166" y="838"/>
                  <a:pt x="149" y="879"/>
                </a:cubicBezTo>
                <a:cubicBezTo>
                  <a:pt x="132" y="920"/>
                  <a:pt x="117" y="961"/>
                  <a:pt x="104" y="1003"/>
                </a:cubicBezTo>
                <a:cubicBezTo>
                  <a:pt x="91" y="1046"/>
                  <a:pt x="81" y="1088"/>
                  <a:pt x="72" y="1132"/>
                </a:cubicBezTo>
                <a:cubicBezTo>
                  <a:pt x="64" y="1175"/>
                  <a:pt x="57" y="1218"/>
                  <a:pt x="53" y="1262"/>
                </a:cubicBezTo>
                <a:cubicBezTo>
                  <a:pt x="48" y="1306"/>
                  <a:pt x="46" y="1350"/>
                  <a:pt x="46" y="1394"/>
                </a:cubicBezTo>
                <a:cubicBezTo>
                  <a:pt x="46" y="1438"/>
                  <a:pt x="48" y="1482"/>
                  <a:pt x="53" y="1526"/>
                </a:cubicBezTo>
                <a:cubicBezTo>
                  <a:pt x="57" y="1570"/>
                  <a:pt x="64" y="1614"/>
                  <a:pt x="72" y="1657"/>
                </a:cubicBezTo>
                <a:cubicBezTo>
                  <a:pt x="81" y="1700"/>
                  <a:pt x="91" y="1743"/>
                  <a:pt x="104" y="1785"/>
                </a:cubicBezTo>
                <a:cubicBezTo>
                  <a:pt x="117" y="1827"/>
                  <a:pt x="132" y="1869"/>
                  <a:pt x="149" y="1909"/>
                </a:cubicBezTo>
                <a:cubicBezTo>
                  <a:pt x="166" y="1950"/>
                  <a:pt x="184" y="1990"/>
                  <a:pt x="205" y="2029"/>
                </a:cubicBezTo>
                <a:cubicBezTo>
                  <a:pt x="226" y="2068"/>
                  <a:pt x="249" y="2106"/>
                  <a:pt x="273" y="2142"/>
                </a:cubicBezTo>
                <a:cubicBezTo>
                  <a:pt x="298" y="2179"/>
                  <a:pt x="324" y="2214"/>
                  <a:pt x="352" y="2248"/>
                </a:cubicBezTo>
                <a:cubicBezTo>
                  <a:pt x="380" y="2282"/>
                  <a:pt x="409" y="2315"/>
                  <a:pt x="441" y="2346"/>
                </a:cubicBezTo>
                <a:cubicBezTo>
                  <a:pt x="472" y="2377"/>
                  <a:pt x="504" y="2407"/>
                  <a:pt x="539" y="2435"/>
                </a:cubicBezTo>
                <a:cubicBezTo>
                  <a:pt x="573" y="2463"/>
                  <a:pt x="608" y="2489"/>
                  <a:pt x="645" y="2514"/>
                </a:cubicBezTo>
                <a:cubicBezTo>
                  <a:pt x="681" y="2538"/>
                  <a:pt x="719" y="2561"/>
                  <a:pt x="758" y="2582"/>
                </a:cubicBezTo>
                <a:cubicBezTo>
                  <a:pt x="797" y="2602"/>
                  <a:pt x="837" y="2621"/>
                  <a:pt x="877" y="2638"/>
                </a:cubicBezTo>
                <a:cubicBezTo>
                  <a:pt x="918" y="2655"/>
                  <a:pt x="961" y="2670"/>
                  <a:pt x="1003" y="2683"/>
                </a:cubicBezTo>
                <a:cubicBezTo>
                  <a:pt x="1045" y="2695"/>
                  <a:pt x="1088" y="2706"/>
                  <a:pt x="1131" y="2715"/>
                </a:cubicBezTo>
                <a:cubicBezTo>
                  <a:pt x="1174" y="2723"/>
                  <a:pt x="1218" y="2730"/>
                  <a:pt x="1262" y="2734"/>
                </a:cubicBezTo>
                <a:cubicBezTo>
                  <a:pt x="1306" y="2738"/>
                  <a:pt x="1350" y="2741"/>
                  <a:pt x="1394" y="2741"/>
                </a:cubicBezTo>
                <a:cubicBezTo>
                  <a:pt x="1438" y="2741"/>
                  <a:pt x="1482" y="2738"/>
                  <a:pt x="1526" y="2734"/>
                </a:cubicBezTo>
                <a:cubicBezTo>
                  <a:pt x="1569" y="2730"/>
                  <a:pt x="1613" y="2723"/>
                  <a:pt x="1656" y="2715"/>
                </a:cubicBezTo>
                <a:cubicBezTo>
                  <a:pt x="1700" y="2706"/>
                  <a:pt x="1742" y="2695"/>
                  <a:pt x="1784" y="2683"/>
                </a:cubicBezTo>
                <a:cubicBezTo>
                  <a:pt x="1827" y="2670"/>
                  <a:pt x="1868" y="2655"/>
                  <a:pt x="1909" y="2638"/>
                </a:cubicBezTo>
                <a:cubicBezTo>
                  <a:pt x="1950" y="2621"/>
                  <a:pt x="1989" y="2602"/>
                  <a:pt x="2028" y="2582"/>
                </a:cubicBezTo>
                <a:cubicBezTo>
                  <a:pt x="2067" y="2561"/>
                  <a:pt x="2105" y="2538"/>
                  <a:pt x="2142" y="2514"/>
                </a:cubicBezTo>
                <a:cubicBezTo>
                  <a:pt x="2178" y="2489"/>
                  <a:pt x="2214" y="2463"/>
                  <a:pt x="2248" y="2435"/>
                </a:cubicBezTo>
                <a:cubicBezTo>
                  <a:pt x="2282" y="2407"/>
                  <a:pt x="2314" y="2377"/>
                  <a:pt x="2346" y="2346"/>
                </a:cubicBezTo>
                <a:cubicBezTo>
                  <a:pt x="2377" y="2315"/>
                  <a:pt x="2406" y="2282"/>
                  <a:pt x="2434" y="2248"/>
                </a:cubicBezTo>
                <a:cubicBezTo>
                  <a:pt x="2462" y="2214"/>
                  <a:pt x="2489" y="2179"/>
                  <a:pt x="2513" y="2142"/>
                </a:cubicBezTo>
                <a:cubicBezTo>
                  <a:pt x="2538" y="2106"/>
                  <a:pt x="2560" y="2068"/>
                  <a:pt x="2581" y="2029"/>
                </a:cubicBezTo>
                <a:cubicBezTo>
                  <a:pt x="2602" y="1990"/>
                  <a:pt x="2621" y="1950"/>
                  <a:pt x="2638" y="1909"/>
                </a:cubicBezTo>
                <a:cubicBezTo>
                  <a:pt x="2654" y="1869"/>
                  <a:pt x="2669" y="1827"/>
                  <a:pt x="2682" y="1785"/>
                </a:cubicBezTo>
                <a:cubicBezTo>
                  <a:pt x="2695" y="1743"/>
                  <a:pt x="2706" y="1700"/>
                  <a:pt x="2714" y="1657"/>
                </a:cubicBezTo>
                <a:cubicBezTo>
                  <a:pt x="2723" y="1614"/>
                  <a:pt x="2729" y="1570"/>
                  <a:pt x="2734" y="1526"/>
                </a:cubicBezTo>
                <a:cubicBezTo>
                  <a:pt x="2738" y="1482"/>
                  <a:pt x="2740" y="1438"/>
                  <a:pt x="2740" y="1394"/>
                </a:cubicBezTo>
                <a:cubicBezTo>
                  <a:pt x="2740" y="1350"/>
                  <a:pt x="2738" y="1306"/>
                  <a:pt x="2734" y="1262"/>
                </a:cubicBezTo>
                <a:cubicBezTo>
                  <a:pt x="2729" y="1218"/>
                  <a:pt x="2723" y="1175"/>
                  <a:pt x="2714" y="1132"/>
                </a:cubicBezTo>
                <a:cubicBezTo>
                  <a:pt x="2706" y="1088"/>
                  <a:pt x="2695" y="1046"/>
                  <a:pt x="2682" y="1003"/>
                </a:cubicBezTo>
                <a:cubicBezTo>
                  <a:pt x="2669" y="961"/>
                  <a:pt x="2654" y="920"/>
                  <a:pt x="2638" y="879"/>
                </a:cubicBezTo>
                <a:cubicBezTo>
                  <a:pt x="2621" y="838"/>
                  <a:pt x="2602" y="798"/>
                  <a:pt x="2581" y="760"/>
                </a:cubicBezTo>
                <a:cubicBezTo>
                  <a:pt x="2560" y="721"/>
                  <a:pt x="2538" y="682"/>
                  <a:pt x="2513" y="645"/>
                </a:cubicBezTo>
                <a:cubicBezTo>
                  <a:pt x="2489" y="609"/>
                  <a:pt x="2462" y="573"/>
                  <a:pt x="2434" y="539"/>
                </a:cubicBezTo>
                <a:cubicBezTo>
                  <a:pt x="2406" y="505"/>
                  <a:pt x="2377" y="472"/>
                  <a:pt x="2346" y="441"/>
                </a:cubicBezTo>
                <a:cubicBezTo>
                  <a:pt x="2314" y="410"/>
                  <a:pt x="2282" y="380"/>
                  <a:pt x="2248" y="352"/>
                </a:cubicBezTo>
                <a:cubicBezTo>
                  <a:pt x="2214" y="325"/>
                  <a:pt x="2178" y="298"/>
                  <a:pt x="2142" y="274"/>
                </a:cubicBezTo>
                <a:cubicBezTo>
                  <a:pt x="2105" y="249"/>
                  <a:pt x="2067" y="227"/>
                  <a:pt x="2028" y="206"/>
                </a:cubicBezTo>
                <a:cubicBezTo>
                  <a:pt x="1989" y="185"/>
                  <a:pt x="1950" y="166"/>
                  <a:pt x="1909" y="149"/>
                </a:cubicBezTo>
                <a:cubicBezTo>
                  <a:pt x="1868" y="132"/>
                  <a:pt x="1827" y="118"/>
                  <a:pt x="1784" y="105"/>
                </a:cubicBezTo>
                <a:cubicBezTo>
                  <a:pt x="1742" y="92"/>
                  <a:pt x="1700" y="81"/>
                  <a:pt x="1656" y="73"/>
                </a:cubicBezTo>
                <a:cubicBezTo>
                  <a:pt x="1613" y="64"/>
                  <a:pt x="1569" y="58"/>
                  <a:pt x="1526" y="53"/>
                </a:cubicBezTo>
                <a:cubicBezTo>
                  <a:pt x="1482" y="49"/>
                  <a:pt x="1438" y="47"/>
                  <a:pt x="1394" y="47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5" name="任意多邊形 234"/>
          <p:cNvSpPr/>
          <p:nvPr/>
        </p:nvSpPr>
        <p:spPr>
          <a:xfrm>
            <a:off x="8356680" y="4345200"/>
            <a:ext cx="752400" cy="752400"/>
          </a:xfrm>
          <a:custGeom>
            <a:avLst/>
            <a:gdLst/>
            <a:ahLst/>
            <a:cxnLst/>
            <a:rect l="0" t="0" r="r" b="b"/>
            <a:pathLst>
              <a:path w="2090" h="2090">
                <a:moveTo>
                  <a:pt x="0" y="1045"/>
                </a:moveTo>
                <a:cubicBezTo>
                  <a:pt x="0" y="976"/>
                  <a:pt x="6" y="908"/>
                  <a:pt x="20" y="841"/>
                </a:cubicBezTo>
                <a:cubicBezTo>
                  <a:pt x="33" y="774"/>
                  <a:pt x="53" y="708"/>
                  <a:pt x="79" y="645"/>
                </a:cubicBezTo>
                <a:cubicBezTo>
                  <a:pt x="105" y="582"/>
                  <a:pt x="137" y="522"/>
                  <a:pt x="176" y="465"/>
                </a:cubicBezTo>
                <a:cubicBezTo>
                  <a:pt x="214" y="408"/>
                  <a:pt x="257" y="355"/>
                  <a:pt x="306" y="306"/>
                </a:cubicBezTo>
                <a:cubicBezTo>
                  <a:pt x="354" y="258"/>
                  <a:pt x="407" y="214"/>
                  <a:pt x="464" y="176"/>
                </a:cubicBezTo>
                <a:cubicBezTo>
                  <a:pt x="521" y="138"/>
                  <a:pt x="581" y="106"/>
                  <a:pt x="644" y="80"/>
                </a:cubicBezTo>
                <a:cubicBezTo>
                  <a:pt x="708" y="54"/>
                  <a:pt x="773" y="34"/>
                  <a:pt x="841" y="20"/>
                </a:cubicBezTo>
                <a:cubicBezTo>
                  <a:pt x="909" y="7"/>
                  <a:pt x="977" y="0"/>
                  <a:pt x="1045" y="0"/>
                </a:cubicBezTo>
                <a:cubicBezTo>
                  <a:pt x="1114" y="0"/>
                  <a:pt x="1182" y="7"/>
                  <a:pt x="1249" y="20"/>
                </a:cubicBezTo>
                <a:cubicBezTo>
                  <a:pt x="1316" y="34"/>
                  <a:pt x="1382" y="54"/>
                  <a:pt x="1445" y="80"/>
                </a:cubicBezTo>
                <a:cubicBezTo>
                  <a:pt x="1508" y="106"/>
                  <a:pt x="1568" y="138"/>
                  <a:pt x="1625" y="176"/>
                </a:cubicBezTo>
                <a:cubicBezTo>
                  <a:pt x="1683" y="214"/>
                  <a:pt x="1735" y="258"/>
                  <a:pt x="1784" y="306"/>
                </a:cubicBezTo>
                <a:cubicBezTo>
                  <a:pt x="1832" y="355"/>
                  <a:pt x="1876" y="408"/>
                  <a:pt x="1914" y="465"/>
                </a:cubicBezTo>
                <a:cubicBezTo>
                  <a:pt x="1952" y="522"/>
                  <a:pt x="1984" y="582"/>
                  <a:pt x="2010" y="645"/>
                </a:cubicBezTo>
                <a:cubicBezTo>
                  <a:pt x="2036" y="708"/>
                  <a:pt x="2056" y="774"/>
                  <a:pt x="2070" y="841"/>
                </a:cubicBezTo>
                <a:cubicBezTo>
                  <a:pt x="2083" y="908"/>
                  <a:pt x="2090" y="976"/>
                  <a:pt x="2090" y="1045"/>
                </a:cubicBezTo>
                <a:cubicBezTo>
                  <a:pt x="2090" y="1113"/>
                  <a:pt x="2083" y="1181"/>
                  <a:pt x="2070" y="1249"/>
                </a:cubicBezTo>
                <a:cubicBezTo>
                  <a:pt x="2056" y="1316"/>
                  <a:pt x="2036" y="1381"/>
                  <a:pt x="2010" y="1445"/>
                </a:cubicBezTo>
                <a:cubicBezTo>
                  <a:pt x="1984" y="1508"/>
                  <a:pt x="1952" y="1569"/>
                  <a:pt x="1914" y="1626"/>
                </a:cubicBezTo>
                <a:cubicBezTo>
                  <a:pt x="1876" y="1683"/>
                  <a:pt x="1832" y="1736"/>
                  <a:pt x="1784" y="1785"/>
                </a:cubicBezTo>
                <a:cubicBezTo>
                  <a:pt x="1735" y="1833"/>
                  <a:pt x="1683" y="1876"/>
                  <a:pt x="1625" y="1914"/>
                </a:cubicBezTo>
                <a:cubicBezTo>
                  <a:pt x="1568" y="1953"/>
                  <a:pt x="1508" y="1985"/>
                  <a:pt x="1445" y="2011"/>
                </a:cubicBezTo>
                <a:cubicBezTo>
                  <a:pt x="1382" y="2037"/>
                  <a:pt x="1316" y="2057"/>
                  <a:pt x="1249" y="2070"/>
                </a:cubicBezTo>
                <a:cubicBezTo>
                  <a:pt x="1182" y="2084"/>
                  <a:pt x="1114" y="2090"/>
                  <a:pt x="1045" y="2090"/>
                </a:cubicBezTo>
                <a:cubicBezTo>
                  <a:pt x="977" y="2090"/>
                  <a:pt x="909" y="2084"/>
                  <a:pt x="841" y="2070"/>
                </a:cubicBezTo>
                <a:cubicBezTo>
                  <a:pt x="773" y="2057"/>
                  <a:pt x="708" y="2037"/>
                  <a:pt x="644" y="2011"/>
                </a:cubicBezTo>
                <a:cubicBezTo>
                  <a:pt x="581" y="1985"/>
                  <a:pt x="521" y="1953"/>
                  <a:pt x="464" y="1914"/>
                </a:cubicBezTo>
                <a:cubicBezTo>
                  <a:pt x="407" y="1876"/>
                  <a:pt x="354" y="1833"/>
                  <a:pt x="306" y="1785"/>
                </a:cubicBezTo>
                <a:cubicBezTo>
                  <a:pt x="257" y="1736"/>
                  <a:pt x="214" y="1683"/>
                  <a:pt x="176" y="1626"/>
                </a:cubicBezTo>
                <a:cubicBezTo>
                  <a:pt x="137" y="1569"/>
                  <a:pt x="105" y="1508"/>
                  <a:pt x="79" y="1445"/>
                </a:cubicBezTo>
                <a:cubicBezTo>
                  <a:pt x="53" y="1381"/>
                  <a:pt x="33" y="1316"/>
                  <a:pt x="20" y="1249"/>
                </a:cubicBezTo>
                <a:cubicBezTo>
                  <a:pt x="6" y="1181"/>
                  <a:pt x="0" y="1113"/>
                  <a:pt x="0" y="1045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6" name="任意多邊形 235"/>
          <p:cNvSpPr/>
          <p:nvPr/>
        </p:nvSpPr>
        <p:spPr>
          <a:xfrm>
            <a:off x="8356680" y="4345200"/>
            <a:ext cx="752400" cy="752400"/>
          </a:xfrm>
          <a:custGeom>
            <a:avLst/>
            <a:gdLst/>
            <a:ahLst/>
            <a:cxnLst/>
            <a:rect l="0" t="0" r="r" b="b"/>
            <a:pathLst>
              <a:path w="2090" h="2090">
                <a:moveTo>
                  <a:pt x="0" y="1045"/>
                </a:moveTo>
                <a:cubicBezTo>
                  <a:pt x="0" y="976"/>
                  <a:pt x="6" y="908"/>
                  <a:pt x="20" y="841"/>
                </a:cubicBezTo>
                <a:cubicBezTo>
                  <a:pt x="33" y="774"/>
                  <a:pt x="53" y="708"/>
                  <a:pt x="79" y="645"/>
                </a:cubicBezTo>
                <a:cubicBezTo>
                  <a:pt x="105" y="582"/>
                  <a:pt x="137" y="522"/>
                  <a:pt x="176" y="465"/>
                </a:cubicBezTo>
                <a:cubicBezTo>
                  <a:pt x="214" y="408"/>
                  <a:pt x="257" y="355"/>
                  <a:pt x="306" y="306"/>
                </a:cubicBezTo>
                <a:cubicBezTo>
                  <a:pt x="354" y="258"/>
                  <a:pt x="407" y="214"/>
                  <a:pt x="464" y="176"/>
                </a:cubicBezTo>
                <a:cubicBezTo>
                  <a:pt x="521" y="138"/>
                  <a:pt x="581" y="106"/>
                  <a:pt x="644" y="80"/>
                </a:cubicBezTo>
                <a:cubicBezTo>
                  <a:pt x="708" y="54"/>
                  <a:pt x="773" y="34"/>
                  <a:pt x="841" y="20"/>
                </a:cubicBezTo>
                <a:cubicBezTo>
                  <a:pt x="909" y="7"/>
                  <a:pt x="977" y="0"/>
                  <a:pt x="1045" y="0"/>
                </a:cubicBezTo>
                <a:cubicBezTo>
                  <a:pt x="1114" y="0"/>
                  <a:pt x="1182" y="7"/>
                  <a:pt x="1249" y="20"/>
                </a:cubicBezTo>
                <a:cubicBezTo>
                  <a:pt x="1316" y="34"/>
                  <a:pt x="1382" y="54"/>
                  <a:pt x="1445" y="80"/>
                </a:cubicBezTo>
                <a:cubicBezTo>
                  <a:pt x="1508" y="106"/>
                  <a:pt x="1568" y="138"/>
                  <a:pt x="1625" y="176"/>
                </a:cubicBezTo>
                <a:cubicBezTo>
                  <a:pt x="1683" y="214"/>
                  <a:pt x="1735" y="258"/>
                  <a:pt x="1784" y="306"/>
                </a:cubicBezTo>
                <a:cubicBezTo>
                  <a:pt x="1832" y="355"/>
                  <a:pt x="1876" y="408"/>
                  <a:pt x="1914" y="465"/>
                </a:cubicBezTo>
                <a:cubicBezTo>
                  <a:pt x="1952" y="522"/>
                  <a:pt x="1984" y="582"/>
                  <a:pt x="2010" y="645"/>
                </a:cubicBezTo>
                <a:cubicBezTo>
                  <a:pt x="2036" y="708"/>
                  <a:pt x="2056" y="774"/>
                  <a:pt x="2070" y="841"/>
                </a:cubicBezTo>
                <a:cubicBezTo>
                  <a:pt x="2083" y="908"/>
                  <a:pt x="2090" y="976"/>
                  <a:pt x="2090" y="1045"/>
                </a:cubicBezTo>
                <a:cubicBezTo>
                  <a:pt x="2090" y="1113"/>
                  <a:pt x="2083" y="1181"/>
                  <a:pt x="2070" y="1249"/>
                </a:cubicBezTo>
                <a:cubicBezTo>
                  <a:pt x="2056" y="1316"/>
                  <a:pt x="2036" y="1381"/>
                  <a:pt x="2010" y="1445"/>
                </a:cubicBezTo>
                <a:cubicBezTo>
                  <a:pt x="1984" y="1508"/>
                  <a:pt x="1952" y="1569"/>
                  <a:pt x="1914" y="1626"/>
                </a:cubicBezTo>
                <a:cubicBezTo>
                  <a:pt x="1876" y="1683"/>
                  <a:pt x="1832" y="1736"/>
                  <a:pt x="1784" y="1785"/>
                </a:cubicBezTo>
                <a:cubicBezTo>
                  <a:pt x="1735" y="1833"/>
                  <a:pt x="1683" y="1876"/>
                  <a:pt x="1625" y="1914"/>
                </a:cubicBezTo>
                <a:cubicBezTo>
                  <a:pt x="1568" y="1953"/>
                  <a:pt x="1508" y="1985"/>
                  <a:pt x="1445" y="2011"/>
                </a:cubicBezTo>
                <a:cubicBezTo>
                  <a:pt x="1382" y="2037"/>
                  <a:pt x="1316" y="2057"/>
                  <a:pt x="1249" y="2070"/>
                </a:cubicBezTo>
                <a:cubicBezTo>
                  <a:pt x="1182" y="2084"/>
                  <a:pt x="1114" y="2090"/>
                  <a:pt x="1045" y="2090"/>
                </a:cubicBezTo>
                <a:cubicBezTo>
                  <a:pt x="977" y="2090"/>
                  <a:pt x="909" y="2084"/>
                  <a:pt x="841" y="2070"/>
                </a:cubicBezTo>
                <a:cubicBezTo>
                  <a:pt x="773" y="2057"/>
                  <a:pt x="708" y="2037"/>
                  <a:pt x="644" y="2011"/>
                </a:cubicBezTo>
                <a:cubicBezTo>
                  <a:pt x="581" y="1985"/>
                  <a:pt x="521" y="1953"/>
                  <a:pt x="464" y="1914"/>
                </a:cubicBezTo>
                <a:cubicBezTo>
                  <a:pt x="407" y="1876"/>
                  <a:pt x="354" y="1833"/>
                  <a:pt x="306" y="1785"/>
                </a:cubicBezTo>
                <a:cubicBezTo>
                  <a:pt x="257" y="1736"/>
                  <a:pt x="214" y="1683"/>
                  <a:pt x="176" y="1626"/>
                </a:cubicBezTo>
                <a:cubicBezTo>
                  <a:pt x="137" y="1569"/>
                  <a:pt x="105" y="1508"/>
                  <a:pt x="79" y="1445"/>
                </a:cubicBezTo>
                <a:cubicBezTo>
                  <a:pt x="53" y="1381"/>
                  <a:pt x="33" y="1316"/>
                  <a:pt x="20" y="1249"/>
                </a:cubicBezTo>
                <a:cubicBezTo>
                  <a:pt x="6" y="1181"/>
                  <a:pt x="0" y="1113"/>
                  <a:pt x="0" y="1045"/>
                </a:cubicBezTo>
                <a:moveTo>
                  <a:pt x="1045" y="47"/>
                </a:moveTo>
                <a:cubicBezTo>
                  <a:pt x="1012" y="47"/>
                  <a:pt x="980" y="48"/>
                  <a:pt x="947" y="52"/>
                </a:cubicBezTo>
                <a:cubicBezTo>
                  <a:pt x="915" y="55"/>
                  <a:pt x="882" y="60"/>
                  <a:pt x="850" y="66"/>
                </a:cubicBezTo>
                <a:cubicBezTo>
                  <a:pt x="818" y="72"/>
                  <a:pt x="786" y="80"/>
                  <a:pt x="754" y="90"/>
                </a:cubicBezTo>
                <a:cubicBezTo>
                  <a:pt x="723" y="99"/>
                  <a:pt x="692" y="110"/>
                  <a:pt x="662" y="123"/>
                </a:cubicBezTo>
                <a:cubicBezTo>
                  <a:pt x="632" y="135"/>
                  <a:pt x="602" y="149"/>
                  <a:pt x="574" y="165"/>
                </a:cubicBezTo>
                <a:cubicBezTo>
                  <a:pt x="545" y="180"/>
                  <a:pt x="517" y="197"/>
                  <a:pt x="490" y="215"/>
                </a:cubicBezTo>
                <a:cubicBezTo>
                  <a:pt x="462" y="233"/>
                  <a:pt x="436" y="253"/>
                  <a:pt x="411" y="273"/>
                </a:cubicBezTo>
                <a:cubicBezTo>
                  <a:pt x="386" y="294"/>
                  <a:pt x="361" y="316"/>
                  <a:pt x="338" y="339"/>
                </a:cubicBezTo>
                <a:cubicBezTo>
                  <a:pt x="315" y="362"/>
                  <a:pt x="293" y="386"/>
                  <a:pt x="273" y="412"/>
                </a:cubicBezTo>
                <a:cubicBezTo>
                  <a:pt x="252" y="437"/>
                  <a:pt x="232" y="463"/>
                  <a:pt x="214" y="490"/>
                </a:cubicBezTo>
                <a:cubicBezTo>
                  <a:pt x="196" y="518"/>
                  <a:pt x="179" y="546"/>
                  <a:pt x="164" y="574"/>
                </a:cubicBezTo>
                <a:cubicBezTo>
                  <a:pt x="148" y="603"/>
                  <a:pt x="134" y="633"/>
                  <a:pt x="122" y="663"/>
                </a:cubicBezTo>
                <a:cubicBezTo>
                  <a:pt x="109" y="693"/>
                  <a:pt x="98" y="724"/>
                  <a:pt x="89" y="755"/>
                </a:cubicBezTo>
                <a:cubicBezTo>
                  <a:pt x="79" y="786"/>
                  <a:pt x="72" y="818"/>
                  <a:pt x="65" y="850"/>
                </a:cubicBezTo>
                <a:cubicBezTo>
                  <a:pt x="59" y="882"/>
                  <a:pt x="54" y="915"/>
                  <a:pt x="51" y="947"/>
                </a:cubicBezTo>
                <a:cubicBezTo>
                  <a:pt x="48" y="980"/>
                  <a:pt x="46" y="1012"/>
                  <a:pt x="46" y="1045"/>
                </a:cubicBezTo>
                <a:cubicBezTo>
                  <a:pt x="46" y="1078"/>
                  <a:pt x="48" y="1110"/>
                  <a:pt x="51" y="1143"/>
                </a:cubicBezTo>
                <a:cubicBezTo>
                  <a:pt x="54" y="1175"/>
                  <a:pt x="59" y="1208"/>
                  <a:pt x="65" y="1240"/>
                </a:cubicBezTo>
                <a:cubicBezTo>
                  <a:pt x="72" y="1272"/>
                  <a:pt x="79" y="1303"/>
                  <a:pt x="89" y="1335"/>
                </a:cubicBezTo>
                <a:cubicBezTo>
                  <a:pt x="98" y="1366"/>
                  <a:pt x="109" y="1397"/>
                  <a:pt x="122" y="1427"/>
                </a:cubicBezTo>
                <a:cubicBezTo>
                  <a:pt x="134" y="1457"/>
                  <a:pt x="148" y="1487"/>
                  <a:pt x="164" y="1516"/>
                </a:cubicBezTo>
                <a:cubicBezTo>
                  <a:pt x="179" y="1545"/>
                  <a:pt x="196" y="1573"/>
                  <a:pt x="214" y="1600"/>
                </a:cubicBezTo>
                <a:cubicBezTo>
                  <a:pt x="232" y="1628"/>
                  <a:pt x="252" y="1654"/>
                  <a:pt x="273" y="1679"/>
                </a:cubicBezTo>
                <a:cubicBezTo>
                  <a:pt x="293" y="1704"/>
                  <a:pt x="315" y="1729"/>
                  <a:pt x="338" y="1752"/>
                </a:cubicBezTo>
                <a:cubicBezTo>
                  <a:pt x="361" y="1775"/>
                  <a:pt x="386" y="1797"/>
                  <a:pt x="411" y="1817"/>
                </a:cubicBezTo>
                <a:cubicBezTo>
                  <a:pt x="436" y="1838"/>
                  <a:pt x="462" y="1858"/>
                  <a:pt x="490" y="1876"/>
                </a:cubicBezTo>
                <a:cubicBezTo>
                  <a:pt x="517" y="1894"/>
                  <a:pt x="545" y="1911"/>
                  <a:pt x="574" y="1926"/>
                </a:cubicBezTo>
                <a:cubicBezTo>
                  <a:pt x="602" y="1942"/>
                  <a:pt x="632" y="1956"/>
                  <a:pt x="662" y="1968"/>
                </a:cubicBezTo>
                <a:cubicBezTo>
                  <a:pt x="692" y="1981"/>
                  <a:pt x="723" y="1992"/>
                  <a:pt x="754" y="2001"/>
                </a:cubicBezTo>
                <a:cubicBezTo>
                  <a:pt x="786" y="2011"/>
                  <a:pt x="818" y="2018"/>
                  <a:pt x="850" y="2025"/>
                </a:cubicBezTo>
                <a:cubicBezTo>
                  <a:pt x="882" y="2031"/>
                  <a:pt x="915" y="2036"/>
                  <a:pt x="947" y="2039"/>
                </a:cubicBezTo>
                <a:cubicBezTo>
                  <a:pt x="980" y="2042"/>
                  <a:pt x="1012" y="2044"/>
                  <a:pt x="1045" y="2044"/>
                </a:cubicBezTo>
                <a:cubicBezTo>
                  <a:pt x="1078" y="2044"/>
                  <a:pt x="1110" y="2042"/>
                  <a:pt x="1143" y="2039"/>
                </a:cubicBezTo>
                <a:cubicBezTo>
                  <a:pt x="1176" y="2036"/>
                  <a:pt x="1208" y="2031"/>
                  <a:pt x="1240" y="2025"/>
                </a:cubicBezTo>
                <a:cubicBezTo>
                  <a:pt x="1272" y="2018"/>
                  <a:pt x="1304" y="2011"/>
                  <a:pt x="1335" y="2001"/>
                </a:cubicBezTo>
                <a:cubicBezTo>
                  <a:pt x="1366" y="1992"/>
                  <a:pt x="1397" y="1981"/>
                  <a:pt x="1427" y="1968"/>
                </a:cubicBezTo>
                <a:cubicBezTo>
                  <a:pt x="1457" y="1956"/>
                  <a:pt x="1487" y="1942"/>
                  <a:pt x="1516" y="1926"/>
                </a:cubicBezTo>
                <a:cubicBezTo>
                  <a:pt x="1545" y="1911"/>
                  <a:pt x="1573" y="1894"/>
                  <a:pt x="1600" y="1876"/>
                </a:cubicBezTo>
                <a:cubicBezTo>
                  <a:pt x="1627" y="1858"/>
                  <a:pt x="1653" y="1838"/>
                  <a:pt x="1678" y="1817"/>
                </a:cubicBezTo>
                <a:cubicBezTo>
                  <a:pt x="1704" y="1797"/>
                  <a:pt x="1728" y="1775"/>
                  <a:pt x="1751" y="1752"/>
                </a:cubicBezTo>
                <a:cubicBezTo>
                  <a:pt x="1774" y="1729"/>
                  <a:pt x="1796" y="1704"/>
                  <a:pt x="1817" y="1679"/>
                </a:cubicBezTo>
                <a:cubicBezTo>
                  <a:pt x="1837" y="1654"/>
                  <a:pt x="1857" y="1628"/>
                  <a:pt x="1875" y="1600"/>
                </a:cubicBezTo>
                <a:cubicBezTo>
                  <a:pt x="1893" y="1573"/>
                  <a:pt x="1910" y="1545"/>
                  <a:pt x="1925" y="1516"/>
                </a:cubicBezTo>
                <a:cubicBezTo>
                  <a:pt x="1941" y="1487"/>
                  <a:pt x="1955" y="1457"/>
                  <a:pt x="1967" y="1427"/>
                </a:cubicBezTo>
                <a:cubicBezTo>
                  <a:pt x="1980" y="1397"/>
                  <a:pt x="1991" y="1366"/>
                  <a:pt x="2000" y="1335"/>
                </a:cubicBezTo>
                <a:cubicBezTo>
                  <a:pt x="2010" y="1303"/>
                  <a:pt x="2018" y="1272"/>
                  <a:pt x="2024" y="1240"/>
                </a:cubicBezTo>
                <a:cubicBezTo>
                  <a:pt x="2030" y="1208"/>
                  <a:pt x="2035" y="1175"/>
                  <a:pt x="2038" y="1143"/>
                </a:cubicBezTo>
                <a:cubicBezTo>
                  <a:pt x="2042" y="1110"/>
                  <a:pt x="2043" y="1078"/>
                  <a:pt x="2043" y="1045"/>
                </a:cubicBezTo>
                <a:cubicBezTo>
                  <a:pt x="2043" y="1012"/>
                  <a:pt x="2042" y="980"/>
                  <a:pt x="2038" y="947"/>
                </a:cubicBezTo>
                <a:cubicBezTo>
                  <a:pt x="2035" y="915"/>
                  <a:pt x="2030" y="882"/>
                  <a:pt x="2024" y="850"/>
                </a:cubicBezTo>
                <a:cubicBezTo>
                  <a:pt x="2018" y="818"/>
                  <a:pt x="2010" y="786"/>
                  <a:pt x="2000" y="755"/>
                </a:cubicBezTo>
                <a:cubicBezTo>
                  <a:pt x="1991" y="724"/>
                  <a:pt x="1980" y="693"/>
                  <a:pt x="1967" y="663"/>
                </a:cubicBezTo>
                <a:cubicBezTo>
                  <a:pt x="1955" y="633"/>
                  <a:pt x="1941" y="603"/>
                  <a:pt x="1925" y="574"/>
                </a:cubicBezTo>
                <a:cubicBezTo>
                  <a:pt x="1910" y="546"/>
                  <a:pt x="1893" y="518"/>
                  <a:pt x="1875" y="490"/>
                </a:cubicBezTo>
                <a:cubicBezTo>
                  <a:pt x="1857" y="463"/>
                  <a:pt x="1837" y="437"/>
                  <a:pt x="1817" y="412"/>
                </a:cubicBezTo>
                <a:cubicBezTo>
                  <a:pt x="1796" y="386"/>
                  <a:pt x="1774" y="362"/>
                  <a:pt x="1751" y="339"/>
                </a:cubicBezTo>
                <a:cubicBezTo>
                  <a:pt x="1728" y="316"/>
                  <a:pt x="1704" y="294"/>
                  <a:pt x="1678" y="273"/>
                </a:cubicBezTo>
                <a:cubicBezTo>
                  <a:pt x="1653" y="253"/>
                  <a:pt x="1627" y="233"/>
                  <a:pt x="1600" y="215"/>
                </a:cubicBezTo>
                <a:cubicBezTo>
                  <a:pt x="1573" y="197"/>
                  <a:pt x="1545" y="180"/>
                  <a:pt x="1516" y="165"/>
                </a:cubicBezTo>
                <a:cubicBezTo>
                  <a:pt x="1487" y="149"/>
                  <a:pt x="1457" y="135"/>
                  <a:pt x="1427" y="123"/>
                </a:cubicBezTo>
                <a:cubicBezTo>
                  <a:pt x="1397" y="110"/>
                  <a:pt x="1366" y="99"/>
                  <a:pt x="1335" y="90"/>
                </a:cubicBezTo>
                <a:cubicBezTo>
                  <a:pt x="1304" y="80"/>
                  <a:pt x="1272" y="72"/>
                  <a:pt x="1240" y="66"/>
                </a:cubicBezTo>
                <a:cubicBezTo>
                  <a:pt x="1208" y="60"/>
                  <a:pt x="1176" y="55"/>
                  <a:pt x="1143" y="52"/>
                </a:cubicBezTo>
                <a:cubicBezTo>
                  <a:pt x="1110" y="48"/>
                  <a:pt x="1078" y="47"/>
                  <a:pt x="1045" y="47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7" name="任意多邊形 236"/>
          <p:cNvSpPr/>
          <p:nvPr/>
        </p:nvSpPr>
        <p:spPr>
          <a:xfrm>
            <a:off x="334080" y="735120"/>
            <a:ext cx="668880" cy="33840"/>
          </a:xfrm>
          <a:custGeom>
            <a:avLst/>
            <a:gdLst/>
            <a:ahLst/>
            <a:cxnLst/>
            <a:rect l="0" t="0" r="r" b="b"/>
            <a:pathLst>
              <a:path w="1858" h="94">
                <a:moveTo>
                  <a:pt x="0" y="0"/>
                </a:moveTo>
                <a:lnTo>
                  <a:pt x="1858" y="0"/>
                </a:lnTo>
                <a:lnTo>
                  <a:pt x="1858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34D3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8" name="文字框 237"/>
          <p:cNvSpPr txBox="1"/>
          <p:nvPr/>
        </p:nvSpPr>
        <p:spPr>
          <a:xfrm>
            <a:off x="334440" y="322560"/>
            <a:ext cx="2515680" cy="34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37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USDT (Tether) </a:t>
            </a:r>
            <a:endParaRPr lang="en-US" sz="23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9" name="任意多邊形 238"/>
          <p:cNvSpPr/>
          <p:nvPr/>
        </p:nvSpPr>
        <p:spPr>
          <a:xfrm>
            <a:off x="752040" y="944280"/>
            <a:ext cx="9192600" cy="4596480"/>
          </a:xfrm>
          <a:custGeom>
            <a:avLst/>
            <a:gdLst/>
            <a:ahLst/>
            <a:cxnLst/>
            <a:rect l="0" t="0" r="r" b="b"/>
            <a:pathLst>
              <a:path w="25535" h="12768">
                <a:moveTo>
                  <a:pt x="26" y="215"/>
                </a:moveTo>
                <a:cubicBezTo>
                  <a:pt x="44" y="172"/>
                  <a:pt x="69" y="134"/>
                  <a:pt x="102" y="102"/>
                </a:cubicBezTo>
                <a:cubicBezTo>
                  <a:pt x="134" y="69"/>
                  <a:pt x="172" y="44"/>
                  <a:pt x="215" y="26"/>
                </a:cubicBezTo>
                <a:cubicBezTo>
                  <a:pt x="257" y="8"/>
                  <a:pt x="302" y="0"/>
                  <a:pt x="348" y="0"/>
                </a:cubicBezTo>
                <a:lnTo>
                  <a:pt x="25187" y="0"/>
                </a:lnTo>
                <a:cubicBezTo>
                  <a:pt x="25233" y="0"/>
                  <a:pt x="25277" y="8"/>
                  <a:pt x="25320" y="26"/>
                </a:cubicBezTo>
                <a:cubicBezTo>
                  <a:pt x="25363" y="44"/>
                  <a:pt x="25400" y="69"/>
                  <a:pt x="25433" y="102"/>
                </a:cubicBezTo>
                <a:cubicBezTo>
                  <a:pt x="25466" y="134"/>
                  <a:pt x="25491" y="172"/>
                  <a:pt x="25509" y="215"/>
                </a:cubicBezTo>
                <a:cubicBezTo>
                  <a:pt x="25526" y="257"/>
                  <a:pt x="25535" y="302"/>
                  <a:pt x="25535" y="348"/>
                </a:cubicBezTo>
                <a:lnTo>
                  <a:pt x="25535" y="12420"/>
                </a:lnTo>
                <a:cubicBezTo>
                  <a:pt x="25535" y="12466"/>
                  <a:pt x="25526" y="12510"/>
                  <a:pt x="25509" y="12553"/>
                </a:cubicBezTo>
                <a:cubicBezTo>
                  <a:pt x="25491" y="12595"/>
                  <a:pt x="25466" y="12633"/>
                  <a:pt x="25433" y="12666"/>
                </a:cubicBezTo>
                <a:cubicBezTo>
                  <a:pt x="25400" y="12698"/>
                  <a:pt x="25363" y="12724"/>
                  <a:pt x="25320" y="12741"/>
                </a:cubicBezTo>
                <a:cubicBezTo>
                  <a:pt x="25277" y="12759"/>
                  <a:pt x="25233" y="12768"/>
                  <a:pt x="25187" y="12768"/>
                </a:cubicBezTo>
                <a:lnTo>
                  <a:pt x="348" y="12768"/>
                </a:lnTo>
                <a:cubicBezTo>
                  <a:pt x="302" y="12768"/>
                  <a:pt x="257" y="12759"/>
                  <a:pt x="215" y="12741"/>
                </a:cubicBezTo>
                <a:cubicBezTo>
                  <a:pt x="172" y="12724"/>
                  <a:pt x="134" y="12698"/>
                  <a:pt x="102" y="12666"/>
                </a:cubicBezTo>
                <a:cubicBezTo>
                  <a:pt x="69" y="12633"/>
                  <a:pt x="44" y="12595"/>
                  <a:pt x="26" y="12553"/>
                </a:cubicBezTo>
                <a:cubicBezTo>
                  <a:pt x="9" y="12510"/>
                  <a:pt x="0" y="12466"/>
                  <a:pt x="0" y="12420"/>
                </a:cubicBezTo>
                <a:lnTo>
                  <a:pt x="0" y="348"/>
                </a:lnTo>
                <a:cubicBezTo>
                  <a:pt x="0" y="302"/>
                  <a:pt x="9" y="257"/>
                  <a:pt x="26" y="215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0" name="任意多邊形 239"/>
          <p:cNvSpPr/>
          <p:nvPr/>
        </p:nvSpPr>
        <p:spPr>
          <a:xfrm>
            <a:off x="752040" y="944280"/>
            <a:ext cx="9192600" cy="4596480"/>
          </a:xfrm>
          <a:custGeom>
            <a:avLst/>
            <a:gdLst/>
            <a:ahLst/>
            <a:cxnLst/>
            <a:rect l="0" t="0" r="r" b="b"/>
            <a:pathLst>
              <a:path w="25535" h="12768">
                <a:moveTo>
                  <a:pt x="0" y="12420"/>
                </a:moveTo>
                <a:lnTo>
                  <a:pt x="0" y="348"/>
                </a:lnTo>
                <a:cubicBezTo>
                  <a:pt x="0" y="302"/>
                  <a:pt x="9" y="257"/>
                  <a:pt x="26" y="215"/>
                </a:cubicBezTo>
                <a:cubicBezTo>
                  <a:pt x="44" y="172"/>
                  <a:pt x="69" y="134"/>
                  <a:pt x="102" y="102"/>
                </a:cubicBezTo>
                <a:cubicBezTo>
                  <a:pt x="134" y="69"/>
                  <a:pt x="172" y="44"/>
                  <a:pt x="215" y="26"/>
                </a:cubicBezTo>
                <a:cubicBezTo>
                  <a:pt x="257" y="8"/>
                  <a:pt x="302" y="0"/>
                  <a:pt x="348" y="0"/>
                </a:cubicBezTo>
                <a:lnTo>
                  <a:pt x="25187" y="0"/>
                </a:lnTo>
                <a:cubicBezTo>
                  <a:pt x="25233" y="0"/>
                  <a:pt x="25277" y="8"/>
                  <a:pt x="25320" y="26"/>
                </a:cubicBezTo>
                <a:cubicBezTo>
                  <a:pt x="25363" y="44"/>
                  <a:pt x="25400" y="69"/>
                  <a:pt x="25433" y="102"/>
                </a:cubicBezTo>
                <a:cubicBezTo>
                  <a:pt x="25466" y="134"/>
                  <a:pt x="25491" y="172"/>
                  <a:pt x="25509" y="215"/>
                </a:cubicBezTo>
                <a:cubicBezTo>
                  <a:pt x="25526" y="257"/>
                  <a:pt x="25535" y="302"/>
                  <a:pt x="25535" y="348"/>
                </a:cubicBezTo>
                <a:lnTo>
                  <a:pt x="25535" y="12420"/>
                </a:lnTo>
                <a:cubicBezTo>
                  <a:pt x="25535" y="12466"/>
                  <a:pt x="25526" y="12510"/>
                  <a:pt x="25509" y="12553"/>
                </a:cubicBezTo>
                <a:cubicBezTo>
                  <a:pt x="25491" y="12595"/>
                  <a:pt x="25466" y="12633"/>
                  <a:pt x="25433" y="12666"/>
                </a:cubicBezTo>
                <a:cubicBezTo>
                  <a:pt x="25400" y="12698"/>
                  <a:pt x="25363" y="12724"/>
                  <a:pt x="25320" y="12741"/>
                </a:cubicBezTo>
                <a:cubicBezTo>
                  <a:pt x="25277" y="12759"/>
                  <a:pt x="25233" y="12768"/>
                  <a:pt x="25187" y="12768"/>
                </a:cubicBezTo>
                <a:lnTo>
                  <a:pt x="348" y="12768"/>
                </a:lnTo>
                <a:cubicBezTo>
                  <a:pt x="302" y="12768"/>
                  <a:pt x="257" y="12759"/>
                  <a:pt x="215" y="12741"/>
                </a:cubicBezTo>
                <a:cubicBezTo>
                  <a:pt x="172" y="12724"/>
                  <a:pt x="134" y="12698"/>
                  <a:pt x="102" y="12666"/>
                </a:cubicBezTo>
                <a:cubicBezTo>
                  <a:pt x="69" y="12633"/>
                  <a:pt x="44" y="12595"/>
                  <a:pt x="26" y="12553"/>
                </a:cubicBezTo>
                <a:cubicBezTo>
                  <a:pt x="9" y="12510"/>
                  <a:pt x="0" y="12466"/>
                  <a:pt x="0" y="12420"/>
                </a:cubicBezTo>
                <a:moveTo>
                  <a:pt x="23" y="348"/>
                </a:moveTo>
                <a:lnTo>
                  <a:pt x="23" y="12420"/>
                </a:lnTo>
                <a:cubicBezTo>
                  <a:pt x="23" y="12441"/>
                  <a:pt x="25" y="12462"/>
                  <a:pt x="29" y="12483"/>
                </a:cubicBezTo>
                <a:cubicBezTo>
                  <a:pt x="33" y="12504"/>
                  <a:pt x="39" y="12524"/>
                  <a:pt x="48" y="12544"/>
                </a:cubicBezTo>
                <a:cubicBezTo>
                  <a:pt x="56" y="12564"/>
                  <a:pt x="66" y="12582"/>
                  <a:pt x="78" y="12600"/>
                </a:cubicBezTo>
                <a:cubicBezTo>
                  <a:pt x="90" y="12618"/>
                  <a:pt x="103" y="12634"/>
                  <a:pt x="118" y="12649"/>
                </a:cubicBezTo>
                <a:cubicBezTo>
                  <a:pt x="133" y="12664"/>
                  <a:pt x="150" y="12678"/>
                  <a:pt x="167" y="12690"/>
                </a:cubicBezTo>
                <a:cubicBezTo>
                  <a:pt x="185" y="12702"/>
                  <a:pt x="204" y="12712"/>
                  <a:pt x="224" y="12720"/>
                </a:cubicBezTo>
                <a:cubicBezTo>
                  <a:pt x="243" y="12728"/>
                  <a:pt x="264" y="12734"/>
                  <a:pt x="284" y="12738"/>
                </a:cubicBezTo>
                <a:cubicBezTo>
                  <a:pt x="305" y="12742"/>
                  <a:pt x="327" y="12745"/>
                  <a:pt x="348" y="12745"/>
                </a:cubicBezTo>
                <a:lnTo>
                  <a:pt x="25187" y="12745"/>
                </a:lnTo>
                <a:cubicBezTo>
                  <a:pt x="25208" y="12745"/>
                  <a:pt x="25229" y="12742"/>
                  <a:pt x="25250" y="12738"/>
                </a:cubicBezTo>
                <a:cubicBezTo>
                  <a:pt x="25271" y="12734"/>
                  <a:pt x="25291" y="12728"/>
                  <a:pt x="25311" y="12720"/>
                </a:cubicBezTo>
                <a:cubicBezTo>
                  <a:pt x="25331" y="12712"/>
                  <a:pt x="25350" y="12702"/>
                  <a:pt x="25367" y="12690"/>
                </a:cubicBezTo>
                <a:cubicBezTo>
                  <a:pt x="25385" y="12678"/>
                  <a:pt x="25402" y="12664"/>
                  <a:pt x="25417" y="12649"/>
                </a:cubicBezTo>
                <a:cubicBezTo>
                  <a:pt x="25432" y="12634"/>
                  <a:pt x="25445" y="12618"/>
                  <a:pt x="25457" y="12600"/>
                </a:cubicBezTo>
                <a:cubicBezTo>
                  <a:pt x="25469" y="12582"/>
                  <a:pt x="25479" y="12564"/>
                  <a:pt x="25487" y="12544"/>
                </a:cubicBezTo>
                <a:cubicBezTo>
                  <a:pt x="25495" y="12524"/>
                  <a:pt x="25501" y="12504"/>
                  <a:pt x="25506" y="12483"/>
                </a:cubicBezTo>
                <a:cubicBezTo>
                  <a:pt x="25510" y="12462"/>
                  <a:pt x="25512" y="12441"/>
                  <a:pt x="25512" y="12420"/>
                </a:cubicBezTo>
                <a:lnTo>
                  <a:pt x="25512" y="348"/>
                </a:lnTo>
                <a:cubicBezTo>
                  <a:pt x="25512" y="326"/>
                  <a:pt x="25510" y="305"/>
                  <a:pt x="25506" y="284"/>
                </a:cubicBezTo>
                <a:cubicBezTo>
                  <a:pt x="25501" y="263"/>
                  <a:pt x="25495" y="243"/>
                  <a:pt x="25487" y="223"/>
                </a:cubicBezTo>
                <a:cubicBezTo>
                  <a:pt x="25479" y="204"/>
                  <a:pt x="25469" y="185"/>
                  <a:pt x="25457" y="167"/>
                </a:cubicBezTo>
                <a:cubicBezTo>
                  <a:pt x="25445" y="149"/>
                  <a:pt x="25432" y="133"/>
                  <a:pt x="25417" y="118"/>
                </a:cubicBezTo>
                <a:cubicBezTo>
                  <a:pt x="25402" y="103"/>
                  <a:pt x="25385" y="89"/>
                  <a:pt x="25367" y="78"/>
                </a:cubicBezTo>
                <a:cubicBezTo>
                  <a:pt x="25350" y="66"/>
                  <a:pt x="25331" y="56"/>
                  <a:pt x="25311" y="48"/>
                </a:cubicBezTo>
                <a:cubicBezTo>
                  <a:pt x="25291" y="39"/>
                  <a:pt x="25271" y="33"/>
                  <a:pt x="25250" y="29"/>
                </a:cubicBezTo>
                <a:cubicBezTo>
                  <a:pt x="25229" y="25"/>
                  <a:pt x="25208" y="23"/>
                  <a:pt x="25187" y="23"/>
                </a:cubicBezTo>
                <a:lnTo>
                  <a:pt x="348" y="23"/>
                </a:lnTo>
                <a:cubicBezTo>
                  <a:pt x="327" y="23"/>
                  <a:pt x="305" y="25"/>
                  <a:pt x="284" y="29"/>
                </a:cubicBezTo>
                <a:cubicBezTo>
                  <a:pt x="264" y="33"/>
                  <a:pt x="243" y="39"/>
                  <a:pt x="224" y="48"/>
                </a:cubicBezTo>
                <a:cubicBezTo>
                  <a:pt x="204" y="56"/>
                  <a:pt x="185" y="66"/>
                  <a:pt x="167" y="78"/>
                </a:cubicBezTo>
                <a:cubicBezTo>
                  <a:pt x="150" y="89"/>
                  <a:pt x="133" y="103"/>
                  <a:pt x="118" y="118"/>
                </a:cubicBezTo>
                <a:cubicBezTo>
                  <a:pt x="103" y="133"/>
                  <a:pt x="90" y="149"/>
                  <a:pt x="78" y="167"/>
                </a:cubicBezTo>
                <a:cubicBezTo>
                  <a:pt x="66" y="185"/>
                  <a:pt x="56" y="204"/>
                  <a:pt x="48" y="223"/>
                </a:cubicBezTo>
                <a:cubicBezTo>
                  <a:pt x="39" y="243"/>
                  <a:pt x="33" y="263"/>
                  <a:pt x="29" y="284"/>
                </a:cubicBezTo>
                <a:cubicBezTo>
                  <a:pt x="25" y="305"/>
                  <a:pt x="23" y="326"/>
                  <a:pt x="23" y="348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1" name="任意多邊形 240"/>
          <p:cNvSpPr/>
          <p:nvPr/>
        </p:nvSpPr>
        <p:spPr>
          <a:xfrm>
            <a:off x="1027800" y="1754640"/>
            <a:ext cx="2749680" cy="2139840"/>
          </a:xfrm>
          <a:custGeom>
            <a:avLst/>
            <a:gdLst/>
            <a:ahLst/>
            <a:cxnLst/>
            <a:rect l="0" t="0" r="r" b="b"/>
            <a:pathLst>
              <a:path w="7638" h="5944">
                <a:moveTo>
                  <a:pt x="0" y="5758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9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7452" y="0"/>
                </a:lnTo>
                <a:cubicBezTo>
                  <a:pt x="7464" y="0"/>
                  <a:pt x="7476" y="1"/>
                  <a:pt x="7488" y="4"/>
                </a:cubicBezTo>
                <a:cubicBezTo>
                  <a:pt x="7500" y="6"/>
                  <a:pt x="7512" y="10"/>
                  <a:pt x="7523" y="14"/>
                </a:cubicBezTo>
                <a:cubicBezTo>
                  <a:pt x="7534" y="19"/>
                  <a:pt x="7545" y="25"/>
                  <a:pt x="7555" y="32"/>
                </a:cubicBezTo>
                <a:cubicBezTo>
                  <a:pt x="7565" y="38"/>
                  <a:pt x="7575" y="46"/>
                  <a:pt x="7583" y="55"/>
                </a:cubicBezTo>
                <a:cubicBezTo>
                  <a:pt x="7592" y="63"/>
                  <a:pt x="7600" y="73"/>
                  <a:pt x="7607" y="83"/>
                </a:cubicBezTo>
                <a:cubicBezTo>
                  <a:pt x="7613" y="93"/>
                  <a:pt x="7619" y="104"/>
                  <a:pt x="7624" y="115"/>
                </a:cubicBezTo>
                <a:cubicBezTo>
                  <a:pt x="7628" y="126"/>
                  <a:pt x="7632" y="138"/>
                  <a:pt x="7634" y="150"/>
                </a:cubicBezTo>
                <a:cubicBezTo>
                  <a:pt x="7637" y="162"/>
                  <a:pt x="7638" y="174"/>
                  <a:pt x="7638" y="186"/>
                </a:cubicBezTo>
                <a:lnTo>
                  <a:pt x="7638" y="5758"/>
                </a:lnTo>
                <a:cubicBezTo>
                  <a:pt x="7638" y="5770"/>
                  <a:pt x="7637" y="5782"/>
                  <a:pt x="7634" y="5794"/>
                </a:cubicBezTo>
                <a:cubicBezTo>
                  <a:pt x="7632" y="5806"/>
                  <a:pt x="7628" y="5818"/>
                  <a:pt x="7624" y="5829"/>
                </a:cubicBezTo>
                <a:cubicBezTo>
                  <a:pt x="7619" y="5840"/>
                  <a:pt x="7613" y="5851"/>
                  <a:pt x="7607" y="5861"/>
                </a:cubicBezTo>
                <a:cubicBezTo>
                  <a:pt x="7600" y="5871"/>
                  <a:pt x="7592" y="5881"/>
                  <a:pt x="7583" y="5889"/>
                </a:cubicBezTo>
                <a:cubicBezTo>
                  <a:pt x="7575" y="5898"/>
                  <a:pt x="7565" y="5906"/>
                  <a:pt x="7555" y="5912"/>
                </a:cubicBezTo>
                <a:cubicBezTo>
                  <a:pt x="7545" y="5919"/>
                  <a:pt x="7534" y="5925"/>
                  <a:pt x="7523" y="5930"/>
                </a:cubicBezTo>
                <a:cubicBezTo>
                  <a:pt x="7512" y="5934"/>
                  <a:pt x="7500" y="5938"/>
                  <a:pt x="7488" y="5940"/>
                </a:cubicBezTo>
                <a:cubicBezTo>
                  <a:pt x="7476" y="5943"/>
                  <a:pt x="7464" y="5944"/>
                  <a:pt x="7452" y="5944"/>
                </a:cubicBezTo>
                <a:lnTo>
                  <a:pt x="185" y="5944"/>
                </a:lnTo>
                <a:cubicBezTo>
                  <a:pt x="173" y="5944"/>
                  <a:pt x="161" y="5943"/>
                  <a:pt x="149" y="5940"/>
                </a:cubicBezTo>
                <a:cubicBezTo>
                  <a:pt x="137" y="5938"/>
                  <a:pt x="126" y="5934"/>
                  <a:pt x="114" y="5930"/>
                </a:cubicBezTo>
                <a:cubicBezTo>
                  <a:pt x="103" y="5925"/>
                  <a:pt x="92" y="5919"/>
                  <a:pt x="82" y="5912"/>
                </a:cubicBezTo>
                <a:cubicBezTo>
                  <a:pt x="72" y="5906"/>
                  <a:pt x="63" y="5898"/>
                  <a:pt x="54" y="5889"/>
                </a:cubicBezTo>
                <a:cubicBezTo>
                  <a:pt x="45" y="5881"/>
                  <a:pt x="38" y="5871"/>
                  <a:pt x="31" y="5861"/>
                </a:cubicBezTo>
                <a:cubicBezTo>
                  <a:pt x="24" y="5851"/>
                  <a:pt x="19" y="5840"/>
                  <a:pt x="14" y="5829"/>
                </a:cubicBezTo>
                <a:cubicBezTo>
                  <a:pt x="9" y="5818"/>
                  <a:pt x="6" y="5806"/>
                  <a:pt x="3" y="5794"/>
                </a:cubicBezTo>
                <a:cubicBezTo>
                  <a:pt x="1" y="5782"/>
                  <a:pt x="0" y="5770"/>
                  <a:pt x="0" y="5758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2" name="任意多邊形 241"/>
          <p:cNvSpPr/>
          <p:nvPr/>
        </p:nvSpPr>
        <p:spPr>
          <a:xfrm>
            <a:off x="1027800" y="4061160"/>
            <a:ext cx="2749680" cy="601920"/>
          </a:xfrm>
          <a:custGeom>
            <a:avLst/>
            <a:gdLst/>
            <a:ahLst/>
            <a:cxnLst/>
            <a:rect l="0" t="0" r="r" b="b"/>
            <a:pathLst>
              <a:path w="7638" h="1672">
                <a:moveTo>
                  <a:pt x="0" y="1487"/>
                </a:moveTo>
                <a:lnTo>
                  <a:pt x="0" y="186"/>
                </a:lnTo>
                <a:cubicBezTo>
                  <a:pt x="0" y="174"/>
                  <a:pt x="1" y="161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9" y="103"/>
                  <a:pt x="24" y="93"/>
                  <a:pt x="31" y="83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7452" y="0"/>
                </a:lnTo>
                <a:cubicBezTo>
                  <a:pt x="7464" y="0"/>
                  <a:pt x="7476" y="1"/>
                  <a:pt x="7488" y="4"/>
                </a:cubicBezTo>
                <a:cubicBezTo>
                  <a:pt x="7500" y="6"/>
                  <a:pt x="7512" y="10"/>
                  <a:pt x="7523" y="14"/>
                </a:cubicBezTo>
                <a:cubicBezTo>
                  <a:pt x="7534" y="19"/>
                  <a:pt x="7545" y="25"/>
                  <a:pt x="7555" y="31"/>
                </a:cubicBezTo>
                <a:cubicBezTo>
                  <a:pt x="7565" y="38"/>
                  <a:pt x="7575" y="46"/>
                  <a:pt x="7583" y="54"/>
                </a:cubicBezTo>
                <a:cubicBezTo>
                  <a:pt x="7592" y="63"/>
                  <a:pt x="7600" y="72"/>
                  <a:pt x="7607" y="83"/>
                </a:cubicBezTo>
                <a:cubicBezTo>
                  <a:pt x="7613" y="93"/>
                  <a:pt x="7619" y="103"/>
                  <a:pt x="7624" y="115"/>
                </a:cubicBezTo>
                <a:cubicBezTo>
                  <a:pt x="7628" y="126"/>
                  <a:pt x="7632" y="138"/>
                  <a:pt x="7634" y="150"/>
                </a:cubicBezTo>
                <a:cubicBezTo>
                  <a:pt x="7637" y="161"/>
                  <a:pt x="7638" y="174"/>
                  <a:pt x="7638" y="186"/>
                </a:cubicBezTo>
                <a:lnTo>
                  <a:pt x="7638" y="1487"/>
                </a:lnTo>
                <a:cubicBezTo>
                  <a:pt x="7638" y="1499"/>
                  <a:pt x="7637" y="1511"/>
                  <a:pt x="7634" y="1523"/>
                </a:cubicBezTo>
                <a:cubicBezTo>
                  <a:pt x="7632" y="1535"/>
                  <a:pt x="7628" y="1546"/>
                  <a:pt x="7624" y="1558"/>
                </a:cubicBezTo>
                <a:cubicBezTo>
                  <a:pt x="7619" y="1569"/>
                  <a:pt x="7613" y="1580"/>
                  <a:pt x="7607" y="1590"/>
                </a:cubicBezTo>
                <a:cubicBezTo>
                  <a:pt x="7600" y="1600"/>
                  <a:pt x="7592" y="1609"/>
                  <a:pt x="7583" y="1618"/>
                </a:cubicBezTo>
                <a:cubicBezTo>
                  <a:pt x="7575" y="1627"/>
                  <a:pt x="7565" y="1634"/>
                  <a:pt x="7555" y="1641"/>
                </a:cubicBezTo>
                <a:cubicBezTo>
                  <a:pt x="7545" y="1648"/>
                  <a:pt x="7534" y="1654"/>
                  <a:pt x="7523" y="1658"/>
                </a:cubicBezTo>
                <a:cubicBezTo>
                  <a:pt x="7512" y="1663"/>
                  <a:pt x="7500" y="1666"/>
                  <a:pt x="7488" y="1669"/>
                </a:cubicBezTo>
                <a:cubicBezTo>
                  <a:pt x="7476" y="1671"/>
                  <a:pt x="7464" y="1672"/>
                  <a:pt x="7452" y="1672"/>
                </a:cubicBezTo>
                <a:lnTo>
                  <a:pt x="185" y="1672"/>
                </a:lnTo>
                <a:cubicBezTo>
                  <a:pt x="173" y="1672"/>
                  <a:pt x="161" y="1671"/>
                  <a:pt x="149" y="1669"/>
                </a:cubicBezTo>
                <a:cubicBezTo>
                  <a:pt x="137" y="1666"/>
                  <a:pt x="126" y="1663"/>
                  <a:pt x="114" y="1658"/>
                </a:cubicBezTo>
                <a:cubicBezTo>
                  <a:pt x="103" y="1654"/>
                  <a:pt x="92" y="1648"/>
                  <a:pt x="82" y="1641"/>
                </a:cubicBezTo>
                <a:cubicBezTo>
                  <a:pt x="72" y="1634"/>
                  <a:pt x="63" y="1627"/>
                  <a:pt x="54" y="1618"/>
                </a:cubicBezTo>
                <a:cubicBezTo>
                  <a:pt x="45" y="1609"/>
                  <a:pt x="38" y="1600"/>
                  <a:pt x="31" y="1590"/>
                </a:cubicBezTo>
                <a:cubicBezTo>
                  <a:pt x="24" y="1580"/>
                  <a:pt x="19" y="1569"/>
                  <a:pt x="14" y="1558"/>
                </a:cubicBezTo>
                <a:cubicBezTo>
                  <a:pt x="9" y="1546"/>
                  <a:pt x="6" y="1535"/>
                  <a:pt x="3" y="1523"/>
                </a:cubicBezTo>
                <a:cubicBezTo>
                  <a:pt x="1" y="1511"/>
                  <a:pt x="0" y="1499"/>
                  <a:pt x="0" y="1487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3" name="任意多邊形 242"/>
          <p:cNvSpPr/>
          <p:nvPr/>
        </p:nvSpPr>
        <p:spPr>
          <a:xfrm>
            <a:off x="1027800" y="1220040"/>
            <a:ext cx="401400" cy="401400"/>
          </a:xfrm>
          <a:custGeom>
            <a:avLst/>
            <a:gdLst/>
            <a:ahLst/>
            <a:cxnLst/>
            <a:rect l="0" t="0" r="r" b="b"/>
            <a:pathLst>
              <a:path w="1115" h="1115">
                <a:moveTo>
                  <a:pt x="42" y="344"/>
                </a:moveTo>
                <a:cubicBezTo>
                  <a:pt x="70" y="275"/>
                  <a:pt x="111" y="215"/>
                  <a:pt x="163" y="163"/>
                </a:cubicBezTo>
                <a:cubicBezTo>
                  <a:pt x="215" y="111"/>
                  <a:pt x="275" y="70"/>
                  <a:pt x="344" y="42"/>
                </a:cubicBezTo>
                <a:cubicBezTo>
                  <a:pt x="412" y="14"/>
                  <a:pt x="483" y="0"/>
                  <a:pt x="557" y="0"/>
                </a:cubicBezTo>
                <a:cubicBezTo>
                  <a:pt x="631" y="0"/>
                  <a:pt x="702" y="14"/>
                  <a:pt x="770" y="42"/>
                </a:cubicBezTo>
                <a:cubicBezTo>
                  <a:pt x="838" y="70"/>
                  <a:pt x="899" y="111"/>
                  <a:pt x="951" y="163"/>
                </a:cubicBezTo>
                <a:cubicBezTo>
                  <a:pt x="1003" y="215"/>
                  <a:pt x="1043" y="275"/>
                  <a:pt x="1073" y="344"/>
                </a:cubicBezTo>
                <a:cubicBezTo>
                  <a:pt x="1101" y="412"/>
                  <a:pt x="1115" y="483"/>
                  <a:pt x="1115" y="558"/>
                </a:cubicBezTo>
                <a:cubicBezTo>
                  <a:pt x="1115" y="632"/>
                  <a:pt x="1101" y="703"/>
                  <a:pt x="1073" y="771"/>
                </a:cubicBezTo>
                <a:cubicBezTo>
                  <a:pt x="1043" y="839"/>
                  <a:pt x="1003" y="899"/>
                  <a:pt x="951" y="952"/>
                </a:cubicBezTo>
                <a:cubicBezTo>
                  <a:pt x="899" y="1004"/>
                  <a:pt x="838" y="1044"/>
                  <a:pt x="770" y="1072"/>
                </a:cubicBezTo>
                <a:cubicBezTo>
                  <a:pt x="702" y="1101"/>
                  <a:pt x="631" y="1115"/>
                  <a:pt x="557" y="1115"/>
                </a:cubicBezTo>
                <a:cubicBezTo>
                  <a:pt x="483" y="1115"/>
                  <a:pt x="412" y="1101"/>
                  <a:pt x="344" y="1072"/>
                </a:cubicBezTo>
                <a:cubicBezTo>
                  <a:pt x="275" y="1044"/>
                  <a:pt x="215" y="1004"/>
                  <a:pt x="163" y="952"/>
                </a:cubicBezTo>
                <a:cubicBezTo>
                  <a:pt x="111" y="899"/>
                  <a:pt x="70" y="839"/>
                  <a:pt x="42" y="771"/>
                </a:cubicBezTo>
                <a:cubicBezTo>
                  <a:pt x="14" y="703"/>
                  <a:pt x="0" y="632"/>
                  <a:pt x="0" y="558"/>
                </a:cubicBezTo>
                <a:cubicBezTo>
                  <a:pt x="0" y="483"/>
                  <a:pt x="14" y="412"/>
                  <a:pt x="42" y="344"/>
                </a:cubicBezTo>
                <a:close/>
              </a:path>
            </a:pathLst>
          </a:custGeom>
          <a:solidFill>
            <a:srgbClr val="4CD137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4" name="任意多邊形 243"/>
          <p:cNvSpPr/>
          <p:nvPr/>
        </p:nvSpPr>
        <p:spPr>
          <a:xfrm>
            <a:off x="1027800" y="1220040"/>
            <a:ext cx="401400" cy="401400"/>
          </a:xfrm>
          <a:custGeom>
            <a:avLst/>
            <a:gdLst/>
            <a:ahLst/>
            <a:cxnLst/>
            <a:rect l="0" t="0" r="r" b="b"/>
            <a:pathLst>
              <a:path w="1115" h="1115">
                <a:moveTo>
                  <a:pt x="0" y="558"/>
                </a:moveTo>
                <a:cubicBezTo>
                  <a:pt x="0" y="483"/>
                  <a:pt x="14" y="412"/>
                  <a:pt x="42" y="344"/>
                </a:cubicBezTo>
                <a:cubicBezTo>
                  <a:pt x="70" y="275"/>
                  <a:pt x="111" y="215"/>
                  <a:pt x="163" y="163"/>
                </a:cubicBezTo>
                <a:cubicBezTo>
                  <a:pt x="215" y="111"/>
                  <a:pt x="275" y="70"/>
                  <a:pt x="344" y="42"/>
                </a:cubicBezTo>
                <a:cubicBezTo>
                  <a:pt x="412" y="14"/>
                  <a:pt x="483" y="0"/>
                  <a:pt x="557" y="0"/>
                </a:cubicBezTo>
                <a:cubicBezTo>
                  <a:pt x="631" y="0"/>
                  <a:pt x="702" y="14"/>
                  <a:pt x="770" y="42"/>
                </a:cubicBezTo>
                <a:cubicBezTo>
                  <a:pt x="838" y="70"/>
                  <a:pt x="899" y="111"/>
                  <a:pt x="951" y="163"/>
                </a:cubicBezTo>
                <a:cubicBezTo>
                  <a:pt x="1003" y="215"/>
                  <a:pt x="1043" y="275"/>
                  <a:pt x="1073" y="344"/>
                </a:cubicBezTo>
                <a:cubicBezTo>
                  <a:pt x="1101" y="412"/>
                  <a:pt x="1115" y="483"/>
                  <a:pt x="1115" y="558"/>
                </a:cubicBezTo>
                <a:cubicBezTo>
                  <a:pt x="1115" y="632"/>
                  <a:pt x="1101" y="703"/>
                  <a:pt x="1073" y="771"/>
                </a:cubicBezTo>
                <a:cubicBezTo>
                  <a:pt x="1043" y="839"/>
                  <a:pt x="1003" y="899"/>
                  <a:pt x="951" y="952"/>
                </a:cubicBezTo>
                <a:cubicBezTo>
                  <a:pt x="899" y="1004"/>
                  <a:pt x="838" y="1044"/>
                  <a:pt x="770" y="1072"/>
                </a:cubicBezTo>
                <a:cubicBezTo>
                  <a:pt x="702" y="1101"/>
                  <a:pt x="631" y="1115"/>
                  <a:pt x="557" y="1115"/>
                </a:cubicBezTo>
                <a:cubicBezTo>
                  <a:pt x="483" y="1115"/>
                  <a:pt x="412" y="1101"/>
                  <a:pt x="344" y="1072"/>
                </a:cubicBezTo>
                <a:cubicBezTo>
                  <a:pt x="275" y="1044"/>
                  <a:pt x="215" y="1004"/>
                  <a:pt x="163" y="952"/>
                </a:cubicBezTo>
                <a:cubicBezTo>
                  <a:pt x="111" y="899"/>
                  <a:pt x="70" y="839"/>
                  <a:pt x="42" y="771"/>
                </a:cubicBezTo>
                <a:cubicBezTo>
                  <a:pt x="14" y="703"/>
                  <a:pt x="0" y="632"/>
                  <a:pt x="0" y="558"/>
                </a:cubicBezTo>
                <a:moveTo>
                  <a:pt x="557" y="23"/>
                </a:moveTo>
                <a:cubicBezTo>
                  <a:pt x="522" y="23"/>
                  <a:pt x="487" y="26"/>
                  <a:pt x="453" y="33"/>
                </a:cubicBezTo>
                <a:cubicBezTo>
                  <a:pt x="418" y="40"/>
                  <a:pt x="385" y="50"/>
                  <a:pt x="353" y="63"/>
                </a:cubicBezTo>
                <a:cubicBezTo>
                  <a:pt x="320" y="77"/>
                  <a:pt x="289" y="93"/>
                  <a:pt x="260" y="113"/>
                </a:cubicBezTo>
                <a:cubicBezTo>
                  <a:pt x="231" y="132"/>
                  <a:pt x="204" y="154"/>
                  <a:pt x="179" y="179"/>
                </a:cubicBezTo>
                <a:cubicBezTo>
                  <a:pt x="155" y="204"/>
                  <a:pt x="132" y="231"/>
                  <a:pt x="113" y="260"/>
                </a:cubicBezTo>
                <a:cubicBezTo>
                  <a:pt x="93" y="289"/>
                  <a:pt x="77" y="320"/>
                  <a:pt x="64" y="352"/>
                </a:cubicBezTo>
                <a:cubicBezTo>
                  <a:pt x="50" y="385"/>
                  <a:pt x="40" y="418"/>
                  <a:pt x="33" y="453"/>
                </a:cubicBezTo>
                <a:cubicBezTo>
                  <a:pt x="26" y="487"/>
                  <a:pt x="23" y="523"/>
                  <a:pt x="23" y="558"/>
                </a:cubicBezTo>
                <a:cubicBezTo>
                  <a:pt x="23" y="593"/>
                  <a:pt x="26" y="627"/>
                  <a:pt x="33" y="662"/>
                </a:cubicBezTo>
                <a:cubicBezTo>
                  <a:pt x="40" y="696"/>
                  <a:pt x="50" y="730"/>
                  <a:pt x="64" y="762"/>
                </a:cubicBezTo>
                <a:cubicBezTo>
                  <a:pt x="77" y="794"/>
                  <a:pt x="93" y="825"/>
                  <a:pt x="113" y="854"/>
                </a:cubicBezTo>
                <a:cubicBezTo>
                  <a:pt x="132" y="883"/>
                  <a:pt x="155" y="910"/>
                  <a:pt x="179" y="935"/>
                </a:cubicBezTo>
                <a:cubicBezTo>
                  <a:pt x="204" y="960"/>
                  <a:pt x="231" y="982"/>
                  <a:pt x="260" y="1002"/>
                </a:cubicBezTo>
                <a:cubicBezTo>
                  <a:pt x="289" y="1021"/>
                  <a:pt x="320" y="1038"/>
                  <a:pt x="353" y="1051"/>
                </a:cubicBezTo>
                <a:cubicBezTo>
                  <a:pt x="385" y="1064"/>
                  <a:pt x="418" y="1075"/>
                  <a:pt x="453" y="1081"/>
                </a:cubicBezTo>
                <a:cubicBezTo>
                  <a:pt x="487" y="1088"/>
                  <a:pt x="522" y="1092"/>
                  <a:pt x="557" y="1092"/>
                </a:cubicBezTo>
                <a:cubicBezTo>
                  <a:pt x="592" y="1092"/>
                  <a:pt x="627" y="1088"/>
                  <a:pt x="661" y="1081"/>
                </a:cubicBezTo>
                <a:cubicBezTo>
                  <a:pt x="695" y="1075"/>
                  <a:pt x="729" y="1064"/>
                  <a:pt x="761" y="1051"/>
                </a:cubicBezTo>
                <a:cubicBezTo>
                  <a:pt x="794" y="1038"/>
                  <a:pt x="824" y="1021"/>
                  <a:pt x="853" y="1002"/>
                </a:cubicBezTo>
                <a:cubicBezTo>
                  <a:pt x="883" y="982"/>
                  <a:pt x="910" y="960"/>
                  <a:pt x="934" y="935"/>
                </a:cubicBezTo>
                <a:cubicBezTo>
                  <a:pt x="959" y="910"/>
                  <a:pt x="981" y="883"/>
                  <a:pt x="1001" y="854"/>
                </a:cubicBezTo>
                <a:cubicBezTo>
                  <a:pt x="1020" y="825"/>
                  <a:pt x="1037" y="794"/>
                  <a:pt x="1051" y="762"/>
                </a:cubicBezTo>
                <a:cubicBezTo>
                  <a:pt x="1064" y="730"/>
                  <a:pt x="1075" y="696"/>
                  <a:pt x="1081" y="662"/>
                </a:cubicBezTo>
                <a:cubicBezTo>
                  <a:pt x="1088" y="627"/>
                  <a:pt x="1092" y="593"/>
                  <a:pt x="1092" y="558"/>
                </a:cubicBezTo>
                <a:cubicBezTo>
                  <a:pt x="1092" y="523"/>
                  <a:pt x="1088" y="487"/>
                  <a:pt x="1081" y="453"/>
                </a:cubicBezTo>
                <a:cubicBezTo>
                  <a:pt x="1075" y="418"/>
                  <a:pt x="1064" y="385"/>
                  <a:pt x="1051" y="352"/>
                </a:cubicBezTo>
                <a:cubicBezTo>
                  <a:pt x="1037" y="320"/>
                  <a:pt x="1020" y="289"/>
                  <a:pt x="1001" y="260"/>
                </a:cubicBezTo>
                <a:cubicBezTo>
                  <a:pt x="981" y="231"/>
                  <a:pt x="959" y="204"/>
                  <a:pt x="934" y="179"/>
                </a:cubicBezTo>
                <a:cubicBezTo>
                  <a:pt x="910" y="154"/>
                  <a:pt x="883" y="132"/>
                  <a:pt x="853" y="113"/>
                </a:cubicBezTo>
                <a:cubicBezTo>
                  <a:pt x="824" y="93"/>
                  <a:pt x="794" y="77"/>
                  <a:pt x="761" y="63"/>
                </a:cubicBezTo>
                <a:cubicBezTo>
                  <a:pt x="729" y="50"/>
                  <a:pt x="695" y="40"/>
                  <a:pt x="661" y="33"/>
                </a:cubicBezTo>
                <a:cubicBezTo>
                  <a:pt x="627" y="26"/>
                  <a:pt x="592" y="23"/>
                  <a:pt x="557" y="23"/>
                </a:cubicBezTo>
                <a:close/>
              </a:path>
            </a:pathLst>
          </a:custGeom>
          <a:solidFill>
            <a:srgbClr val="4CD137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5" name="文字框 244"/>
          <p:cNvSpPr txBox="1"/>
          <p:nvPr/>
        </p:nvSpPr>
        <p:spPr>
          <a:xfrm>
            <a:off x="2814120" y="312120"/>
            <a:ext cx="601200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37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详解</a:t>
            </a:r>
            <a:endParaRPr lang="en-US" sz="23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246" name="圖片 245"/>
          <p:cNvPicPr/>
          <p:nvPr/>
        </p:nvPicPr>
        <p:blipFill>
          <a:blip r:embed="rId2"/>
          <a:stretch>
            <a:fillRect/>
          </a:stretch>
        </p:blipFill>
        <p:spPr>
          <a:xfrm>
            <a:off x="1194840" y="195552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7" name="文字框 246"/>
          <p:cNvSpPr txBox="1"/>
          <p:nvPr/>
        </p:nvSpPr>
        <p:spPr>
          <a:xfrm>
            <a:off x="1529280" y="1294200"/>
            <a:ext cx="14090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发行与赎回机制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8" name="文字框 247"/>
          <p:cNvSpPr txBox="1"/>
          <p:nvPr/>
        </p:nvSpPr>
        <p:spPr>
          <a:xfrm>
            <a:off x="1428840" y="1935360"/>
            <a:ext cx="5374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由</a:t>
            </a:r>
            <a:r>
              <a:rPr lang="zh-CN" sz="1050" b="0" u="none" strike="noStrike">
                <a:solidFill>
                  <a:srgbClr val="4CD137"/>
                </a:solidFill>
                <a:effectLst/>
                <a:uFillTx/>
                <a:latin typeface="WenQuanYiZenHei"/>
                <a:ea typeface="WenQuanYiZenHei"/>
              </a:rPr>
              <a:t>香港</a:t>
            </a:r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9" name="文字框 248"/>
          <p:cNvSpPr txBox="1"/>
          <p:nvPr/>
        </p:nvSpPr>
        <p:spPr>
          <a:xfrm>
            <a:off x="1963800" y="1940040"/>
            <a:ext cx="3992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iFinex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0" name="文字框 249"/>
          <p:cNvSpPr txBox="1"/>
          <p:nvPr/>
        </p:nvSpPr>
        <p:spPr>
          <a:xfrm>
            <a:off x="2349000" y="1935360"/>
            <a:ext cx="537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公司旗下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1" name="文字框 250"/>
          <p:cNvSpPr txBox="1"/>
          <p:nvPr/>
        </p:nvSpPr>
        <p:spPr>
          <a:xfrm>
            <a:off x="2883960" y="1940040"/>
            <a:ext cx="4402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Tether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2" name="文字框 251"/>
          <p:cNvSpPr txBox="1"/>
          <p:nvPr/>
        </p:nvSpPr>
        <p:spPr>
          <a:xfrm>
            <a:off x="1428840" y="2140560"/>
            <a:ext cx="5007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Limited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253" name="圖片 252"/>
          <p:cNvPicPr/>
          <p:nvPr/>
        </p:nvPicPr>
        <p:blipFill>
          <a:blip r:embed="rId2"/>
          <a:stretch>
            <a:fillRect/>
          </a:stretch>
        </p:blipFill>
        <p:spPr>
          <a:xfrm>
            <a:off x="1194840" y="249012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4" name="文字框 253"/>
          <p:cNvSpPr txBox="1"/>
          <p:nvPr/>
        </p:nvSpPr>
        <p:spPr>
          <a:xfrm>
            <a:off x="1927440" y="2135880"/>
            <a:ext cx="268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发行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5" name="文字框 254"/>
          <p:cNvSpPr txBox="1"/>
          <p:nvPr/>
        </p:nvSpPr>
        <p:spPr>
          <a:xfrm>
            <a:off x="1428840" y="2470320"/>
            <a:ext cx="6714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通过与美元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6" name="文字框 255"/>
          <p:cNvSpPr txBox="1"/>
          <p:nvPr/>
        </p:nvSpPr>
        <p:spPr>
          <a:xfrm>
            <a:off x="2097360" y="2475000"/>
            <a:ext cx="2408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1" u="none" strike="noStrike">
                <a:solidFill>
                  <a:srgbClr val="4CD137"/>
                </a:solidFill>
                <a:effectLst/>
                <a:uFillTx/>
                <a:latin typeface="DejaVuSans"/>
                <a:ea typeface="DejaVuSans"/>
              </a:rPr>
              <a:t>1:1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257" name="圖片 256"/>
          <p:cNvPicPr/>
          <p:nvPr/>
        </p:nvPicPr>
        <p:blipFill>
          <a:blip r:embed="rId2"/>
          <a:stretch>
            <a:fillRect/>
          </a:stretch>
        </p:blipFill>
        <p:spPr>
          <a:xfrm>
            <a:off x="1194840" y="282456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文字框 257"/>
          <p:cNvSpPr txBox="1"/>
          <p:nvPr/>
        </p:nvSpPr>
        <p:spPr>
          <a:xfrm>
            <a:off x="2337120" y="2470320"/>
            <a:ext cx="10735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CD137"/>
                </a:solidFill>
                <a:effectLst/>
                <a:uFillTx/>
                <a:latin typeface="WenQuanYiZenHei"/>
                <a:ea typeface="WenQuanYiZenHei"/>
              </a:rPr>
              <a:t>挂钩</a:t>
            </a:r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维持价值稳定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9" name="文字框 258"/>
          <p:cNvSpPr txBox="1"/>
          <p:nvPr/>
        </p:nvSpPr>
        <p:spPr>
          <a:xfrm>
            <a:off x="1428840" y="2804400"/>
            <a:ext cx="20124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授权用户将法定货币存入储备账户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0" name="文字框 259"/>
          <p:cNvSpPr txBox="1"/>
          <p:nvPr/>
        </p:nvSpPr>
        <p:spPr>
          <a:xfrm>
            <a:off x="1428840" y="3004920"/>
            <a:ext cx="8053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时，发行相应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261" name="圖片 260"/>
          <p:cNvPicPr/>
          <p:nvPr/>
        </p:nvPicPr>
        <p:blipFill>
          <a:blip r:embed="rId2"/>
          <a:stretch>
            <a:fillRect/>
          </a:stretch>
        </p:blipFill>
        <p:spPr>
          <a:xfrm>
            <a:off x="1194840" y="335952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2" name="文字框 261"/>
          <p:cNvSpPr txBox="1"/>
          <p:nvPr/>
        </p:nvSpPr>
        <p:spPr>
          <a:xfrm>
            <a:off x="2231280" y="3009600"/>
            <a:ext cx="369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USDT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3" name="文字框 262"/>
          <p:cNvSpPr txBox="1"/>
          <p:nvPr/>
        </p:nvSpPr>
        <p:spPr>
          <a:xfrm>
            <a:off x="1428840" y="3339360"/>
            <a:ext cx="537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用户可将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4" name="文字框 263"/>
          <p:cNvSpPr txBox="1"/>
          <p:nvPr/>
        </p:nvSpPr>
        <p:spPr>
          <a:xfrm>
            <a:off x="1963800" y="3344040"/>
            <a:ext cx="369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USDT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5" name="文字框 264"/>
          <p:cNvSpPr txBox="1"/>
          <p:nvPr/>
        </p:nvSpPr>
        <p:spPr>
          <a:xfrm>
            <a:off x="2331360" y="3339360"/>
            <a:ext cx="12078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兑换回法定货币，此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266" name="圖片 265"/>
          <p:cNvPicPr/>
          <p:nvPr/>
        </p:nvPicPr>
        <p:blipFill>
          <a:blip r:embed="rId3"/>
          <a:stretch>
            <a:fillRect/>
          </a:stretch>
        </p:blipFill>
        <p:spPr>
          <a:xfrm>
            <a:off x="1161720" y="4220280"/>
            <a:ext cx="11664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7" name="文字框 266"/>
          <p:cNvSpPr txBox="1"/>
          <p:nvPr/>
        </p:nvSpPr>
        <p:spPr>
          <a:xfrm>
            <a:off x="1428840" y="3539880"/>
            <a:ext cx="9396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时销毁相应代币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8" name="文字框 267"/>
          <p:cNvSpPr txBox="1"/>
          <p:nvPr/>
        </p:nvSpPr>
        <p:spPr>
          <a:xfrm>
            <a:off x="1372680" y="4212000"/>
            <a:ext cx="369720" cy="14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USDT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9" name="文字框 268"/>
          <p:cNvSpPr txBox="1"/>
          <p:nvPr/>
        </p:nvSpPr>
        <p:spPr>
          <a:xfrm>
            <a:off x="1732320" y="4207680"/>
            <a:ext cx="192708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是加密货币市场中最主要的交易媒介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0" name="任意多邊形 269"/>
          <p:cNvSpPr/>
          <p:nvPr/>
        </p:nvSpPr>
        <p:spPr>
          <a:xfrm>
            <a:off x="3977640" y="1754640"/>
            <a:ext cx="2741400" cy="2139840"/>
          </a:xfrm>
          <a:custGeom>
            <a:avLst/>
            <a:gdLst/>
            <a:ahLst/>
            <a:cxnLst/>
            <a:rect l="0" t="0" r="r" b="b"/>
            <a:pathLst>
              <a:path w="7615" h="5944">
                <a:moveTo>
                  <a:pt x="0" y="5758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9" y="104"/>
                  <a:pt x="24" y="93"/>
                  <a:pt x="31" y="83"/>
                </a:cubicBezTo>
                <a:cubicBezTo>
                  <a:pt x="38" y="73"/>
                  <a:pt x="46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3" y="25"/>
                  <a:pt x="103" y="19"/>
                  <a:pt x="115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6" y="0"/>
                </a:cubicBezTo>
                <a:lnTo>
                  <a:pt x="7429" y="0"/>
                </a:lnTo>
                <a:cubicBezTo>
                  <a:pt x="7441" y="0"/>
                  <a:pt x="7453" y="1"/>
                  <a:pt x="7465" y="4"/>
                </a:cubicBezTo>
                <a:cubicBezTo>
                  <a:pt x="7477" y="6"/>
                  <a:pt x="7489" y="10"/>
                  <a:pt x="7500" y="14"/>
                </a:cubicBezTo>
                <a:cubicBezTo>
                  <a:pt x="7511" y="19"/>
                  <a:pt x="7522" y="25"/>
                  <a:pt x="7532" y="32"/>
                </a:cubicBezTo>
                <a:cubicBezTo>
                  <a:pt x="7542" y="38"/>
                  <a:pt x="7552" y="46"/>
                  <a:pt x="7560" y="55"/>
                </a:cubicBezTo>
                <a:cubicBezTo>
                  <a:pt x="7569" y="63"/>
                  <a:pt x="7577" y="73"/>
                  <a:pt x="7583" y="83"/>
                </a:cubicBezTo>
                <a:cubicBezTo>
                  <a:pt x="7590" y="93"/>
                  <a:pt x="7596" y="104"/>
                  <a:pt x="7601" y="115"/>
                </a:cubicBezTo>
                <a:cubicBezTo>
                  <a:pt x="7605" y="126"/>
                  <a:pt x="7609" y="138"/>
                  <a:pt x="7611" y="150"/>
                </a:cubicBezTo>
                <a:cubicBezTo>
                  <a:pt x="7614" y="162"/>
                  <a:pt x="7615" y="174"/>
                  <a:pt x="7615" y="186"/>
                </a:cubicBezTo>
                <a:lnTo>
                  <a:pt x="7615" y="5758"/>
                </a:lnTo>
                <a:cubicBezTo>
                  <a:pt x="7615" y="5770"/>
                  <a:pt x="7614" y="5782"/>
                  <a:pt x="7611" y="5794"/>
                </a:cubicBezTo>
                <a:cubicBezTo>
                  <a:pt x="7609" y="5806"/>
                  <a:pt x="7605" y="5818"/>
                  <a:pt x="7601" y="5829"/>
                </a:cubicBezTo>
                <a:cubicBezTo>
                  <a:pt x="7596" y="5840"/>
                  <a:pt x="7590" y="5851"/>
                  <a:pt x="7583" y="5861"/>
                </a:cubicBezTo>
                <a:cubicBezTo>
                  <a:pt x="7577" y="5871"/>
                  <a:pt x="7569" y="5881"/>
                  <a:pt x="7560" y="5889"/>
                </a:cubicBezTo>
                <a:cubicBezTo>
                  <a:pt x="7552" y="5898"/>
                  <a:pt x="7542" y="5906"/>
                  <a:pt x="7532" y="5912"/>
                </a:cubicBezTo>
                <a:cubicBezTo>
                  <a:pt x="7522" y="5919"/>
                  <a:pt x="7511" y="5925"/>
                  <a:pt x="7500" y="5930"/>
                </a:cubicBezTo>
                <a:cubicBezTo>
                  <a:pt x="7489" y="5934"/>
                  <a:pt x="7477" y="5938"/>
                  <a:pt x="7465" y="5940"/>
                </a:cubicBezTo>
                <a:cubicBezTo>
                  <a:pt x="7453" y="5943"/>
                  <a:pt x="7441" y="5944"/>
                  <a:pt x="7429" y="5944"/>
                </a:cubicBezTo>
                <a:lnTo>
                  <a:pt x="186" y="5944"/>
                </a:lnTo>
                <a:cubicBezTo>
                  <a:pt x="173" y="5944"/>
                  <a:pt x="161" y="5943"/>
                  <a:pt x="149" y="5940"/>
                </a:cubicBezTo>
                <a:cubicBezTo>
                  <a:pt x="137" y="5938"/>
                  <a:pt x="126" y="5934"/>
                  <a:pt x="115" y="5930"/>
                </a:cubicBezTo>
                <a:cubicBezTo>
                  <a:pt x="103" y="5925"/>
                  <a:pt x="93" y="5919"/>
                  <a:pt x="82" y="5912"/>
                </a:cubicBezTo>
                <a:cubicBezTo>
                  <a:pt x="72" y="5906"/>
                  <a:pt x="63" y="5898"/>
                  <a:pt x="54" y="5889"/>
                </a:cubicBezTo>
                <a:cubicBezTo>
                  <a:pt x="46" y="5881"/>
                  <a:pt x="38" y="5871"/>
                  <a:pt x="31" y="5861"/>
                </a:cubicBezTo>
                <a:cubicBezTo>
                  <a:pt x="24" y="5851"/>
                  <a:pt x="19" y="5840"/>
                  <a:pt x="14" y="5829"/>
                </a:cubicBezTo>
                <a:cubicBezTo>
                  <a:pt x="9" y="5818"/>
                  <a:pt x="6" y="5806"/>
                  <a:pt x="3" y="5794"/>
                </a:cubicBezTo>
                <a:cubicBezTo>
                  <a:pt x="1" y="5782"/>
                  <a:pt x="0" y="5770"/>
                  <a:pt x="0" y="5758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1" name="任意多邊形 270"/>
          <p:cNvSpPr/>
          <p:nvPr/>
        </p:nvSpPr>
        <p:spPr>
          <a:xfrm>
            <a:off x="3977640" y="4061160"/>
            <a:ext cx="2741400" cy="601920"/>
          </a:xfrm>
          <a:custGeom>
            <a:avLst/>
            <a:gdLst/>
            <a:ahLst/>
            <a:cxnLst/>
            <a:rect l="0" t="0" r="r" b="b"/>
            <a:pathLst>
              <a:path w="7615" h="1672">
                <a:moveTo>
                  <a:pt x="0" y="1487"/>
                </a:moveTo>
                <a:lnTo>
                  <a:pt x="0" y="186"/>
                </a:lnTo>
                <a:cubicBezTo>
                  <a:pt x="0" y="174"/>
                  <a:pt x="1" y="161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9" y="103"/>
                  <a:pt x="24" y="93"/>
                  <a:pt x="31" y="83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3" y="25"/>
                  <a:pt x="103" y="19"/>
                  <a:pt x="115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6" y="0"/>
                </a:cubicBezTo>
                <a:lnTo>
                  <a:pt x="7429" y="0"/>
                </a:lnTo>
                <a:cubicBezTo>
                  <a:pt x="7441" y="0"/>
                  <a:pt x="7453" y="1"/>
                  <a:pt x="7465" y="4"/>
                </a:cubicBezTo>
                <a:cubicBezTo>
                  <a:pt x="7477" y="6"/>
                  <a:pt x="7489" y="10"/>
                  <a:pt x="7500" y="14"/>
                </a:cubicBezTo>
                <a:cubicBezTo>
                  <a:pt x="7511" y="19"/>
                  <a:pt x="7522" y="25"/>
                  <a:pt x="7532" y="31"/>
                </a:cubicBezTo>
                <a:cubicBezTo>
                  <a:pt x="7542" y="38"/>
                  <a:pt x="7552" y="46"/>
                  <a:pt x="7560" y="54"/>
                </a:cubicBezTo>
                <a:cubicBezTo>
                  <a:pt x="7569" y="63"/>
                  <a:pt x="7577" y="72"/>
                  <a:pt x="7583" y="83"/>
                </a:cubicBezTo>
                <a:cubicBezTo>
                  <a:pt x="7590" y="93"/>
                  <a:pt x="7596" y="103"/>
                  <a:pt x="7601" y="115"/>
                </a:cubicBezTo>
                <a:cubicBezTo>
                  <a:pt x="7605" y="126"/>
                  <a:pt x="7609" y="138"/>
                  <a:pt x="7611" y="150"/>
                </a:cubicBezTo>
                <a:cubicBezTo>
                  <a:pt x="7614" y="161"/>
                  <a:pt x="7615" y="174"/>
                  <a:pt x="7615" y="186"/>
                </a:cubicBezTo>
                <a:lnTo>
                  <a:pt x="7615" y="1487"/>
                </a:lnTo>
                <a:cubicBezTo>
                  <a:pt x="7615" y="1499"/>
                  <a:pt x="7614" y="1511"/>
                  <a:pt x="7611" y="1523"/>
                </a:cubicBezTo>
                <a:cubicBezTo>
                  <a:pt x="7609" y="1535"/>
                  <a:pt x="7605" y="1546"/>
                  <a:pt x="7601" y="1558"/>
                </a:cubicBezTo>
                <a:cubicBezTo>
                  <a:pt x="7596" y="1569"/>
                  <a:pt x="7590" y="1580"/>
                  <a:pt x="7583" y="1590"/>
                </a:cubicBezTo>
                <a:cubicBezTo>
                  <a:pt x="7577" y="1600"/>
                  <a:pt x="7569" y="1609"/>
                  <a:pt x="7560" y="1618"/>
                </a:cubicBezTo>
                <a:cubicBezTo>
                  <a:pt x="7552" y="1627"/>
                  <a:pt x="7542" y="1634"/>
                  <a:pt x="7532" y="1641"/>
                </a:cubicBezTo>
                <a:cubicBezTo>
                  <a:pt x="7522" y="1648"/>
                  <a:pt x="7511" y="1654"/>
                  <a:pt x="7500" y="1658"/>
                </a:cubicBezTo>
                <a:cubicBezTo>
                  <a:pt x="7489" y="1663"/>
                  <a:pt x="7477" y="1666"/>
                  <a:pt x="7465" y="1669"/>
                </a:cubicBezTo>
                <a:cubicBezTo>
                  <a:pt x="7453" y="1671"/>
                  <a:pt x="7441" y="1672"/>
                  <a:pt x="7429" y="1672"/>
                </a:cubicBezTo>
                <a:lnTo>
                  <a:pt x="186" y="1672"/>
                </a:lnTo>
                <a:cubicBezTo>
                  <a:pt x="173" y="1672"/>
                  <a:pt x="161" y="1671"/>
                  <a:pt x="149" y="1669"/>
                </a:cubicBezTo>
                <a:cubicBezTo>
                  <a:pt x="137" y="1666"/>
                  <a:pt x="126" y="1663"/>
                  <a:pt x="115" y="1658"/>
                </a:cubicBezTo>
                <a:cubicBezTo>
                  <a:pt x="103" y="1654"/>
                  <a:pt x="93" y="1648"/>
                  <a:pt x="82" y="1641"/>
                </a:cubicBezTo>
                <a:cubicBezTo>
                  <a:pt x="72" y="1634"/>
                  <a:pt x="63" y="1627"/>
                  <a:pt x="54" y="1618"/>
                </a:cubicBezTo>
                <a:cubicBezTo>
                  <a:pt x="46" y="1609"/>
                  <a:pt x="38" y="1600"/>
                  <a:pt x="31" y="1590"/>
                </a:cubicBezTo>
                <a:cubicBezTo>
                  <a:pt x="24" y="1580"/>
                  <a:pt x="19" y="1569"/>
                  <a:pt x="14" y="1558"/>
                </a:cubicBezTo>
                <a:cubicBezTo>
                  <a:pt x="9" y="1546"/>
                  <a:pt x="6" y="1535"/>
                  <a:pt x="3" y="1523"/>
                </a:cubicBezTo>
                <a:cubicBezTo>
                  <a:pt x="1" y="1511"/>
                  <a:pt x="0" y="1499"/>
                  <a:pt x="0" y="1487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2" name="任意多邊形 271"/>
          <p:cNvSpPr/>
          <p:nvPr/>
        </p:nvSpPr>
        <p:spPr>
          <a:xfrm>
            <a:off x="3977640" y="1220040"/>
            <a:ext cx="401400" cy="401400"/>
          </a:xfrm>
          <a:custGeom>
            <a:avLst/>
            <a:gdLst/>
            <a:ahLst/>
            <a:cxnLst/>
            <a:rect l="0" t="0" r="r" b="b"/>
            <a:pathLst>
              <a:path w="1115" h="1115">
                <a:moveTo>
                  <a:pt x="42" y="344"/>
                </a:moveTo>
                <a:cubicBezTo>
                  <a:pt x="71" y="275"/>
                  <a:pt x="111" y="215"/>
                  <a:pt x="163" y="163"/>
                </a:cubicBezTo>
                <a:cubicBezTo>
                  <a:pt x="215" y="111"/>
                  <a:pt x="276" y="70"/>
                  <a:pt x="344" y="42"/>
                </a:cubicBezTo>
                <a:cubicBezTo>
                  <a:pt x="412" y="14"/>
                  <a:pt x="483" y="0"/>
                  <a:pt x="557" y="0"/>
                </a:cubicBezTo>
                <a:cubicBezTo>
                  <a:pt x="631" y="0"/>
                  <a:pt x="703" y="14"/>
                  <a:pt x="771" y="42"/>
                </a:cubicBezTo>
                <a:cubicBezTo>
                  <a:pt x="839" y="70"/>
                  <a:pt x="900" y="111"/>
                  <a:pt x="952" y="163"/>
                </a:cubicBezTo>
                <a:cubicBezTo>
                  <a:pt x="1004" y="215"/>
                  <a:pt x="1044" y="275"/>
                  <a:pt x="1073" y="344"/>
                </a:cubicBezTo>
                <a:cubicBezTo>
                  <a:pt x="1101" y="412"/>
                  <a:pt x="1115" y="483"/>
                  <a:pt x="1115" y="558"/>
                </a:cubicBezTo>
                <a:cubicBezTo>
                  <a:pt x="1115" y="632"/>
                  <a:pt x="1101" y="703"/>
                  <a:pt x="1073" y="771"/>
                </a:cubicBezTo>
                <a:cubicBezTo>
                  <a:pt x="1044" y="839"/>
                  <a:pt x="1004" y="899"/>
                  <a:pt x="952" y="952"/>
                </a:cubicBezTo>
                <a:cubicBezTo>
                  <a:pt x="900" y="1004"/>
                  <a:pt x="839" y="1044"/>
                  <a:pt x="771" y="1072"/>
                </a:cubicBezTo>
                <a:cubicBezTo>
                  <a:pt x="703" y="1101"/>
                  <a:pt x="631" y="1115"/>
                  <a:pt x="557" y="1115"/>
                </a:cubicBezTo>
                <a:cubicBezTo>
                  <a:pt x="483" y="1115"/>
                  <a:pt x="412" y="1101"/>
                  <a:pt x="344" y="1072"/>
                </a:cubicBezTo>
                <a:cubicBezTo>
                  <a:pt x="276" y="1044"/>
                  <a:pt x="215" y="1004"/>
                  <a:pt x="163" y="952"/>
                </a:cubicBezTo>
                <a:cubicBezTo>
                  <a:pt x="111" y="899"/>
                  <a:pt x="71" y="839"/>
                  <a:pt x="42" y="771"/>
                </a:cubicBezTo>
                <a:cubicBezTo>
                  <a:pt x="14" y="703"/>
                  <a:pt x="0" y="632"/>
                  <a:pt x="0" y="558"/>
                </a:cubicBezTo>
                <a:cubicBezTo>
                  <a:pt x="0" y="483"/>
                  <a:pt x="14" y="412"/>
                  <a:pt x="42" y="344"/>
                </a:cubicBezTo>
                <a:close/>
              </a:path>
            </a:pathLst>
          </a:custGeom>
          <a:solidFill>
            <a:srgbClr val="4CD137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3" name="任意多邊形 272"/>
          <p:cNvSpPr/>
          <p:nvPr/>
        </p:nvSpPr>
        <p:spPr>
          <a:xfrm>
            <a:off x="3977640" y="1220040"/>
            <a:ext cx="401400" cy="401400"/>
          </a:xfrm>
          <a:custGeom>
            <a:avLst/>
            <a:gdLst/>
            <a:ahLst/>
            <a:cxnLst/>
            <a:rect l="0" t="0" r="r" b="b"/>
            <a:pathLst>
              <a:path w="1115" h="1115">
                <a:moveTo>
                  <a:pt x="0" y="558"/>
                </a:moveTo>
                <a:cubicBezTo>
                  <a:pt x="0" y="483"/>
                  <a:pt x="14" y="412"/>
                  <a:pt x="42" y="344"/>
                </a:cubicBezTo>
                <a:cubicBezTo>
                  <a:pt x="71" y="275"/>
                  <a:pt x="111" y="215"/>
                  <a:pt x="163" y="163"/>
                </a:cubicBezTo>
                <a:cubicBezTo>
                  <a:pt x="215" y="111"/>
                  <a:pt x="276" y="70"/>
                  <a:pt x="344" y="42"/>
                </a:cubicBezTo>
                <a:cubicBezTo>
                  <a:pt x="412" y="14"/>
                  <a:pt x="483" y="0"/>
                  <a:pt x="557" y="0"/>
                </a:cubicBezTo>
                <a:cubicBezTo>
                  <a:pt x="631" y="0"/>
                  <a:pt x="703" y="14"/>
                  <a:pt x="771" y="42"/>
                </a:cubicBezTo>
                <a:cubicBezTo>
                  <a:pt x="839" y="70"/>
                  <a:pt x="900" y="111"/>
                  <a:pt x="952" y="163"/>
                </a:cubicBezTo>
                <a:cubicBezTo>
                  <a:pt x="1004" y="215"/>
                  <a:pt x="1044" y="275"/>
                  <a:pt x="1073" y="344"/>
                </a:cubicBezTo>
                <a:cubicBezTo>
                  <a:pt x="1101" y="412"/>
                  <a:pt x="1115" y="483"/>
                  <a:pt x="1115" y="558"/>
                </a:cubicBezTo>
                <a:cubicBezTo>
                  <a:pt x="1115" y="632"/>
                  <a:pt x="1101" y="703"/>
                  <a:pt x="1073" y="771"/>
                </a:cubicBezTo>
                <a:cubicBezTo>
                  <a:pt x="1044" y="839"/>
                  <a:pt x="1004" y="899"/>
                  <a:pt x="952" y="952"/>
                </a:cubicBezTo>
                <a:cubicBezTo>
                  <a:pt x="900" y="1004"/>
                  <a:pt x="839" y="1044"/>
                  <a:pt x="771" y="1072"/>
                </a:cubicBezTo>
                <a:cubicBezTo>
                  <a:pt x="703" y="1101"/>
                  <a:pt x="631" y="1115"/>
                  <a:pt x="557" y="1115"/>
                </a:cubicBezTo>
                <a:cubicBezTo>
                  <a:pt x="483" y="1115"/>
                  <a:pt x="412" y="1101"/>
                  <a:pt x="344" y="1072"/>
                </a:cubicBezTo>
                <a:cubicBezTo>
                  <a:pt x="276" y="1044"/>
                  <a:pt x="215" y="1004"/>
                  <a:pt x="163" y="952"/>
                </a:cubicBezTo>
                <a:cubicBezTo>
                  <a:pt x="111" y="899"/>
                  <a:pt x="71" y="839"/>
                  <a:pt x="42" y="771"/>
                </a:cubicBezTo>
                <a:cubicBezTo>
                  <a:pt x="14" y="703"/>
                  <a:pt x="0" y="632"/>
                  <a:pt x="0" y="558"/>
                </a:cubicBezTo>
                <a:moveTo>
                  <a:pt x="557" y="23"/>
                </a:moveTo>
                <a:cubicBezTo>
                  <a:pt x="522" y="23"/>
                  <a:pt x="487" y="26"/>
                  <a:pt x="453" y="33"/>
                </a:cubicBezTo>
                <a:cubicBezTo>
                  <a:pt x="418" y="40"/>
                  <a:pt x="385" y="50"/>
                  <a:pt x="353" y="63"/>
                </a:cubicBezTo>
                <a:cubicBezTo>
                  <a:pt x="320" y="77"/>
                  <a:pt x="290" y="93"/>
                  <a:pt x="260" y="113"/>
                </a:cubicBezTo>
                <a:cubicBezTo>
                  <a:pt x="231" y="132"/>
                  <a:pt x="204" y="154"/>
                  <a:pt x="180" y="179"/>
                </a:cubicBezTo>
                <a:cubicBezTo>
                  <a:pt x="155" y="204"/>
                  <a:pt x="133" y="231"/>
                  <a:pt x="113" y="260"/>
                </a:cubicBezTo>
                <a:cubicBezTo>
                  <a:pt x="94" y="289"/>
                  <a:pt x="77" y="320"/>
                  <a:pt x="64" y="352"/>
                </a:cubicBezTo>
                <a:cubicBezTo>
                  <a:pt x="50" y="385"/>
                  <a:pt x="40" y="418"/>
                  <a:pt x="33" y="453"/>
                </a:cubicBezTo>
                <a:cubicBezTo>
                  <a:pt x="27" y="487"/>
                  <a:pt x="23" y="523"/>
                  <a:pt x="23" y="558"/>
                </a:cubicBezTo>
                <a:cubicBezTo>
                  <a:pt x="23" y="593"/>
                  <a:pt x="27" y="627"/>
                  <a:pt x="33" y="662"/>
                </a:cubicBezTo>
                <a:cubicBezTo>
                  <a:pt x="40" y="696"/>
                  <a:pt x="50" y="730"/>
                  <a:pt x="64" y="762"/>
                </a:cubicBezTo>
                <a:cubicBezTo>
                  <a:pt x="77" y="794"/>
                  <a:pt x="94" y="825"/>
                  <a:pt x="113" y="854"/>
                </a:cubicBezTo>
                <a:cubicBezTo>
                  <a:pt x="133" y="883"/>
                  <a:pt x="155" y="910"/>
                  <a:pt x="180" y="935"/>
                </a:cubicBezTo>
                <a:cubicBezTo>
                  <a:pt x="204" y="960"/>
                  <a:pt x="231" y="982"/>
                  <a:pt x="260" y="1002"/>
                </a:cubicBezTo>
                <a:cubicBezTo>
                  <a:pt x="290" y="1021"/>
                  <a:pt x="320" y="1038"/>
                  <a:pt x="353" y="1051"/>
                </a:cubicBezTo>
                <a:cubicBezTo>
                  <a:pt x="385" y="1064"/>
                  <a:pt x="418" y="1075"/>
                  <a:pt x="453" y="1081"/>
                </a:cubicBezTo>
                <a:cubicBezTo>
                  <a:pt x="487" y="1088"/>
                  <a:pt x="522" y="1092"/>
                  <a:pt x="557" y="1092"/>
                </a:cubicBezTo>
                <a:cubicBezTo>
                  <a:pt x="592" y="1092"/>
                  <a:pt x="627" y="1088"/>
                  <a:pt x="662" y="1081"/>
                </a:cubicBezTo>
                <a:cubicBezTo>
                  <a:pt x="697" y="1075"/>
                  <a:pt x="730" y="1064"/>
                  <a:pt x="762" y="1051"/>
                </a:cubicBezTo>
                <a:cubicBezTo>
                  <a:pt x="795" y="1038"/>
                  <a:pt x="825" y="1021"/>
                  <a:pt x="855" y="1002"/>
                </a:cubicBezTo>
                <a:cubicBezTo>
                  <a:pt x="884" y="982"/>
                  <a:pt x="911" y="960"/>
                  <a:pt x="936" y="935"/>
                </a:cubicBezTo>
                <a:cubicBezTo>
                  <a:pt x="960" y="910"/>
                  <a:pt x="982" y="883"/>
                  <a:pt x="1002" y="854"/>
                </a:cubicBezTo>
                <a:cubicBezTo>
                  <a:pt x="1021" y="825"/>
                  <a:pt x="1038" y="794"/>
                  <a:pt x="1051" y="762"/>
                </a:cubicBezTo>
                <a:cubicBezTo>
                  <a:pt x="1065" y="730"/>
                  <a:pt x="1075" y="696"/>
                  <a:pt x="1082" y="662"/>
                </a:cubicBezTo>
                <a:cubicBezTo>
                  <a:pt x="1089" y="627"/>
                  <a:pt x="1092" y="593"/>
                  <a:pt x="1092" y="558"/>
                </a:cubicBezTo>
                <a:cubicBezTo>
                  <a:pt x="1092" y="523"/>
                  <a:pt x="1089" y="487"/>
                  <a:pt x="1082" y="453"/>
                </a:cubicBezTo>
                <a:cubicBezTo>
                  <a:pt x="1075" y="418"/>
                  <a:pt x="1065" y="385"/>
                  <a:pt x="1051" y="352"/>
                </a:cubicBezTo>
                <a:cubicBezTo>
                  <a:pt x="1038" y="320"/>
                  <a:pt x="1021" y="289"/>
                  <a:pt x="1002" y="260"/>
                </a:cubicBezTo>
                <a:cubicBezTo>
                  <a:pt x="982" y="231"/>
                  <a:pt x="960" y="204"/>
                  <a:pt x="936" y="179"/>
                </a:cubicBezTo>
                <a:cubicBezTo>
                  <a:pt x="911" y="154"/>
                  <a:pt x="884" y="132"/>
                  <a:pt x="855" y="113"/>
                </a:cubicBezTo>
                <a:cubicBezTo>
                  <a:pt x="825" y="93"/>
                  <a:pt x="795" y="77"/>
                  <a:pt x="762" y="63"/>
                </a:cubicBezTo>
                <a:cubicBezTo>
                  <a:pt x="730" y="50"/>
                  <a:pt x="697" y="40"/>
                  <a:pt x="662" y="33"/>
                </a:cubicBezTo>
                <a:cubicBezTo>
                  <a:pt x="627" y="26"/>
                  <a:pt x="592" y="23"/>
                  <a:pt x="557" y="23"/>
                </a:cubicBezTo>
                <a:close/>
              </a:path>
            </a:pathLst>
          </a:custGeom>
          <a:solidFill>
            <a:srgbClr val="4CD137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274" name="圖片 273"/>
          <p:cNvPicPr/>
          <p:nvPr/>
        </p:nvPicPr>
        <p:blipFill>
          <a:blip r:embed="rId4"/>
          <a:stretch>
            <a:fillRect/>
          </a:stretch>
        </p:blipFill>
        <p:spPr>
          <a:xfrm>
            <a:off x="4061520" y="1320480"/>
            <a:ext cx="2253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5" name="文字框 274"/>
          <p:cNvSpPr txBox="1"/>
          <p:nvPr/>
        </p:nvSpPr>
        <p:spPr>
          <a:xfrm>
            <a:off x="1189800" y="4374720"/>
            <a:ext cx="96372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和流动性工具之一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276" name="圖片 275"/>
          <p:cNvPicPr/>
          <p:nvPr/>
        </p:nvPicPr>
        <p:blipFill>
          <a:blip r:embed="rId5"/>
          <a:stretch>
            <a:fillRect/>
          </a:stretch>
        </p:blipFill>
        <p:spPr>
          <a:xfrm>
            <a:off x="4429080" y="1972080"/>
            <a:ext cx="1838160" cy="150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7" name="任意多邊形 276"/>
          <p:cNvSpPr/>
          <p:nvPr/>
        </p:nvSpPr>
        <p:spPr>
          <a:xfrm>
            <a:off x="4144680" y="3626640"/>
            <a:ext cx="100800" cy="100800"/>
          </a:xfrm>
          <a:custGeom>
            <a:avLst/>
            <a:gdLst/>
            <a:ahLst/>
            <a:cxnLst/>
            <a:rect l="0" t="0" r="r" b="b"/>
            <a:pathLst>
              <a:path w="280" h="280">
                <a:moveTo>
                  <a:pt x="0" y="233"/>
                </a:moveTo>
                <a:lnTo>
                  <a:pt x="0" y="46"/>
                </a:lnTo>
                <a:cubicBezTo>
                  <a:pt x="0" y="40"/>
                  <a:pt x="1" y="34"/>
                  <a:pt x="4" y="29"/>
                </a:cubicBezTo>
                <a:cubicBezTo>
                  <a:pt x="6" y="23"/>
                  <a:pt x="9" y="18"/>
                  <a:pt x="14" y="14"/>
                </a:cubicBezTo>
                <a:cubicBezTo>
                  <a:pt x="18" y="9"/>
                  <a:pt x="23" y="6"/>
                  <a:pt x="30" y="3"/>
                </a:cubicBezTo>
                <a:cubicBezTo>
                  <a:pt x="36" y="1"/>
                  <a:pt x="41" y="0"/>
                  <a:pt x="48" y="0"/>
                </a:cubicBezTo>
                <a:lnTo>
                  <a:pt x="233" y="0"/>
                </a:lnTo>
                <a:cubicBezTo>
                  <a:pt x="239" y="0"/>
                  <a:pt x="245" y="1"/>
                  <a:pt x="251" y="3"/>
                </a:cubicBezTo>
                <a:cubicBezTo>
                  <a:pt x="257" y="6"/>
                  <a:pt x="262" y="9"/>
                  <a:pt x="266" y="14"/>
                </a:cubicBezTo>
                <a:cubicBezTo>
                  <a:pt x="270" y="18"/>
                  <a:pt x="274" y="23"/>
                  <a:pt x="276" y="29"/>
                </a:cubicBezTo>
                <a:cubicBezTo>
                  <a:pt x="279" y="34"/>
                  <a:pt x="280" y="40"/>
                  <a:pt x="280" y="46"/>
                </a:cubicBezTo>
                <a:lnTo>
                  <a:pt x="280" y="233"/>
                </a:lnTo>
                <a:cubicBezTo>
                  <a:pt x="280" y="239"/>
                  <a:pt x="279" y="245"/>
                  <a:pt x="276" y="251"/>
                </a:cubicBezTo>
                <a:cubicBezTo>
                  <a:pt x="274" y="257"/>
                  <a:pt x="270" y="262"/>
                  <a:pt x="266" y="266"/>
                </a:cubicBezTo>
                <a:cubicBezTo>
                  <a:pt x="262" y="270"/>
                  <a:pt x="257" y="274"/>
                  <a:pt x="251" y="276"/>
                </a:cubicBezTo>
                <a:cubicBezTo>
                  <a:pt x="245" y="278"/>
                  <a:pt x="239" y="280"/>
                  <a:pt x="233" y="280"/>
                </a:cubicBezTo>
                <a:lnTo>
                  <a:pt x="48" y="280"/>
                </a:lnTo>
                <a:cubicBezTo>
                  <a:pt x="41" y="280"/>
                  <a:pt x="36" y="278"/>
                  <a:pt x="30" y="276"/>
                </a:cubicBezTo>
                <a:cubicBezTo>
                  <a:pt x="23" y="274"/>
                  <a:pt x="18" y="270"/>
                  <a:pt x="14" y="266"/>
                </a:cubicBezTo>
                <a:cubicBezTo>
                  <a:pt x="9" y="262"/>
                  <a:pt x="6" y="257"/>
                  <a:pt x="4" y="251"/>
                </a:cubicBezTo>
                <a:cubicBezTo>
                  <a:pt x="1" y="245"/>
                  <a:pt x="0" y="239"/>
                  <a:pt x="0" y="233"/>
                </a:cubicBezTo>
                <a:close/>
              </a:path>
            </a:pathLst>
          </a:custGeom>
          <a:solidFill>
            <a:srgbClr val="60A5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8" name="文字框 277"/>
          <p:cNvSpPr txBox="1"/>
          <p:nvPr/>
        </p:nvSpPr>
        <p:spPr>
          <a:xfrm>
            <a:off x="4476240" y="1294200"/>
            <a:ext cx="120780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储备资产构成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9" name="文字框 278"/>
          <p:cNvSpPr txBox="1"/>
          <p:nvPr/>
        </p:nvSpPr>
        <p:spPr>
          <a:xfrm>
            <a:off x="4309200" y="3606120"/>
            <a:ext cx="4701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美国国债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0" name="任意多邊形 279"/>
          <p:cNvSpPr/>
          <p:nvPr/>
        </p:nvSpPr>
        <p:spPr>
          <a:xfrm>
            <a:off x="4144680" y="3827160"/>
            <a:ext cx="100800" cy="100800"/>
          </a:xfrm>
          <a:custGeom>
            <a:avLst/>
            <a:gdLst/>
            <a:ahLst/>
            <a:cxnLst/>
            <a:rect l="0" t="0" r="r" b="b"/>
            <a:pathLst>
              <a:path w="280" h="280">
                <a:moveTo>
                  <a:pt x="0" y="233"/>
                </a:moveTo>
                <a:lnTo>
                  <a:pt x="0" y="47"/>
                </a:lnTo>
                <a:cubicBezTo>
                  <a:pt x="0" y="40"/>
                  <a:pt x="1" y="34"/>
                  <a:pt x="4" y="29"/>
                </a:cubicBezTo>
                <a:cubicBezTo>
                  <a:pt x="6" y="23"/>
                  <a:pt x="9" y="18"/>
                  <a:pt x="14" y="14"/>
                </a:cubicBezTo>
                <a:cubicBezTo>
                  <a:pt x="18" y="9"/>
                  <a:pt x="23" y="6"/>
                  <a:pt x="30" y="4"/>
                </a:cubicBezTo>
                <a:cubicBezTo>
                  <a:pt x="36" y="1"/>
                  <a:pt x="41" y="0"/>
                  <a:pt x="48" y="0"/>
                </a:cubicBezTo>
                <a:lnTo>
                  <a:pt x="233" y="0"/>
                </a:lnTo>
                <a:cubicBezTo>
                  <a:pt x="239" y="0"/>
                  <a:pt x="245" y="1"/>
                  <a:pt x="251" y="4"/>
                </a:cubicBezTo>
                <a:cubicBezTo>
                  <a:pt x="257" y="6"/>
                  <a:pt x="262" y="9"/>
                  <a:pt x="266" y="14"/>
                </a:cubicBezTo>
                <a:cubicBezTo>
                  <a:pt x="270" y="18"/>
                  <a:pt x="274" y="23"/>
                  <a:pt x="276" y="29"/>
                </a:cubicBezTo>
                <a:cubicBezTo>
                  <a:pt x="279" y="34"/>
                  <a:pt x="280" y="40"/>
                  <a:pt x="280" y="47"/>
                </a:cubicBezTo>
                <a:lnTo>
                  <a:pt x="280" y="233"/>
                </a:lnTo>
                <a:cubicBezTo>
                  <a:pt x="280" y="239"/>
                  <a:pt x="279" y="245"/>
                  <a:pt x="276" y="251"/>
                </a:cubicBezTo>
                <a:cubicBezTo>
                  <a:pt x="274" y="257"/>
                  <a:pt x="270" y="262"/>
                  <a:pt x="266" y="266"/>
                </a:cubicBezTo>
                <a:cubicBezTo>
                  <a:pt x="262" y="270"/>
                  <a:pt x="257" y="274"/>
                  <a:pt x="251" y="276"/>
                </a:cubicBezTo>
                <a:cubicBezTo>
                  <a:pt x="245" y="278"/>
                  <a:pt x="239" y="280"/>
                  <a:pt x="233" y="280"/>
                </a:cubicBezTo>
                <a:lnTo>
                  <a:pt x="48" y="280"/>
                </a:lnTo>
                <a:cubicBezTo>
                  <a:pt x="41" y="280"/>
                  <a:pt x="36" y="278"/>
                  <a:pt x="30" y="276"/>
                </a:cubicBezTo>
                <a:cubicBezTo>
                  <a:pt x="23" y="274"/>
                  <a:pt x="18" y="270"/>
                  <a:pt x="14" y="266"/>
                </a:cubicBezTo>
                <a:cubicBezTo>
                  <a:pt x="9" y="262"/>
                  <a:pt x="6" y="257"/>
                  <a:pt x="4" y="251"/>
                </a:cubicBezTo>
                <a:cubicBezTo>
                  <a:pt x="1" y="245"/>
                  <a:pt x="0" y="239"/>
                  <a:pt x="0" y="233"/>
                </a:cubicBezTo>
                <a:close/>
              </a:path>
            </a:pathLst>
          </a:custGeom>
          <a:solidFill>
            <a:srgbClr val="34D3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1" name="文字框 280"/>
          <p:cNvSpPr txBox="1"/>
          <p:nvPr/>
        </p:nvSpPr>
        <p:spPr>
          <a:xfrm>
            <a:off x="4777200" y="3610080"/>
            <a:ext cx="5662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: </a:t>
            </a:r>
            <a:r>
              <a:rPr lang="en-US" sz="920" b="1" u="none" strike="noStrike">
                <a:solidFill>
                  <a:srgbClr val="4CD137"/>
                </a:solidFill>
                <a:effectLst/>
                <a:uFillTx/>
                <a:latin typeface="DejaVuSans"/>
                <a:ea typeface="DejaVuSans"/>
              </a:rPr>
              <a:t>75.86%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2" name="任意多邊形 281"/>
          <p:cNvSpPr/>
          <p:nvPr/>
        </p:nvSpPr>
        <p:spPr>
          <a:xfrm>
            <a:off x="4144680" y="4027680"/>
            <a:ext cx="100800" cy="100800"/>
          </a:xfrm>
          <a:custGeom>
            <a:avLst/>
            <a:gdLst/>
            <a:ahLst/>
            <a:cxnLst/>
            <a:rect l="0" t="0" r="r" b="b"/>
            <a:pathLst>
              <a:path w="280" h="280">
                <a:moveTo>
                  <a:pt x="0" y="233"/>
                </a:moveTo>
                <a:lnTo>
                  <a:pt x="0" y="47"/>
                </a:lnTo>
                <a:cubicBezTo>
                  <a:pt x="0" y="40"/>
                  <a:pt x="1" y="35"/>
                  <a:pt x="4" y="29"/>
                </a:cubicBezTo>
                <a:cubicBezTo>
                  <a:pt x="6" y="23"/>
                  <a:pt x="9" y="18"/>
                  <a:pt x="14" y="14"/>
                </a:cubicBezTo>
                <a:cubicBezTo>
                  <a:pt x="18" y="9"/>
                  <a:pt x="23" y="6"/>
                  <a:pt x="30" y="4"/>
                </a:cubicBezTo>
                <a:cubicBezTo>
                  <a:pt x="36" y="1"/>
                  <a:pt x="41" y="0"/>
                  <a:pt x="48" y="0"/>
                </a:cubicBezTo>
                <a:lnTo>
                  <a:pt x="233" y="0"/>
                </a:lnTo>
                <a:cubicBezTo>
                  <a:pt x="239" y="0"/>
                  <a:pt x="245" y="1"/>
                  <a:pt x="251" y="4"/>
                </a:cubicBezTo>
                <a:cubicBezTo>
                  <a:pt x="257" y="6"/>
                  <a:pt x="262" y="9"/>
                  <a:pt x="266" y="14"/>
                </a:cubicBezTo>
                <a:cubicBezTo>
                  <a:pt x="270" y="18"/>
                  <a:pt x="274" y="23"/>
                  <a:pt x="276" y="29"/>
                </a:cubicBezTo>
                <a:cubicBezTo>
                  <a:pt x="279" y="35"/>
                  <a:pt x="280" y="40"/>
                  <a:pt x="280" y="47"/>
                </a:cubicBezTo>
                <a:lnTo>
                  <a:pt x="280" y="233"/>
                </a:lnTo>
                <a:cubicBezTo>
                  <a:pt x="280" y="239"/>
                  <a:pt x="279" y="245"/>
                  <a:pt x="276" y="251"/>
                </a:cubicBezTo>
                <a:cubicBezTo>
                  <a:pt x="274" y="257"/>
                  <a:pt x="270" y="262"/>
                  <a:pt x="266" y="266"/>
                </a:cubicBezTo>
                <a:cubicBezTo>
                  <a:pt x="262" y="271"/>
                  <a:pt x="257" y="274"/>
                  <a:pt x="251" y="276"/>
                </a:cubicBezTo>
                <a:cubicBezTo>
                  <a:pt x="245" y="279"/>
                  <a:pt x="239" y="280"/>
                  <a:pt x="233" y="280"/>
                </a:cubicBezTo>
                <a:lnTo>
                  <a:pt x="48" y="280"/>
                </a:lnTo>
                <a:cubicBezTo>
                  <a:pt x="41" y="280"/>
                  <a:pt x="36" y="279"/>
                  <a:pt x="30" y="276"/>
                </a:cubicBezTo>
                <a:cubicBezTo>
                  <a:pt x="23" y="274"/>
                  <a:pt x="18" y="271"/>
                  <a:pt x="14" y="266"/>
                </a:cubicBezTo>
                <a:cubicBezTo>
                  <a:pt x="9" y="262"/>
                  <a:pt x="6" y="257"/>
                  <a:pt x="4" y="251"/>
                </a:cubicBezTo>
                <a:cubicBezTo>
                  <a:pt x="1" y="245"/>
                  <a:pt x="0" y="239"/>
                  <a:pt x="0" y="233"/>
                </a:cubicBezTo>
                <a:close/>
              </a:path>
            </a:pathLst>
          </a:custGeom>
          <a:solidFill>
            <a:srgbClr val="FBBF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3" name="文字框 282"/>
          <p:cNvSpPr txBox="1"/>
          <p:nvPr/>
        </p:nvSpPr>
        <p:spPr>
          <a:xfrm>
            <a:off x="4309200" y="3806640"/>
            <a:ext cx="9396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现金及现金等价物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4" name="任意多邊形 283"/>
          <p:cNvSpPr/>
          <p:nvPr/>
        </p:nvSpPr>
        <p:spPr>
          <a:xfrm>
            <a:off x="4144680" y="4228200"/>
            <a:ext cx="100800" cy="100800"/>
          </a:xfrm>
          <a:custGeom>
            <a:avLst/>
            <a:gdLst/>
            <a:ahLst/>
            <a:cxnLst/>
            <a:rect l="0" t="0" r="r" b="b"/>
            <a:pathLst>
              <a:path w="280" h="280">
                <a:moveTo>
                  <a:pt x="0" y="233"/>
                </a:moveTo>
                <a:lnTo>
                  <a:pt x="0" y="47"/>
                </a:lnTo>
                <a:cubicBezTo>
                  <a:pt x="0" y="41"/>
                  <a:pt x="1" y="35"/>
                  <a:pt x="4" y="29"/>
                </a:cubicBezTo>
                <a:cubicBezTo>
                  <a:pt x="6" y="23"/>
                  <a:pt x="9" y="18"/>
                  <a:pt x="14" y="14"/>
                </a:cubicBezTo>
                <a:cubicBezTo>
                  <a:pt x="18" y="10"/>
                  <a:pt x="23" y="6"/>
                  <a:pt x="30" y="4"/>
                </a:cubicBezTo>
                <a:cubicBezTo>
                  <a:pt x="36" y="1"/>
                  <a:pt x="41" y="0"/>
                  <a:pt x="48" y="0"/>
                </a:cubicBezTo>
                <a:lnTo>
                  <a:pt x="233" y="0"/>
                </a:lnTo>
                <a:cubicBezTo>
                  <a:pt x="239" y="0"/>
                  <a:pt x="245" y="1"/>
                  <a:pt x="251" y="4"/>
                </a:cubicBezTo>
                <a:cubicBezTo>
                  <a:pt x="257" y="6"/>
                  <a:pt x="262" y="10"/>
                  <a:pt x="266" y="14"/>
                </a:cubicBezTo>
                <a:cubicBezTo>
                  <a:pt x="270" y="18"/>
                  <a:pt x="274" y="23"/>
                  <a:pt x="276" y="29"/>
                </a:cubicBezTo>
                <a:cubicBezTo>
                  <a:pt x="279" y="35"/>
                  <a:pt x="280" y="41"/>
                  <a:pt x="280" y="47"/>
                </a:cubicBezTo>
                <a:lnTo>
                  <a:pt x="280" y="233"/>
                </a:lnTo>
                <a:cubicBezTo>
                  <a:pt x="280" y="240"/>
                  <a:pt x="279" y="246"/>
                  <a:pt x="276" y="251"/>
                </a:cubicBezTo>
                <a:cubicBezTo>
                  <a:pt x="274" y="257"/>
                  <a:pt x="270" y="262"/>
                  <a:pt x="266" y="266"/>
                </a:cubicBezTo>
                <a:cubicBezTo>
                  <a:pt x="262" y="271"/>
                  <a:pt x="257" y="274"/>
                  <a:pt x="251" y="276"/>
                </a:cubicBezTo>
                <a:cubicBezTo>
                  <a:pt x="245" y="279"/>
                  <a:pt x="239" y="280"/>
                  <a:pt x="233" y="280"/>
                </a:cubicBezTo>
                <a:lnTo>
                  <a:pt x="48" y="280"/>
                </a:lnTo>
                <a:cubicBezTo>
                  <a:pt x="41" y="280"/>
                  <a:pt x="36" y="279"/>
                  <a:pt x="30" y="276"/>
                </a:cubicBezTo>
                <a:cubicBezTo>
                  <a:pt x="23" y="274"/>
                  <a:pt x="18" y="271"/>
                  <a:pt x="14" y="266"/>
                </a:cubicBezTo>
                <a:cubicBezTo>
                  <a:pt x="9" y="262"/>
                  <a:pt x="6" y="257"/>
                  <a:pt x="4" y="251"/>
                </a:cubicBezTo>
                <a:cubicBezTo>
                  <a:pt x="1" y="246"/>
                  <a:pt x="0" y="240"/>
                  <a:pt x="0" y="233"/>
                </a:cubicBezTo>
                <a:close/>
              </a:path>
            </a:pathLst>
          </a:custGeom>
          <a:solidFill>
            <a:srgbClr val="F8717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5" name="文字框 284"/>
          <p:cNvSpPr txBox="1"/>
          <p:nvPr/>
        </p:nvSpPr>
        <p:spPr>
          <a:xfrm>
            <a:off x="4309200" y="4007160"/>
            <a:ext cx="8222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隔夜逆回购协议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6" name="任意多邊形 285"/>
          <p:cNvSpPr/>
          <p:nvPr/>
        </p:nvSpPr>
        <p:spPr>
          <a:xfrm>
            <a:off x="4144680" y="4443960"/>
            <a:ext cx="100800" cy="100800"/>
          </a:xfrm>
          <a:custGeom>
            <a:avLst/>
            <a:gdLst/>
            <a:ahLst/>
            <a:cxnLst/>
            <a:rect l="0" t="0" r="r" b="b"/>
            <a:pathLst>
              <a:path w="280" h="280">
                <a:moveTo>
                  <a:pt x="0" y="234"/>
                </a:moveTo>
                <a:lnTo>
                  <a:pt x="0" y="47"/>
                </a:lnTo>
                <a:cubicBezTo>
                  <a:pt x="0" y="41"/>
                  <a:pt x="1" y="35"/>
                  <a:pt x="4" y="29"/>
                </a:cubicBezTo>
                <a:cubicBezTo>
                  <a:pt x="6" y="23"/>
                  <a:pt x="9" y="18"/>
                  <a:pt x="14" y="14"/>
                </a:cubicBezTo>
                <a:cubicBezTo>
                  <a:pt x="18" y="10"/>
                  <a:pt x="23" y="6"/>
                  <a:pt x="30" y="4"/>
                </a:cubicBezTo>
                <a:cubicBezTo>
                  <a:pt x="36" y="2"/>
                  <a:pt x="41" y="0"/>
                  <a:pt x="48" y="0"/>
                </a:cubicBezTo>
                <a:lnTo>
                  <a:pt x="233" y="0"/>
                </a:lnTo>
                <a:cubicBezTo>
                  <a:pt x="239" y="0"/>
                  <a:pt x="245" y="2"/>
                  <a:pt x="251" y="4"/>
                </a:cubicBezTo>
                <a:cubicBezTo>
                  <a:pt x="257" y="6"/>
                  <a:pt x="262" y="10"/>
                  <a:pt x="266" y="14"/>
                </a:cubicBezTo>
                <a:cubicBezTo>
                  <a:pt x="270" y="18"/>
                  <a:pt x="274" y="23"/>
                  <a:pt x="276" y="29"/>
                </a:cubicBezTo>
                <a:cubicBezTo>
                  <a:pt x="279" y="35"/>
                  <a:pt x="280" y="41"/>
                  <a:pt x="280" y="47"/>
                </a:cubicBezTo>
                <a:lnTo>
                  <a:pt x="280" y="234"/>
                </a:lnTo>
                <a:cubicBezTo>
                  <a:pt x="280" y="240"/>
                  <a:pt x="279" y="246"/>
                  <a:pt x="276" y="251"/>
                </a:cubicBezTo>
                <a:cubicBezTo>
                  <a:pt x="274" y="257"/>
                  <a:pt x="270" y="262"/>
                  <a:pt x="266" y="266"/>
                </a:cubicBezTo>
                <a:cubicBezTo>
                  <a:pt x="262" y="271"/>
                  <a:pt x="257" y="274"/>
                  <a:pt x="251" y="276"/>
                </a:cubicBezTo>
                <a:cubicBezTo>
                  <a:pt x="245" y="279"/>
                  <a:pt x="239" y="280"/>
                  <a:pt x="233" y="280"/>
                </a:cubicBezTo>
                <a:lnTo>
                  <a:pt x="48" y="280"/>
                </a:lnTo>
                <a:cubicBezTo>
                  <a:pt x="41" y="280"/>
                  <a:pt x="36" y="279"/>
                  <a:pt x="30" y="276"/>
                </a:cubicBezTo>
                <a:cubicBezTo>
                  <a:pt x="23" y="274"/>
                  <a:pt x="18" y="271"/>
                  <a:pt x="14" y="266"/>
                </a:cubicBezTo>
                <a:cubicBezTo>
                  <a:pt x="9" y="262"/>
                  <a:pt x="6" y="257"/>
                  <a:pt x="4" y="251"/>
                </a:cubicBezTo>
                <a:cubicBezTo>
                  <a:pt x="1" y="246"/>
                  <a:pt x="0" y="240"/>
                  <a:pt x="0" y="234"/>
                </a:cubicBezTo>
                <a:close/>
              </a:path>
            </a:pathLst>
          </a:custGeom>
          <a:solidFill>
            <a:srgbClr val="A78B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7" name="文字框 286"/>
          <p:cNvSpPr txBox="1"/>
          <p:nvPr/>
        </p:nvSpPr>
        <p:spPr>
          <a:xfrm>
            <a:off x="4309200" y="4207680"/>
            <a:ext cx="352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贵金属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288" name="圖片 287"/>
          <p:cNvPicPr/>
          <p:nvPr/>
        </p:nvPicPr>
        <p:blipFill>
          <a:blip r:embed="rId6"/>
          <a:stretch>
            <a:fillRect/>
          </a:stretch>
        </p:blipFill>
        <p:spPr>
          <a:xfrm>
            <a:off x="1161350" y="4981010"/>
            <a:ext cx="11664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9" name="文字框 288"/>
          <p:cNvSpPr txBox="1"/>
          <p:nvPr/>
        </p:nvSpPr>
        <p:spPr>
          <a:xfrm>
            <a:off x="4307295" y="4443760"/>
            <a:ext cx="4701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公司债券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0" name="文字框 289"/>
          <p:cNvSpPr txBox="1"/>
          <p:nvPr/>
        </p:nvSpPr>
        <p:spPr>
          <a:xfrm>
            <a:off x="1327825" y="4980985"/>
            <a:ext cx="4226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Tether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1" name="文字框 290"/>
          <p:cNvSpPr txBox="1"/>
          <p:nvPr/>
        </p:nvSpPr>
        <p:spPr>
          <a:xfrm>
            <a:off x="4693320" y="4207680"/>
            <a:ext cx="1986280" cy="1409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持有储备资产为抵押维持与美元的</a:t>
            </a:r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挂钩</a:t>
            </a:r>
            <a:endParaRPr lang="zh-CN" sz="920" b="0" u="none" strike="noStrike">
              <a:solidFill>
                <a:srgbClr val="FFFFFF"/>
              </a:solidFill>
              <a:effectLst/>
              <a:uFillTx/>
              <a:latin typeface="WenQuanYiZenHei"/>
              <a:ea typeface="WenQuanYiZenHei"/>
            </a:endParaRPr>
          </a:p>
        </p:txBody>
      </p:sp>
      <p:sp>
        <p:nvSpPr>
          <p:cNvPr id="292" name="任意多邊形 291"/>
          <p:cNvSpPr/>
          <p:nvPr/>
        </p:nvSpPr>
        <p:spPr>
          <a:xfrm>
            <a:off x="6919200" y="1754640"/>
            <a:ext cx="2749680" cy="2139840"/>
          </a:xfrm>
          <a:custGeom>
            <a:avLst/>
            <a:gdLst/>
            <a:ahLst/>
            <a:cxnLst/>
            <a:rect l="0" t="0" r="r" b="b"/>
            <a:pathLst>
              <a:path w="7638" h="5944">
                <a:moveTo>
                  <a:pt x="0" y="5758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9" y="104"/>
                  <a:pt x="24" y="93"/>
                  <a:pt x="31" y="83"/>
                </a:cubicBezTo>
                <a:cubicBezTo>
                  <a:pt x="38" y="73"/>
                  <a:pt x="46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3" y="25"/>
                  <a:pt x="103" y="19"/>
                  <a:pt x="115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6" y="0"/>
                </a:cubicBezTo>
                <a:lnTo>
                  <a:pt x="7451" y="0"/>
                </a:lnTo>
                <a:cubicBezTo>
                  <a:pt x="7463" y="0"/>
                  <a:pt x="7476" y="1"/>
                  <a:pt x="7488" y="4"/>
                </a:cubicBezTo>
                <a:cubicBezTo>
                  <a:pt x="7499" y="6"/>
                  <a:pt x="7512" y="10"/>
                  <a:pt x="7523" y="14"/>
                </a:cubicBezTo>
                <a:cubicBezTo>
                  <a:pt x="7535" y="19"/>
                  <a:pt x="7545" y="25"/>
                  <a:pt x="7555" y="32"/>
                </a:cubicBezTo>
                <a:cubicBezTo>
                  <a:pt x="7566" y="38"/>
                  <a:pt x="7575" y="46"/>
                  <a:pt x="7584" y="55"/>
                </a:cubicBezTo>
                <a:cubicBezTo>
                  <a:pt x="7592" y="63"/>
                  <a:pt x="7600" y="73"/>
                  <a:pt x="7607" y="83"/>
                </a:cubicBezTo>
                <a:cubicBezTo>
                  <a:pt x="7613" y="93"/>
                  <a:pt x="7619" y="104"/>
                  <a:pt x="7624" y="115"/>
                </a:cubicBezTo>
                <a:cubicBezTo>
                  <a:pt x="7629" y="126"/>
                  <a:pt x="7632" y="138"/>
                  <a:pt x="7634" y="150"/>
                </a:cubicBezTo>
                <a:cubicBezTo>
                  <a:pt x="7637" y="162"/>
                  <a:pt x="7638" y="174"/>
                  <a:pt x="7638" y="186"/>
                </a:cubicBezTo>
                <a:lnTo>
                  <a:pt x="7638" y="5758"/>
                </a:lnTo>
                <a:cubicBezTo>
                  <a:pt x="7638" y="5770"/>
                  <a:pt x="7637" y="5782"/>
                  <a:pt x="7634" y="5794"/>
                </a:cubicBezTo>
                <a:cubicBezTo>
                  <a:pt x="7632" y="5806"/>
                  <a:pt x="7629" y="5818"/>
                  <a:pt x="7624" y="5829"/>
                </a:cubicBezTo>
                <a:cubicBezTo>
                  <a:pt x="7619" y="5840"/>
                  <a:pt x="7613" y="5851"/>
                  <a:pt x="7607" y="5861"/>
                </a:cubicBezTo>
                <a:cubicBezTo>
                  <a:pt x="7600" y="5871"/>
                  <a:pt x="7592" y="5881"/>
                  <a:pt x="7584" y="5889"/>
                </a:cubicBezTo>
                <a:cubicBezTo>
                  <a:pt x="7575" y="5898"/>
                  <a:pt x="7566" y="5906"/>
                  <a:pt x="7555" y="5912"/>
                </a:cubicBezTo>
                <a:cubicBezTo>
                  <a:pt x="7545" y="5919"/>
                  <a:pt x="7535" y="5925"/>
                  <a:pt x="7523" y="5930"/>
                </a:cubicBezTo>
                <a:cubicBezTo>
                  <a:pt x="7512" y="5934"/>
                  <a:pt x="7499" y="5938"/>
                  <a:pt x="7488" y="5940"/>
                </a:cubicBezTo>
                <a:cubicBezTo>
                  <a:pt x="7476" y="5943"/>
                  <a:pt x="7463" y="5944"/>
                  <a:pt x="7451" y="5944"/>
                </a:cubicBezTo>
                <a:lnTo>
                  <a:pt x="186" y="5944"/>
                </a:lnTo>
                <a:cubicBezTo>
                  <a:pt x="173" y="5944"/>
                  <a:pt x="161" y="5943"/>
                  <a:pt x="149" y="5940"/>
                </a:cubicBezTo>
                <a:cubicBezTo>
                  <a:pt x="137" y="5938"/>
                  <a:pt x="126" y="5934"/>
                  <a:pt x="115" y="5930"/>
                </a:cubicBezTo>
                <a:cubicBezTo>
                  <a:pt x="103" y="5925"/>
                  <a:pt x="93" y="5919"/>
                  <a:pt x="82" y="5912"/>
                </a:cubicBezTo>
                <a:cubicBezTo>
                  <a:pt x="72" y="5906"/>
                  <a:pt x="63" y="5898"/>
                  <a:pt x="54" y="5889"/>
                </a:cubicBezTo>
                <a:cubicBezTo>
                  <a:pt x="46" y="5881"/>
                  <a:pt x="38" y="5871"/>
                  <a:pt x="31" y="5861"/>
                </a:cubicBezTo>
                <a:cubicBezTo>
                  <a:pt x="24" y="5851"/>
                  <a:pt x="19" y="5840"/>
                  <a:pt x="14" y="5829"/>
                </a:cubicBezTo>
                <a:cubicBezTo>
                  <a:pt x="9" y="5818"/>
                  <a:pt x="6" y="5806"/>
                  <a:pt x="3" y="5794"/>
                </a:cubicBezTo>
                <a:cubicBezTo>
                  <a:pt x="1" y="5782"/>
                  <a:pt x="0" y="5770"/>
                  <a:pt x="0" y="5758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3" name="任意多邊形 292"/>
          <p:cNvSpPr/>
          <p:nvPr/>
        </p:nvSpPr>
        <p:spPr>
          <a:xfrm>
            <a:off x="6919200" y="4061160"/>
            <a:ext cx="2749680" cy="1203840"/>
          </a:xfrm>
          <a:custGeom>
            <a:avLst/>
            <a:gdLst/>
            <a:ahLst/>
            <a:cxnLst/>
            <a:rect l="0" t="0" r="r" b="b"/>
            <a:pathLst>
              <a:path w="7638" h="3344">
                <a:moveTo>
                  <a:pt x="0" y="3158"/>
                </a:moveTo>
                <a:lnTo>
                  <a:pt x="0" y="186"/>
                </a:lnTo>
                <a:cubicBezTo>
                  <a:pt x="0" y="174"/>
                  <a:pt x="1" y="161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9" y="103"/>
                  <a:pt x="24" y="93"/>
                  <a:pt x="31" y="83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3" y="25"/>
                  <a:pt x="103" y="19"/>
                  <a:pt x="115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6" y="0"/>
                </a:cubicBezTo>
                <a:lnTo>
                  <a:pt x="7451" y="0"/>
                </a:lnTo>
                <a:cubicBezTo>
                  <a:pt x="7463" y="0"/>
                  <a:pt x="7476" y="1"/>
                  <a:pt x="7488" y="4"/>
                </a:cubicBezTo>
                <a:cubicBezTo>
                  <a:pt x="7499" y="6"/>
                  <a:pt x="7512" y="10"/>
                  <a:pt x="7523" y="14"/>
                </a:cubicBezTo>
                <a:cubicBezTo>
                  <a:pt x="7535" y="19"/>
                  <a:pt x="7545" y="25"/>
                  <a:pt x="7555" y="31"/>
                </a:cubicBezTo>
                <a:cubicBezTo>
                  <a:pt x="7566" y="38"/>
                  <a:pt x="7575" y="46"/>
                  <a:pt x="7584" y="54"/>
                </a:cubicBezTo>
                <a:cubicBezTo>
                  <a:pt x="7592" y="63"/>
                  <a:pt x="7600" y="72"/>
                  <a:pt x="7607" y="83"/>
                </a:cubicBezTo>
                <a:cubicBezTo>
                  <a:pt x="7613" y="93"/>
                  <a:pt x="7619" y="103"/>
                  <a:pt x="7624" y="115"/>
                </a:cubicBezTo>
                <a:cubicBezTo>
                  <a:pt x="7629" y="126"/>
                  <a:pt x="7632" y="138"/>
                  <a:pt x="7634" y="150"/>
                </a:cubicBezTo>
                <a:cubicBezTo>
                  <a:pt x="7637" y="161"/>
                  <a:pt x="7638" y="174"/>
                  <a:pt x="7638" y="186"/>
                </a:cubicBezTo>
                <a:lnTo>
                  <a:pt x="7638" y="3158"/>
                </a:lnTo>
                <a:cubicBezTo>
                  <a:pt x="7638" y="3170"/>
                  <a:pt x="7637" y="3182"/>
                  <a:pt x="7634" y="3194"/>
                </a:cubicBezTo>
                <a:cubicBezTo>
                  <a:pt x="7632" y="3206"/>
                  <a:pt x="7629" y="3218"/>
                  <a:pt x="7624" y="3229"/>
                </a:cubicBezTo>
                <a:cubicBezTo>
                  <a:pt x="7619" y="3240"/>
                  <a:pt x="7613" y="3251"/>
                  <a:pt x="7607" y="3261"/>
                </a:cubicBezTo>
                <a:cubicBezTo>
                  <a:pt x="7600" y="3271"/>
                  <a:pt x="7592" y="3281"/>
                  <a:pt x="7584" y="3289"/>
                </a:cubicBezTo>
                <a:cubicBezTo>
                  <a:pt x="7575" y="3298"/>
                  <a:pt x="7566" y="3306"/>
                  <a:pt x="7555" y="3312"/>
                </a:cubicBezTo>
                <a:cubicBezTo>
                  <a:pt x="7545" y="3319"/>
                  <a:pt x="7535" y="3325"/>
                  <a:pt x="7523" y="3330"/>
                </a:cubicBezTo>
                <a:cubicBezTo>
                  <a:pt x="7512" y="3334"/>
                  <a:pt x="7499" y="3338"/>
                  <a:pt x="7488" y="3340"/>
                </a:cubicBezTo>
                <a:cubicBezTo>
                  <a:pt x="7476" y="3343"/>
                  <a:pt x="7463" y="3344"/>
                  <a:pt x="7451" y="3344"/>
                </a:cubicBezTo>
                <a:lnTo>
                  <a:pt x="186" y="3344"/>
                </a:lnTo>
                <a:cubicBezTo>
                  <a:pt x="173" y="3344"/>
                  <a:pt x="161" y="3343"/>
                  <a:pt x="149" y="3340"/>
                </a:cubicBezTo>
                <a:cubicBezTo>
                  <a:pt x="137" y="3338"/>
                  <a:pt x="126" y="3334"/>
                  <a:pt x="115" y="3330"/>
                </a:cubicBezTo>
                <a:cubicBezTo>
                  <a:pt x="103" y="3325"/>
                  <a:pt x="93" y="3319"/>
                  <a:pt x="82" y="3312"/>
                </a:cubicBezTo>
                <a:cubicBezTo>
                  <a:pt x="72" y="3306"/>
                  <a:pt x="63" y="3298"/>
                  <a:pt x="54" y="3289"/>
                </a:cubicBezTo>
                <a:cubicBezTo>
                  <a:pt x="46" y="3281"/>
                  <a:pt x="38" y="3271"/>
                  <a:pt x="31" y="3261"/>
                </a:cubicBezTo>
                <a:cubicBezTo>
                  <a:pt x="24" y="3251"/>
                  <a:pt x="19" y="3240"/>
                  <a:pt x="14" y="3229"/>
                </a:cubicBezTo>
                <a:cubicBezTo>
                  <a:pt x="9" y="3218"/>
                  <a:pt x="6" y="3206"/>
                  <a:pt x="3" y="3194"/>
                </a:cubicBezTo>
                <a:cubicBezTo>
                  <a:pt x="1" y="3182"/>
                  <a:pt x="0" y="3170"/>
                  <a:pt x="0" y="3158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4" name="任意多邊形 293"/>
          <p:cNvSpPr/>
          <p:nvPr/>
        </p:nvSpPr>
        <p:spPr>
          <a:xfrm>
            <a:off x="6919200" y="1220040"/>
            <a:ext cx="401400" cy="401400"/>
          </a:xfrm>
          <a:custGeom>
            <a:avLst/>
            <a:gdLst/>
            <a:ahLst/>
            <a:cxnLst/>
            <a:rect l="0" t="0" r="r" b="b"/>
            <a:pathLst>
              <a:path w="1115" h="1115">
                <a:moveTo>
                  <a:pt x="0" y="558"/>
                </a:moveTo>
                <a:cubicBezTo>
                  <a:pt x="0" y="483"/>
                  <a:pt x="14" y="412"/>
                  <a:pt x="42" y="344"/>
                </a:cubicBezTo>
                <a:cubicBezTo>
                  <a:pt x="71" y="275"/>
                  <a:pt x="111" y="215"/>
                  <a:pt x="163" y="163"/>
                </a:cubicBezTo>
                <a:cubicBezTo>
                  <a:pt x="215" y="111"/>
                  <a:pt x="277" y="70"/>
                  <a:pt x="345" y="42"/>
                </a:cubicBezTo>
                <a:cubicBezTo>
                  <a:pt x="413" y="14"/>
                  <a:pt x="484" y="0"/>
                  <a:pt x="558" y="0"/>
                </a:cubicBezTo>
                <a:cubicBezTo>
                  <a:pt x="632" y="0"/>
                  <a:pt x="703" y="14"/>
                  <a:pt x="771" y="42"/>
                </a:cubicBezTo>
                <a:cubicBezTo>
                  <a:pt x="839" y="70"/>
                  <a:pt x="900" y="111"/>
                  <a:pt x="952" y="163"/>
                </a:cubicBezTo>
                <a:cubicBezTo>
                  <a:pt x="1004" y="215"/>
                  <a:pt x="1044" y="275"/>
                  <a:pt x="1073" y="344"/>
                </a:cubicBezTo>
                <a:cubicBezTo>
                  <a:pt x="1101" y="412"/>
                  <a:pt x="1115" y="483"/>
                  <a:pt x="1115" y="558"/>
                </a:cubicBezTo>
                <a:cubicBezTo>
                  <a:pt x="1115" y="632"/>
                  <a:pt x="1101" y="703"/>
                  <a:pt x="1073" y="771"/>
                </a:cubicBezTo>
                <a:cubicBezTo>
                  <a:pt x="1044" y="839"/>
                  <a:pt x="1004" y="899"/>
                  <a:pt x="952" y="952"/>
                </a:cubicBezTo>
                <a:cubicBezTo>
                  <a:pt x="900" y="1004"/>
                  <a:pt x="839" y="1044"/>
                  <a:pt x="771" y="1072"/>
                </a:cubicBezTo>
                <a:cubicBezTo>
                  <a:pt x="703" y="1101"/>
                  <a:pt x="632" y="1115"/>
                  <a:pt x="558" y="1115"/>
                </a:cubicBezTo>
                <a:cubicBezTo>
                  <a:pt x="484" y="1115"/>
                  <a:pt x="413" y="1101"/>
                  <a:pt x="345" y="1072"/>
                </a:cubicBezTo>
                <a:cubicBezTo>
                  <a:pt x="277" y="1044"/>
                  <a:pt x="215" y="1004"/>
                  <a:pt x="163" y="952"/>
                </a:cubicBezTo>
                <a:cubicBezTo>
                  <a:pt x="111" y="899"/>
                  <a:pt x="71" y="839"/>
                  <a:pt x="42" y="771"/>
                </a:cubicBezTo>
                <a:cubicBezTo>
                  <a:pt x="14" y="703"/>
                  <a:pt x="0" y="632"/>
                  <a:pt x="0" y="558"/>
                </a:cubicBezTo>
                <a:close/>
              </a:path>
            </a:pathLst>
          </a:custGeom>
          <a:solidFill>
            <a:srgbClr val="4CD137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5" name="任意多邊形 294"/>
          <p:cNvSpPr/>
          <p:nvPr/>
        </p:nvSpPr>
        <p:spPr>
          <a:xfrm>
            <a:off x="6919200" y="1220040"/>
            <a:ext cx="401400" cy="401400"/>
          </a:xfrm>
          <a:custGeom>
            <a:avLst/>
            <a:gdLst/>
            <a:ahLst/>
            <a:cxnLst/>
            <a:rect l="0" t="0" r="r" b="b"/>
            <a:pathLst>
              <a:path w="1115" h="1115">
                <a:moveTo>
                  <a:pt x="0" y="558"/>
                </a:moveTo>
                <a:cubicBezTo>
                  <a:pt x="0" y="483"/>
                  <a:pt x="14" y="412"/>
                  <a:pt x="42" y="344"/>
                </a:cubicBezTo>
                <a:cubicBezTo>
                  <a:pt x="71" y="275"/>
                  <a:pt x="111" y="215"/>
                  <a:pt x="163" y="163"/>
                </a:cubicBezTo>
                <a:cubicBezTo>
                  <a:pt x="215" y="111"/>
                  <a:pt x="277" y="70"/>
                  <a:pt x="345" y="42"/>
                </a:cubicBezTo>
                <a:cubicBezTo>
                  <a:pt x="413" y="14"/>
                  <a:pt x="484" y="0"/>
                  <a:pt x="558" y="0"/>
                </a:cubicBezTo>
                <a:cubicBezTo>
                  <a:pt x="632" y="0"/>
                  <a:pt x="703" y="14"/>
                  <a:pt x="771" y="42"/>
                </a:cubicBezTo>
                <a:cubicBezTo>
                  <a:pt x="839" y="70"/>
                  <a:pt x="900" y="111"/>
                  <a:pt x="952" y="163"/>
                </a:cubicBezTo>
                <a:cubicBezTo>
                  <a:pt x="1004" y="215"/>
                  <a:pt x="1044" y="275"/>
                  <a:pt x="1073" y="344"/>
                </a:cubicBezTo>
                <a:cubicBezTo>
                  <a:pt x="1101" y="412"/>
                  <a:pt x="1115" y="483"/>
                  <a:pt x="1115" y="558"/>
                </a:cubicBezTo>
                <a:cubicBezTo>
                  <a:pt x="1115" y="632"/>
                  <a:pt x="1101" y="703"/>
                  <a:pt x="1073" y="771"/>
                </a:cubicBezTo>
                <a:cubicBezTo>
                  <a:pt x="1044" y="839"/>
                  <a:pt x="1004" y="899"/>
                  <a:pt x="952" y="952"/>
                </a:cubicBezTo>
                <a:cubicBezTo>
                  <a:pt x="900" y="1004"/>
                  <a:pt x="839" y="1044"/>
                  <a:pt x="771" y="1072"/>
                </a:cubicBezTo>
                <a:cubicBezTo>
                  <a:pt x="703" y="1101"/>
                  <a:pt x="632" y="1115"/>
                  <a:pt x="558" y="1115"/>
                </a:cubicBezTo>
                <a:cubicBezTo>
                  <a:pt x="484" y="1115"/>
                  <a:pt x="413" y="1101"/>
                  <a:pt x="345" y="1072"/>
                </a:cubicBezTo>
                <a:cubicBezTo>
                  <a:pt x="277" y="1044"/>
                  <a:pt x="215" y="1004"/>
                  <a:pt x="163" y="952"/>
                </a:cubicBezTo>
                <a:cubicBezTo>
                  <a:pt x="111" y="899"/>
                  <a:pt x="71" y="839"/>
                  <a:pt x="42" y="771"/>
                </a:cubicBezTo>
                <a:cubicBezTo>
                  <a:pt x="14" y="703"/>
                  <a:pt x="0" y="632"/>
                  <a:pt x="0" y="558"/>
                </a:cubicBezTo>
                <a:moveTo>
                  <a:pt x="558" y="23"/>
                </a:moveTo>
                <a:cubicBezTo>
                  <a:pt x="523" y="23"/>
                  <a:pt x="488" y="26"/>
                  <a:pt x="454" y="33"/>
                </a:cubicBezTo>
                <a:cubicBezTo>
                  <a:pt x="419" y="40"/>
                  <a:pt x="386" y="50"/>
                  <a:pt x="354" y="63"/>
                </a:cubicBezTo>
                <a:cubicBezTo>
                  <a:pt x="321" y="77"/>
                  <a:pt x="291" y="93"/>
                  <a:pt x="260" y="113"/>
                </a:cubicBezTo>
                <a:cubicBezTo>
                  <a:pt x="231" y="132"/>
                  <a:pt x="204" y="154"/>
                  <a:pt x="179" y="179"/>
                </a:cubicBezTo>
                <a:cubicBezTo>
                  <a:pt x="155" y="204"/>
                  <a:pt x="133" y="231"/>
                  <a:pt x="113" y="260"/>
                </a:cubicBezTo>
                <a:cubicBezTo>
                  <a:pt x="94" y="289"/>
                  <a:pt x="77" y="320"/>
                  <a:pt x="64" y="352"/>
                </a:cubicBezTo>
                <a:cubicBezTo>
                  <a:pt x="50" y="385"/>
                  <a:pt x="40" y="418"/>
                  <a:pt x="33" y="453"/>
                </a:cubicBezTo>
                <a:cubicBezTo>
                  <a:pt x="27" y="487"/>
                  <a:pt x="23" y="523"/>
                  <a:pt x="23" y="558"/>
                </a:cubicBezTo>
                <a:cubicBezTo>
                  <a:pt x="23" y="593"/>
                  <a:pt x="27" y="627"/>
                  <a:pt x="33" y="662"/>
                </a:cubicBezTo>
                <a:cubicBezTo>
                  <a:pt x="40" y="696"/>
                  <a:pt x="50" y="730"/>
                  <a:pt x="64" y="762"/>
                </a:cubicBezTo>
                <a:cubicBezTo>
                  <a:pt x="77" y="794"/>
                  <a:pt x="94" y="825"/>
                  <a:pt x="113" y="854"/>
                </a:cubicBezTo>
                <a:cubicBezTo>
                  <a:pt x="133" y="883"/>
                  <a:pt x="155" y="910"/>
                  <a:pt x="179" y="935"/>
                </a:cubicBezTo>
                <a:cubicBezTo>
                  <a:pt x="204" y="960"/>
                  <a:pt x="231" y="982"/>
                  <a:pt x="260" y="1002"/>
                </a:cubicBezTo>
                <a:cubicBezTo>
                  <a:pt x="291" y="1021"/>
                  <a:pt x="321" y="1038"/>
                  <a:pt x="354" y="1051"/>
                </a:cubicBezTo>
                <a:cubicBezTo>
                  <a:pt x="386" y="1064"/>
                  <a:pt x="419" y="1075"/>
                  <a:pt x="454" y="1081"/>
                </a:cubicBezTo>
                <a:cubicBezTo>
                  <a:pt x="488" y="1088"/>
                  <a:pt x="523" y="1092"/>
                  <a:pt x="558" y="1092"/>
                </a:cubicBezTo>
                <a:cubicBezTo>
                  <a:pt x="593" y="1092"/>
                  <a:pt x="628" y="1088"/>
                  <a:pt x="662" y="1081"/>
                </a:cubicBezTo>
                <a:cubicBezTo>
                  <a:pt x="697" y="1075"/>
                  <a:pt x="730" y="1064"/>
                  <a:pt x="762" y="1051"/>
                </a:cubicBezTo>
                <a:cubicBezTo>
                  <a:pt x="795" y="1038"/>
                  <a:pt x="825" y="1021"/>
                  <a:pt x="855" y="1002"/>
                </a:cubicBezTo>
                <a:cubicBezTo>
                  <a:pt x="884" y="982"/>
                  <a:pt x="911" y="960"/>
                  <a:pt x="936" y="935"/>
                </a:cubicBezTo>
                <a:cubicBezTo>
                  <a:pt x="960" y="910"/>
                  <a:pt x="982" y="883"/>
                  <a:pt x="1002" y="854"/>
                </a:cubicBezTo>
                <a:cubicBezTo>
                  <a:pt x="1021" y="825"/>
                  <a:pt x="1038" y="794"/>
                  <a:pt x="1051" y="762"/>
                </a:cubicBezTo>
                <a:cubicBezTo>
                  <a:pt x="1065" y="730"/>
                  <a:pt x="1075" y="696"/>
                  <a:pt x="1082" y="662"/>
                </a:cubicBezTo>
                <a:cubicBezTo>
                  <a:pt x="1089" y="627"/>
                  <a:pt x="1092" y="593"/>
                  <a:pt x="1092" y="558"/>
                </a:cubicBezTo>
                <a:cubicBezTo>
                  <a:pt x="1092" y="523"/>
                  <a:pt x="1089" y="487"/>
                  <a:pt x="1082" y="453"/>
                </a:cubicBezTo>
                <a:cubicBezTo>
                  <a:pt x="1075" y="418"/>
                  <a:pt x="1065" y="385"/>
                  <a:pt x="1051" y="352"/>
                </a:cubicBezTo>
                <a:cubicBezTo>
                  <a:pt x="1038" y="320"/>
                  <a:pt x="1021" y="289"/>
                  <a:pt x="1002" y="260"/>
                </a:cubicBezTo>
                <a:cubicBezTo>
                  <a:pt x="982" y="231"/>
                  <a:pt x="960" y="204"/>
                  <a:pt x="936" y="179"/>
                </a:cubicBezTo>
                <a:cubicBezTo>
                  <a:pt x="911" y="154"/>
                  <a:pt x="884" y="132"/>
                  <a:pt x="855" y="113"/>
                </a:cubicBezTo>
                <a:cubicBezTo>
                  <a:pt x="825" y="93"/>
                  <a:pt x="795" y="77"/>
                  <a:pt x="762" y="63"/>
                </a:cubicBezTo>
                <a:cubicBezTo>
                  <a:pt x="730" y="50"/>
                  <a:pt x="697" y="40"/>
                  <a:pt x="662" y="33"/>
                </a:cubicBezTo>
                <a:cubicBezTo>
                  <a:pt x="628" y="26"/>
                  <a:pt x="593" y="23"/>
                  <a:pt x="558" y="23"/>
                </a:cubicBezTo>
                <a:close/>
              </a:path>
            </a:pathLst>
          </a:custGeom>
          <a:solidFill>
            <a:srgbClr val="4CD137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296" name="圖片 295"/>
          <p:cNvPicPr/>
          <p:nvPr/>
        </p:nvPicPr>
        <p:blipFill>
          <a:blip r:embed="rId7"/>
          <a:stretch>
            <a:fillRect/>
          </a:stretch>
        </p:blipFill>
        <p:spPr>
          <a:xfrm>
            <a:off x="7019640" y="132048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8" name="文字框 297"/>
          <p:cNvSpPr txBox="1"/>
          <p:nvPr/>
        </p:nvSpPr>
        <p:spPr>
          <a:xfrm>
            <a:off x="7423560" y="1294200"/>
            <a:ext cx="14090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市场地位与用途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9" name="文字框 298"/>
          <p:cNvSpPr txBox="1"/>
          <p:nvPr/>
        </p:nvSpPr>
        <p:spPr>
          <a:xfrm>
            <a:off x="7500600" y="1959120"/>
            <a:ext cx="837360" cy="466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3160" b="1" u="none" strike="noStrike">
                <a:solidFill>
                  <a:srgbClr val="34D399"/>
                </a:solidFill>
                <a:effectLst/>
                <a:uFillTx/>
                <a:latin typeface="DejaVuSans"/>
                <a:ea typeface="DejaVuSans"/>
              </a:rPr>
              <a:t>990</a:t>
            </a:r>
            <a:endParaRPr lang="en-US" sz="31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0" name="文字框 299"/>
          <p:cNvSpPr txBox="1"/>
          <p:nvPr/>
        </p:nvSpPr>
        <p:spPr>
          <a:xfrm>
            <a:off x="8337960" y="2090160"/>
            <a:ext cx="755280" cy="31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980" b="0" u="none" strike="noStrike">
                <a:solidFill>
                  <a:srgbClr val="34D399"/>
                </a:solidFill>
                <a:effectLst/>
                <a:uFillTx/>
                <a:latin typeface="WenQuanYiZenHei"/>
                <a:ea typeface="WenQuanYiZenHei"/>
              </a:rPr>
              <a:t>亿美元</a:t>
            </a:r>
            <a:endParaRPr lang="en-US" sz="1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1" name="文字框 300"/>
          <p:cNvSpPr txBox="1"/>
          <p:nvPr/>
        </p:nvSpPr>
        <p:spPr>
          <a:xfrm>
            <a:off x="7608240" y="2478600"/>
            <a:ext cx="537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市值规模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2" name="文字框 301"/>
          <p:cNvSpPr txBox="1"/>
          <p:nvPr/>
        </p:nvSpPr>
        <p:spPr>
          <a:xfrm>
            <a:off x="8142840" y="2483280"/>
            <a:ext cx="4370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(2024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3" name="文字框 302"/>
          <p:cNvSpPr txBox="1"/>
          <p:nvPr/>
        </p:nvSpPr>
        <p:spPr>
          <a:xfrm>
            <a:off x="8577720" y="247860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年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4" name="文字框 303"/>
          <p:cNvSpPr txBox="1"/>
          <p:nvPr/>
        </p:nvSpPr>
        <p:spPr>
          <a:xfrm>
            <a:off x="8711640" y="248328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5" name="文字框 304"/>
          <p:cNvSpPr txBox="1"/>
          <p:nvPr/>
        </p:nvSpPr>
        <p:spPr>
          <a:xfrm>
            <a:off x="8796600" y="247860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6" name="任意多邊形 305"/>
          <p:cNvSpPr/>
          <p:nvPr/>
        </p:nvSpPr>
        <p:spPr>
          <a:xfrm>
            <a:off x="7086240" y="2932920"/>
            <a:ext cx="242640" cy="267840"/>
          </a:xfrm>
          <a:custGeom>
            <a:avLst/>
            <a:gdLst/>
            <a:ahLst/>
            <a:cxnLst/>
            <a:rect l="0" t="0" r="r" b="b"/>
            <a:pathLst>
              <a:path w="674" h="744">
                <a:moveTo>
                  <a:pt x="0" y="408"/>
                </a:moveTo>
                <a:lnTo>
                  <a:pt x="0" y="337"/>
                </a:lnTo>
                <a:cubicBezTo>
                  <a:pt x="0" y="315"/>
                  <a:pt x="2" y="293"/>
                  <a:pt x="7" y="271"/>
                </a:cubicBezTo>
                <a:cubicBezTo>
                  <a:pt x="11" y="250"/>
                  <a:pt x="17" y="228"/>
                  <a:pt x="26" y="208"/>
                </a:cubicBezTo>
                <a:cubicBezTo>
                  <a:pt x="34" y="188"/>
                  <a:pt x="45" y="168"/>
                  <a:pt x="57" y="150"/>
                </a:cubicBezTo>
                <a:cubicBezTo>
                  <a:pt x="69" y="131"/>
                  <a:pt x="83" y="114"/>
                  <a:pt x="99" y="99"/>
                </a:cubicBezTo>
                <a:cubicBezTo>
                  <a:pt x="114" y="83"/>
                  <a:pt x="131" y="69"/>
                  <a:pt x="150" y="57"/>
                </a:cubicBezTo>
                <a:cubicBezTo>
                  <a:pt x="168" y="45"/>
                  <a:pt x="189" y="34"/>
                  <a:pt x="209" y="26"/>
                </a:cubicBezTo>
                <a:cubicBezTo>
                  <a:pt x="229" y="17"/>
                  <a:pt x="250" y="11"/>
                  <a:pt x="272" y="7"/>
                </a:cubicBezTo>
                <a:cubicBezTo>
                  <a:pt x="294" y="2"/>
                  <a:pt x="316" y="0"/>
                  <a:pt x="338" y="0"/>
                </a:cubicBezTo>
                <a:cubicBezTo>
                  <a:pt x="360" y="0"/>
                  <a:pt x="382" y="2"/>
                  <a:pt x="403" y="7"/>
                </a:cubicBezTo>
                <a:cubicBezTo>
                  <a:pt x="425" y="11"/>
                  <a:pt x="446" y="17"/>
                  <a:pt x="467" y="26"/>
                </a:cubicBezTo>
                <a:cubicBezTo>
                  <a:pt x="487" y="34"/>
                  <a:pt x="506" y="45"/>
                  <a:pt x="525" y="57"/>
                </a:cubicBezTo>
                <a:cubicBezTo>
                  <a:pt x="543" y="69"/>
                  <a:pt x="560" y="83"/>
                  <a:pt x="576" y="99"/>
                </a:cubicBezTo>
                <a:cubicBezTo>
                  <a:pt x="591" y="114"/>
                  <a:pt x="605" y="131"/>
                  <a:pt x="618" y="150"/>
                </a:cubicBezTo>
                <a:cubicBezTo>
                  <a:pt x="630" y="168"/>
                  <a:pt x="640" y="188"/>
                  <a:pt x="649" y="208"/>
                </a:cubicBezTo>
                <a:cubicBezTo>
                  <a:pt x="657" y="228"/>
                  <a:pt x="664" y="250"/>
                  <a:pt x="668" y="271"/>
                </a:cubicBezTo>
                <a:cubicBezTo>
                  <a:pt x="672" y="293"/>
                  <a:pt x="674" y="315"/>
                  <a:pt x="674" y="337"/>
                </a:cubicBezTo>
                <a:lnTo>
                  <a:pt x="674" y="408"/>
                </a:lnTo>
                <a:cubicBezTo>
                  <a:pt x="674" y="430"/>
                  <a:pt x="672" y="451"/>
                  <a:pt x="668" y="473"/>
                </a:cubicBezTo>
                <a:cubicBezTo>
                  <a:pt x="664" y="495"/>
                  <a:pt x="657" y="516"/>
                  <a:pt x="649" y="536"/>
                </a:cubicBezTo>
                <a:cubicBezTo>
                  <a:pt x="640" y="557"/>
                  <a:pt x="630" y="576"/>
                  <a:pt x="618" y="595"/>
                </a:cubicBezTo>
                <a:cubicBezTo>
                  <a:pt x="605" y="613"/>
                  <a:pt x="591" y="630"/>
                  <a:pt x="576" y="646"/>
                </a:cubicBezTo>
                <a:cubicBezTo>
                  <a:pt x="560" y="661"/>
                  <a:pt x="543" y="675"/>
                  <a:pt x="525" y="687"/>
                </a:cubicBezTo>
                <a:cubicBezTo>
                  <a:pt x="506" y="700"/>
                  <a:pt x="487" y="710"/>
                  <a:pt x="467" y="718"/>
                </a:cubicBezTo>
                <a:cubicBezTo>
                  <a:pt x="446" y="727"/>
                  <a:pt x="425" y="733"/>
                  <a:pt x="403" y="738"/>
                </a:cubicBezTo>
                <a:cubicBezTo>
                  <a:pt x="382" y="742"/>
                  <a:pt x="360" y="744"/>
                  <a:pt x="338" y="744"/>
                </a:cubicBezTo>
                <a:cubicBezTo>
                  <a:pt x="316" y="744"/>
                  <a:pt x="294" y="742"/>
                  <a:pt x="272" y="738"/>
                </a:cubicBezTo>
                <a:cubicBezTo>
                  <a:pt x="250" y="733"/>
                  <a:pt x="229" y="727"/>
                  <a:pt x="209" y="718"/>
                </a:cubicBezTo>
                <a:cubicBezTo>
                  <a:pt x="189" y="710"/>
                  <a:pt x="168" y="700"/>
                  <a:pt x="150" y="687"/>
                </a:cubicBezTo>
                <a:cubicBezTo>
                  <a:pt x="131" y="675"/>
                  <a:pt x="114" y="661"/>
                  <a:pt x="99" y="646"/>
                </a:cubicBezTo>
                <a:cubicBezTo>
                  <a:pt x="83" y="630"/>
                  <a:pt x="69" y="613"/>
                  <a:pt x="57" y="595"/>
                </a:cubicBezTo>
                <a:cubicBezTo>
                  <a:pt x="45" y="576"/>
                  <a:pt x="34" y="557"/>
                  <a:pt x="26" y="536"/>
                </a:cubicBezTo>
                <a:cubicBezTo>
                  <a:pt x="17" y="516"/>
                  <a:pt x="11" y="495"/>
                  <a:pt x="7" y="473"/>
                </a:cubicBezTo>
                <a:cubicBezTo>
                  <a:pt x="2" y="451"/>
                  <a:pt x="0" y="430"/>
                  <a:pt x="0" y="408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7" name="文字框 306"/>
          <p:cNvSpPr txBox="1"/>
          <p:nvPr/>
        </p:nvSpPr>
        <p:spPr>
          <a:xfrm>
            <a:off x="8930520" y="248328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8" name="文字框 307"/>
          <p:cNvSpPr txBox="1"/>
          <p:nvPr/>
        </p:nvSpPr>
        <p:spPr>
          <a:xfrm>
            <a:off x="7108200" y="2984760"/>
            <a:ext cx="2062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1" u="none" strike="noStrike">
                <a:solidFill>
                  <a:srgbClr val="93C5FD"/>
                </a:solidFill>
                <a:effectLst/>
                <a:uFillTx/>
                <a:latin typeface="DejaVuSans"/>
                <a:ea typeface="DejaVuSans"/>
              </a:rPr>
              <a:t>#3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9" name="文字框 308"/>
          <p:cNvSpPr txBox="1"/>
          <p:nvPr/>
        </p:nvSpPr>
        <p:spPr>
          <a:xfrm>
            <a:off x="7432920" y="2879640"/>
            <a:ext cx="20124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继比特币和以太坊后的第三大加密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10" name="任意多邊形 309"/>
          <p:cNvSpPr/>
          <p:nvPr/>
        </p:nvSpPr>
        <p:spPr>
          <a:xfrm>
            <a:off x="7086240" y="3400920"/>
            <a:ext cx="267840" cy="267840"/>
          </a:xfrm>
          <a:custGeom>
            <a:avLst/>
            <a:gdLst/>
            <a:ahLst/>
            <a:cxnLst/>
            <a:rect l="0" t="0" r="r" b="b"/>
            <a:pathLst>
              <a:path w="744" h="744">
                <a:moveTo>
                  <a:pt x="744" y="372"/>
                </a:moveTo>
                <a:cubicBezTo>
                  <a:pt x="744" y="396"/>
                  <a:pt x="742" y="420"/>
                  <a:pt x="737" y="444"/>
                </a:cubicBezTo>
                <a:cubicBezTo>
                  <a:pt x="732" y="468"/>
                  <a:pt x="725" y="491"/>
                  <a:pt x="715" y="514"/>
                </a:cubicBezTo>
                <a:cubicBezTo>
                  <a:pt x="705" y="536"/>
                  <a:pt x="694" y="558"/>
                  <a:pt x="680" y="579"/>
                </a:cubicBezTo>
                <a:cubicBezTo>
                  <a:pt x="667" y="599"/>
                  <a:pt x="651" y="618"/>
                  <a:pt x="634" y="635"/>
                </a:cubicBezTo>
                <a:cubicBezTo>
                  <a:pt x="617" y="652"/>
                  <a:pt x="598" y="668"/>
                  <a:pt x="578" y="681"/>
                </a:cubicBezTo>
                <a:cubicBezTo>
                  <a:pt x="558" y="695"/>
                  <a:pt x="536" y="706"/>
                  <a:pt x="514" y="716"/>
                </a:cubicBezTo>
                <a:cubicBezTo>
                  <a:pt x="491" y="725"/>
                  <a:pt x="468" y="732"/>
                  <a:pt x="444" y="737"/>
                </a:cubicBezTo>
                <a:cubicBezTo>
                  <a:pt x="420" y="742"/>
                  <a:pt x="396" y="744"/>
                  <a:pt x="372" y="744"/>
                </a:cubicBezTo>
                <a:cubicBezTo>
                  <a:pt x="347" y="744"/>
                  <a:pt x="323" y="742"/>
                  <a:pt x="299" y="737"/>
                </a:cubicBezTo>
                <a:cubicBezTo>
                  <a:pt x="275" y="732"/>
                  <a:pt x="252" y="725"/>
                  <a:pt x="229" y="716"/>
                </a:cubicBezTo>
                <a:cubicBezTo>
                  <a:pt x="207" y="706"/>
                  <a:pt x="186" y="695"/>
                  <a:pt x="165" y="681"/>
                </a:cubicBezTo>
                <a:cubicBezTo>
                  <a:pt x="145" y="668"/>
                  <a:pt x="126" y="652"/>
                  <a:pt x="109" y="635"/>
                </a:cubicBezTo>
                <a:cubicBezTo>
                  <a:pt x="92" y="618"/>
                  <a:pt x="76" y="599"/>
                  <a:pt x="63" y="579"/>
                </a:cubicBezTo>
                <a:cubicBezTo>
                  <a:pt x="49" y="558"/>
                  <a:pt x="38" y="536"/>
                  <a:pt x="28" y="514"/>
                </a:cubicBezTo>
                <a:cubicBezTo>
                  <a:pt x="19" y="491"/>
                  <a:pt x="12" y="468"/>
                  <a:pt x="7" y="444"/>
                </a:cubicBezTo>
                <a:cubicBezTo>
                  <a:pt x="3" y="420"/>
                  <a:pt x="0" y="396"/>
                  <a:pt x="0" y="372"/>
                </a:cubicBezTo>
                <a:cubicBezTo>
                  <a:pt x="0" y="347"/>
                  <a:pt x="3" y="323"/>
                  <a:pt x="7" y="299"/>
                </a:cubicBezTo>
                <a:cubicBezTo>
                  <a:pt x="12" y="275"/>
                  <a:pt x="19" y="252"/>
                  <a:pt x="28" y="229"/>
                </a:cubicBezTo>
                <a:cubicBezTo>
                  <a:pt x="38" y="207"/>
                  <a:pt x="49" y="186"/>
                  <a:pt x="63" y="165"/>
                </a:cubicBezTo>
                <a:cubicBezTo>
                  <a:pt x="76" y="145"/>
                  <a:pt x="92" y="126"/>
                  <a:pt x="109" y="109"/>
                </a:cubicBezTo>
                <a:cubicBezTo>
                  <a:pt x="126" y="92"/>
                  <a:pt x="145" y="76"/>
                  <a:pt x="165" y="63"/>
                </a:cubicBezTo>
                <a:cubicBezTo>
                  <a:pt x="186" y="49"/>
                  <a:pt x="207" y="38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3"/>
                  <a:pt x="347" y="0"/>
                  <a:pt x="372" y="0"/>
                </a:cubicBezTo>
                <a:cubicBezTo>
                  <a:pt x="396" y="0"/>
                  <a:pt x="420" y="3"/>
                  <a:pt x="444" y="7"/>
                </a:cubicBezTo>
                <a:cubicBezTo>
                  <a:pt x="468" y="12"/>
                  <a:pt x="491" y="19"/>
                  <a:pt x="514" y="28"/>
                </a:cubicBezTo>
                <a:cubicBezTo>
                  <a:pt x="536" y="38"/>
                  <a:pt x="558" y="49"/>
                  <a:pt x="578" y="63"/>
                </a:cubicBezTo>
                <a:cubicBezTo>
                  <a:pt x="598" y="76"/>
                  <a:pt x="617" y="92"/>
                  <a:pt x="634" y="109"/>
                </a:cubicBezTo>
                <a:cubicBezTo>
                  <a:pt x="651" y="126"/>
                  <a:pt x="667" y="145"/>
                  <a:pt x="680" y="165"/>
                </a:cubicBezTo>
                <a:cubicBezTo>
                  <a:pt x="694" y="186"/>
                  <a:pt x="705" y="207"/>
                  <a:pt x="715" y="229"/>
                </a:cubicBezTo>
                <a:cubicBezTo>
                  <a:pt x="725" y="252"/>
                  <a:pt x="732" y="275"/>
                  <a:pt x="737" y="299"/>
                </a:cubicBezTo>
                <a:cubicBezTo>
                  <a:pt x="742" y="323"/>
                  <a:pt x="744" y="347"/>
                  <a:pt x="744" y="372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311" name="圖片 310"/>
          <p:cNvPicPr/>
          <p:nvPr/>
        </p:nvPicPr>
        <p:blipFill>
          <a:blip r:embed="rId8"/>
          <a:stretch>
            <a:fillRect/>
          </a:stretch>
        </p:blipFill>
        <p:spPr>
          <a:xfrm>
            <a:off x="7153200" y="346788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2" name="文字框 311"/>
          <p:cNvSpPr txBox="1"/>
          <p:nvPr/>
        </p:nvSpPr>
        <p:spPr>
          <a:xfrm>
            <a:off x="7432920" y="3080160"/>
            <a:ext cx="268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货币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13" name="文字框 312"/>
          <p:cNvSpPr txBox="1"/>
          <p:nvPr/>
        </p:nvSpPr>
        <p:spPr>
          <a:xfrm>
            <a:off x="7457040" y="3448080"/>
            <a:ext cx="8053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最大的稳定币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14" name="文字框 313"/>
          <p:cNvSpPr txBox="1"/>
          <p:nvPr/>
        </p:nvSpPr>
        <p:spPr>
          <a:xfrm>
            <a:off x="7122600" y="421308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315" name="圖片 314"/>
          <p:cNvPicPr/>
          <p:nvPr/>
        </p:nvPicPr>
        <p:blipFill>
          <a:blip r:embed="rId9"/>
          <a:stretch>
            <a:fillRect/>
          </a:stretch>
        </p:blipFill>
        <p:spPr>
          <a:xfrm>
            <a:off x="7053120" y="449604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6" name="文字框 315"/>
          <p:cNvSpPr txBox="1"/>
          <p:nvPr/>
        </p:nvSpPr>
        <p:spPr>
          <a:xfrm>
            <a:off x="7165080" y="4208400"/>
            <a:ext cx="6714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应用场景：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317" name="圖片 316"/>
          <p:cNvPicPr/>
          <p:nvPr/>
        </p:nvPicPr>
        <p:blipFill>
          <a:blip r:embed="rId10"/>
          <a:stretch>
            <a:fillRect/>
          </a:stretch>
        </p:blipFill>
        <p:spPr>
          <a:xfrm>
            <a:off x="7053120" y="4730040"/>
            <a:ext cx="666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8" name="文字框 317"/>
          <p:cNvSpPr txBox="1"/>
          <p:nvPr/>
        </p:nvSpPr>
        <p:spPr>
          <a:xfrm>
            <a:off x="7256520" y="4475880"/>
            <a:ext cx="9396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加密货币交易所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319" name="圖片 318"/>
          <p:cNvPicPr/>
          <p:nvPr/>
        </p:nvPicPr>
        <p:blipFill>
          <a:blip r:embed="rId11"/>
          <a:stretch>
            <a:fillRect/>
          </a:stretch>
        </p:blipFill>
        <p:spPr>
          <a:xfrm>
            <a:off x="7053120" y="4964040"/>
            <a:ext cx="15012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0" name="文字框 319"/>
          <p:cNvSpPr txBox="1"/>
          <p:nvPr/>
        </p:nvSpPr>
        <p:spPr>
          <a:xfrm>
            <a:off x="7189560" y="4709880"/>
            <a:ext cx="12078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对冲市场波动的工具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21" name="文字框 320"/>
          <p:cNvSpPr txBox="1"/>
          <p:nvPr/>
        </p:nvSpPr>
        <p:spPr>
          <a:xfrm>
            <a:off x="7273080" y="4943880"/>
            <a:ext cx="8053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提供高流动性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22" name="文字框 321"/>
          <p:cNvSpPr txBox="1"/>
          <p:nvPr/>
        </p:nvSpPr>
        <p:spPr>
          <a:xfrm>
            <a:off x="9442080" y="562896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第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23" name="文字框 322"/>
          <p:cNvSpPr txBox="1"/>
          <p:nvPr/>
        </p:nvSpPr>
        <p:spPr>
          <a:xfrm>
            <a:off x="9576000" y="563364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24" name="文字框 323"/>
          <p:cNvSpPr txBox="1"/>
          <p:nvPr/>
        </p:nvSpPr>
        <p:spPr>
          <a:xfrm>
            <a:off x="9660960" y="562896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页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25" name="文字框 324"/>
          <p:cNvSpPr txBox="1"/>
          <p:nvPr/>
        </p:nvSpPr>
        <p:spPr>
          <a:xfrm>
            <a:off x="9794520" y="563364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/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26" name="文字框 325"/>
          <p:cNvSpPr txBox="1"/>
          <p:nvPr/>
        </p:nvSpPr>
        <p:spPr>
          <a:xfrm>
            <a:off x="9924840" y="562896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共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27" name="文字框 326"/>
          <p:cNvSpPr txBox="1"/>
          <p:nvPr/>
        </p:nvSpPr>
        <p:spPr>
          <a:xfrm>
            <a:off x="10058400" y="5633640"/>
            <a:ext cx="171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15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28" name="文字框 327"/>
          <p:cNvSpPr txBox="1"/>
          <p:nvPr/>
        </p:nvSpPr>
        <p:spPr>
          <a:xfrm>
            <a:off x="10228680" y="562896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页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圖片 328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0" name="任意多邊形 329"/>
          <p:cNvSpPr/>
          <p:nvPr/>
        </p:nvSpPr>
        <p:spPr>
          <a:xfrm>
            <a:off x="334080" y="735120"/>
            <a:ext cx="668880" cy="33840"/>
          </a:xfrm>
          <a:custGeom>
            <a:avLst/>
            <a:gdLst/>
            <a:ahLst/>
            <a:cxnLst/>
            <a:rect l="0" t="0" r="r" b="b"/>
            <a:pathLst>
              <a:path w="1858" h="94">
                <a:moveTo>
                  <a:pt x="0" y="0"/>
                </a:moveTo>
                <a:lnTo>
                  <a:pt x="1858" y="0"/>
                </a:lnTo>
                <a:lnTo>
                  <a:pt x="1858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34D3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1" name="文字框 330"/>
          <p:cNvSpPr txBox="1"/>
          <p:nvPr/>
        </p:nvSpPr>
        <p:spPr>
          <a:xfrm>
            <a:off x="334440" y="322560"/>
            <a:ext cx="2970720" cy="34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37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USDC (USD Coin) </a:t>
            </a:r>
            <a:endParaRPr lang="en-US" sz="23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2" name="任意多邊形 331"/>
          <p:cNvSpPr/>
          <p:nvPr/>
        </p:nvSpPr>
        <p:spPr>
          <a:xfrm>
            <a:off x="752040" y="476280"/>
            <a:ext cx="9192600" cy="5532480"/>
          </a:xfrm>
          <a:custGeom>
            <a:avLst/>
            <a:gdLst/>
            <a:ahLst/>
            <a:cxnLst/>
            <a:rect l="0" t="0" r="r" b="b"/>
            <a:pathLst>
              <a:path w="25535" h="15368">
                <a:moveTo>
                  <a:pt x="26" y="215"/>
                </a:moveTo>
                <a:cubicBezTo>
                  <a:pt x="44" y="172"/>
                  <a:pt x="69" y="134"/>
                  <a:pt x="102" y="102"/>
                </a:cubicBezTo>
                <a:cubicBezTo>
                  <a:pt x="134" y="69"/>
                  <a:pt x="172" y="44"/>
                  <a:pt x="215" y="26"/>
                </a:cubicBezTo>
                <a:cubicBezTo>
                  <a:pt x="257" y="8"/>
                  <a:pt x="302" y="0"/>
                  <a:pt x="348" y="0"/>
                </a:cubicBezTo>
                <a:lnTo>
                  <a:pt x="25187" y="0"/>
                </a:lnTo>
                <a:cubicBezTo>
                  <a:pt x="25233" y="0"/>
                  <a:pt x="25277" y="8"/>
                  <a:pt x="25320" y="26"/>
                </a:cubicBezTo>
                <a:cubicBezTo>
                  <a:pt x="25363" y="44"/>
                  <a:pt x="25400" y="69"/>
                  <a:pt x="25433" y="102"/>
                </a:cubicBezTo>
                <a:cubicBezTo>
                  <a:pt x="25466" y="134"/>
                  <a:pt x="25491" y="172"/>
                  <a:pt x="25509" y="215"/>
                </a:cubicBezTo>
                <a:cubicBezTo>
                  <a:pt x="25526" y="257"/>
                  <a:pt x="25535" y="302"/>
                  <a:pt x="25535" y="348"/>
                </a:cubicBezTo>
                <a:lnTo>
                  <a:pt x="25535" y="15019"/>
                </a:lnTo>
                <a:cubicBezTo>
                  <a:pt x="25535" y="15066"/>
                  <a:pt x="25526" y="15110"/>
                  <a:pt x="25509" y="15153"/>
                </a:cubicBezTo>
                <a:cubicBezTo>
                  <a:pt x="25491" y="15195"/>
                  <a:pt x="25466" y="15233"/>
                  <a:pt x="25433" y="15266"/>
                </a:cubicBezTo>
                <a:cubicBezTo>
                  <a:pt x="25400" y="15298"/>
                  <a:pt x="25363" y="15324"/>
                  <a:pt x="25320" y="15341"/>
                </a:cubicBezTo>
                <a:cubicBezTo>
                  <a:pt x="25277" y="15359"/>
                  <a:pt x="25233" y="15368"/>
                  <a:pt x="25187" y="15368"/>
                </a:cubicBezTo>
                <a:lnTo>
                  <a:pt x="348" y="15368"/>
                </a:lnTo>
                <a:cubicBezTo>
                  <a:pt x="302" y="15368"/>
                  <a:pt x="257" y="15359"/>
                  <a:pt x="215" y="15341"/>
                </a:cubicBezTo>
                <a:cubicBezTo>
                  <a:pt x="172" y="15324"/>
                  <a:pt x="134" y="15298"/>
                  <a:pt x="102" y="15266"/>
                </a:cubicBezTo>
                <a:cubicBezTo>
                  <a:pt x="69" y="15233"/>
                  <a:pt x="44" y="15195"/>
                  <a:pt x="26" y="15153"/>
                </a:cubicBezTo>
                <a:cubicBezTo>
                  <a:pt x="9" y="15110"/>
                  <a:pt x="0" y="15066"/>
                  <a:pt x="0" y="15020"/>
                </a:cubicBezTo>
                <a:lnTo>
                  <a:pt x="0" y="348"/>
                </a:lnTo>
                <a:cubicBezTo>
                  <a:pt x="0" y="302"/>
                  <a:pt x="9" y="257"/>
                  <a:pt x="26" y="215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3" name="任意多邊形 332"/>
          <p:cNvSpPr/>
          <p:nvPr/>
        </p:nvSpPr>
        <p:spPr>
          <a:xfrm>
            <a:off x="752040" y="476280"/>
            <a:ext cx="9192600" cy="5532480"/>
          </a:xfrm>
          <a:custGeom>
            <a:avLst/>
            <a:gdLst/>
            <a:ahLst/>
            <a:cxnLst/>
            <a:rect l="0" t="0" r="r" b="b"/>
            <a:pathLst>
              <a:path w="25535" h="15368">
                <a:moveTo>
                  <a:pt x="0" y="15019"/>
                </a:moveTo>
                <a:lnTo>
                  <a:pt x="0" y="348"/>
                </a:lnTo>
                <a:cubicBezTo>
                  <a:pt x="0" y="302"/>
                  <a:pt x="9" y="257"/>
                  <a:pt x="26" y="215"/>
                </a:cubicBezTo>
                <a:cubicBezTo>
                  <a:pt x="44" y="172"/>
                  <a:pt x="69" y="134"/>
                  <a:pt x="102" y="102"/>
                </a:cubicBezTo>
                <a:cubicBezTo>
                  <a:pt x="134" y="69"/>
                  <a:pt x="172" y="44"/>
                  <a:pt x="215" y="26"/>
                </a:cubicBezTo>
                <a:cubicBezTo>
                  <a:pt x="257" y="8"/>
                  <a:pt x="302" y="0"/>
                  <a:pt x="348" y="0"/>
                </a:cubicBezTo>
                <a:lnTo>
                  <a:pt x="25187" y="0"/>
                </a:lnTo>
                <a:cubicBezTo>
                  <a:pt x="25233" y="0"/>
                  <a:pt x="25277" y="8"/>
                  <a:pt x="25320" y="26"/>
                </a:cubicBezTo>
                <a:cubicBezTo>
                  <a:pt x="25363" y="44"/>
                  <a:pt x="25400" y="69"/>
                  <a:pt x="25433" y="102"/>
                </a:cubicBezTo>
                <a:cubicBezTo>
                  <a:pt x="25466" y="134"/>
                  <a:pt x="25491" y="172"/>
                  <a:pt x="25509" y="215"/>
                </a:cubicBezTo>
                <a:cubicBezTo>
                  <a:pt x="25526" y="257"/>
                  <a:pt x="25535" y="302"/>
                  <a:pt x="25535" y="348"/>
                </a:cubicBezTo>
                <a:lnTo>
                  <a:pt x="25535" y="15019"/>
                </a:lnTo>
                <a:cubicBezTo>
                  <a:pt x="25535" y="15066"/>
                  <a:pt x="25526" y="15110"/>
                  <a:pt x="25509" y="15153"/>
                </a:cubicBezTo>
                <a:cubicBezTo>
                  <a:pt x="25491" y="15195"/>
                  <a:pt x="25466" y="15233"/>
                  <a:pt x="25433" y="15266"/>
                </a:cubicBezTo>
                <a:cubicBezTo>
                  <a:pt x="25400" y="15298"/>
                  <a:pt x="25363" y="15324"/>
                  <a:pt x="25320" y="15341"/>
                </a:cubicBezTo>
                <a:cubicBezTo>
                  <a:pt x="25277" y="15359"/>
                  <a:pt x="25233" y="15368"/>
                  <a:pt x="25187" y="15368"/>
                </a:cubicBezTo>
                <a:lnTo>
                  <a:pt x="348" y="15368"/>
                </a:lnTo>
                <a:cubicBezTo>
                  <a:pt x="302" y="15368"/>
                  <a:pt x="257" y="15359"/>
                  <a:pt x="215" y="15341"/>
                </a:cubicBezTo>
                <a:cubicBezTo>
                  <a:pt x="172" y="15324"/>
                  <a:pt x="134" y="15298"/>
                  <a:pt x="102" y="15266"/>
                </a:cubicBezTo>
                <a:cubicBezTo>
                  <a:pt x="69" y="15233"/>
                  <a:pt x="44" y="15195"/>
                  <a:pt x="26" y="15153"/>
                </a:cubicBezTo>
                <a:cubicBezTo>
                  <a:pt x="9" y="15110"/>
                  <a:pt x="0" y="15066"/>
                  <a:pt x="0" y="15019"/>
                </a:cubicBezTo>
                <a:moveTo>
                  <a:pt x="23" y="348"/>
                </a:moveTo>
                <a:lnTo>
                  <a:pt x="23" y="15019"/>
                </a:lnTo>
                <a:cubicBezTo>
                  <a:pt x="23" y="15041"/>
                  <a:pt x="25" y="15062"/>
                  <a:pt x="29" y="15083"/>
                </a:cubicBezTo>
                <a:cubicBezTo>
                  <a:pt x="33" y="15104"/>
                  <a:pt x="39" y="15124"/>
                  <a:pt x="48" y="15144"/>
                </a:cubicBezTo>
                <a:cubicBezTo>
                  <a:pt x="56" y="15164"/>
                  <a:pt x="66" y="15182"/>
                  <a:pt x="78" y="15200"/>
                </a:cubicBezTo>
                <a:cubicBezTo>
                  <a:pt x="90" y="15218"/>
                  <a:pt x="103" y="15234"/>
                  <a:pt x="118" y="15249"/>
                </a:cubicBezTo>
                <a:cubicBezTo>
                  <a:pt x="133" y="15264"/>
                  <a:pt x="150" y="15278"/>
                  <a:pt x="167" y="15290"/>
                </a:cubicBezTo>
                <a:cubicBezTo>
                  <a:pt x="185" y="15302"/>
                  <a:pt x="204" y="15312"/>
                  <a:pt x="224" y="15320"/>
                </a:cubicBezTo>
                <a:cubicBezTo>
                  <a:pt x="243" y="15328"/>
                  <a:pt x="264" y="15334"/>
                  <a:pt x="284" y="15338"/>
                </a:cubicBezTo>
                <a:cubicBezTo>
                  <a:pt x="305" y="15342"/>
                  <a:pt x="327" y="15344"/>
                  <a:pt x="348" y="15344"/>
                </a:cubicBezTo>
                <a:lnTo>
                  <a:pt x="25187" y="15344"/>
                </a:lnTo>
                <a:cubicBezTo>
                  <a:pt x="25208" y="15344"/>
                  <a:pt x="25229" y="15342"/>
                  <a:pt x="25250" y="15338"/>
                </a:cubicBezTo>
                <a:cubicBezTo>
                  <a:pt x="25271" y="15334"/>
                  <a:pt x="25291" y="15328"/>
                  <a:pt x="25311" y="15320"/>
                </a:cubicBezTo>
                <a:cubicBezTo>
                  <a:pt x="25331" y="15312"/>
                  <a:pt x="25350" y="15302"/>
                  <a:pt x="25367" y="15290"/>
                </a:cubicBezTo>
                <a:cubicBezTo>
                  <a:pt x="25385" y="15278"/>
                  <a:pt x="25402" y="15264"/>
                  <a:pt x="25417" y="15249"/>
                </a:cubicBezTo>
                <a:cubicBezTo>
                  <a:pt x="25432" y="15234"/>
                  <a:pt x="25445" y="15218"/>
                  <a:pt x="25457" y="15200"/>
                </a:cubicBezTo>
                <a:cubicBezTo>
                  <a:pt x="25469" y="15182"/>
                  <a:pt x="25479" y="15164"/>
                  <a:pt x="25487" y="15144"/>
                </a:cubicBezTo>
                <a:cubicBezTo>
                  <a:pt x="25495" y="15124"/>
                  <a:pt x="25501" y="15104"/>
                  <a:pt x="25506" y="15083"/>
                </a:cubicBezTo>
                <a:cubicBezTo>
                  <a:pt x="25510" y="15062"/>
                  <a:pt x="25512" y="15041"/>
                  <a:pt x="25512" y="15019"/>
                </a:cubicBezTo>
                <a:lnTo>
                  <a:pt x="25512" y="348"/>
                </a:lnTo>
                <a:cubicBezTo>
                  <a:pt x="25512" y="327"/>
                  <a:pt x="25510" y="305"/>
                  <a:pt x="25506" y="284"/>
                </a:cubicBezTo>
                <a:cubicBezTo>
                  <a:pt x="25501" y="264"/>
                  <a:pt x="25495" y="243"/>
                  <a:pt x="25487" y="223"/>
                </a:cubicBezTo>
                <a:cubicBezTo>
                  <a:pt x="25479" y="204"/>
                  <a:pt x="25469" y="185"/>
                  <a:pt x="25457" y="167"/>
                </a:cubicBezTo>
                <a:cubicBezTo>
                  <a:pt x="25445" y="150"/>
                  <a:pt x="25432" y="133"/>
                  <a:pt x="25417" y="118"/>
                </a:cubicBezTo>
                <a:cubicBezTo>
                  <a:pt x="25402" y="103"/>
                  <a:pt x="25385" y="89"/>
                  <a:pt x="25367" y="78"/>
                </a:cubicBezTo>
                <a:cubicBezTo>
                  <a:pt x="25350" y="66"/>
                  <a:pt x="25331" y="56"/>
                  <a:pt x="25311" y="48"/>
                </a:cubicBezTo>
                <a:cubicBezTo>
                  <a:pt x="25291" y="39"/>
                  <a:pt x="25271" y="33"/>
                  <a:pt x="25250" y="29"/>
                </a:cubicBezTo>
                <a:cubicBezTo>
                  <a:pt x="25229" y="25"/>
                  <a:pt x="25208" y="23"/>
                  <a:pt x="25187" y="23"/>
                </a:cubicBezTo>
                <a:lnTo>
                  <a:pt x="348" y="23"/>
                </a:lnTo>
                <a:cubicBezTo>
                  <a:pt x="327" y="23"/>
                  <a:pt x="305" y="25"/>
                  <a:pt x="284" y="29"/>
                </a:cubicBezTo>
                <a:cubicBezTo>
                  <a:pt x="264" y="33"/>
                  <a:pt x="243" y="39"/>
                  <a:pt x="224" y="48"/>
                </a:cubicBezTo>
                <a:cubicBezTo>
                  <a:pt x="204" y="56"/>
                  <a:pt x="185" y="66"/>
                  <a:pt x="167" y="78"/>
                </a:cubicBezTo>
                <a:cubicBezTo>
                  <a:pt x="150" y="89"/>
                  <a:pt x="133" y="103"/>
                  <a:pt x="118" y="118"/>
                </a:cubicBezTo>
                <a:cubicBezTo>
                  <a:pt x="103" y="133"/>
                  <a:pt x="90" y="150"/>
                  <a:pt x="78" y="167"/>
                </a:cubicBezTo>
                <a:cubicBezTo>
                  <a:pt x="66" y="185"/>
                  <a:pt x="56" y="204"/>
                  <a:pt x="48" y="223"/>
                </a:cubicBezTo>
                <a:cubicBezTo>
                  <a:pt x="39" y="243"/>
                  <a:pt x="33" y="264"/>
                  <a:pt x="29" y="284"/>
                </a:cubicBezTo>
                <a:cubicBezTo>
                  <a:pt x="25" y="305"/>
                  <a:pt x="23" y="327"/>
                  <a:pt x="23" y="348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4" name="任意多邊形 333"/>
          <p:cNvSpPr/>
          <p:nvPr/>
        </p:nvSpPr>
        <p:spPr>
          <a:xfrm>
            <a:off x="1027800" y="4813200"/>
            <a:ext cx="8641080" cy="919800"/>
          </a:xfrm>
          <a:custGeom>
            <a:avLst/>
            <a:gdLst/>
            <a:ahLst/>
            <a:cxnLst/>
            <a:rect l="0" t="0" r="r" b="b"/>
            <a:pathLst>
              <a:path w="24003" h="2555">
                <a:moveTo>
                  <a:pt x="14" y="115"/>
                </a:moveTo>
                <a:cubicBezTo>
                  <a:pt x="23" y="92"/>
                  <a:pt x="37" y="72"/>
                  <a:pt x="54" y="55"/>
                </a:cubicBezTo>
                <a:cubicBezTo>
                  <a:pt x="72" y="37"/>
                  <a:pt x="92" y="24"/>
                  <a:pt x="114" y="14"/>
                </a:cubicBezTo>
                <a:cubicBezTo>
                  <a:pt x="137" y="5"/>
                  <a:pt x="161" y="0"/>
                  <a:pt x="185" y="0"/>
                </a:cubicBezTo>
                <a:lnTo>
                  <a:pt x="23817" y="0"/>
                </a:lnTo>
                <a:cubicBezTo>
                  <a:pt x="23842" y="0"/>
                  <a:pt x="23866" y="5"/>
                  <a:pt x="23888" y="14"/>
                </a:cubicBezTo>
                <a:cubicBezTo>
                  <a:pt x="23911" y="24"/>
                  <a:pt x="23931" y="37"/>
                  <a:pt x="23949" y="55"/>
                </a:cubicBezTo>
                <a:cubicBezTo>
                  <a:pt x="23966" y="72"/>
                  <a:pt x="23979" y="92"/>
                  <a:pt x="23989" y="115"/>
                </a:cubicBezTo>
                <a:cubicBezTo>
                  <a:pt x="23998" y="138"/>
                  <a:pt x="24003" y="161"/>
                  <a:pt x="24003" y="186"/>
                </a:cubicBezTo>
                <a:lnTo>
                  <a:pt x="24003" y="2369"/>
                </a:lnTo>
                <a:cubicBezTo>
                  <a:pt x="24003" y="2394"/>
                  <a:pt x="23998" y="2417"/>
                  <a:pt x="23989" y="2440"/>
                </a:cubicBezTo>
                <a:cubicBezTo>
                  <a:pt x="23979" y="2463"/>
                  <a:pt x="23966" y="2483"/>
                  <a:pt x="23949" y="2500"/>
                </a:cubicBezTo>
                <a:cubicBezTo>
                  <a:pt x="23931" y="2518"/>
                  <a:pt x="23911" y="2531"/>
                  <a:pt x="23888" y="2541"/>
                </a:cubicBezTo>
                <a:cubicBezTo>
                  <a:pt x="23866" y="2550"/>
                  <a:pt x="23842" y="2555"/>
                  <a:pt x="23817" y="2555"/>
                </a:cubicBezTo>
                <a:lnTo>
                  <a:pt x="185" y="2555"/>
                </a:lnTo>
                <a:cubicBezTo>
                  <a:pt x="161" y="2555"/>
                  <a:pt x="137" y="2550"/>
                  <a:pt x="114" y="2541"/>
                </a:cubicBezTo>
                <a:cubicBezTo>
                  <a:pt x="92" y="2531"/>
                  <a:pt x="72" y="2518"/>
                  <a:pt x="54" y="2500"/>
                </a:cubicBezTo>
                <a:cubicBezTo>
                  <a:pt x="37" y="2483"/>
                  <a:pt x="23" y="2463"/>
                  <a:pt x="14" y="2440"/>
                </a:cubicBezTo>
                <a:cubicBezTo>
                  <a:pt x="4" y="2417"/>
                  <a:pt x="0" y="2394"/>
                  <a:pt x="0" y="2369"/>
                </a:cubicBezTo>
                <a:lnTo>
                  <a:pt x="0" y="186"/>
                </a:lnTo>
                <a:cubicBezTo>
                  <a:pt x="0" y="161"/>
                  <a:pt x="4" y="138"/>
                  <a:pt x="14" y="115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5" name="任意多邊形 334"/>
          <p:cNvSpPr/>
          <p:nvPr/>
        </p:nvSpPr>
        <p:spPr>
          <a:xfrm>
            <a:off x="1027800" y="4813200"/>
            <a:ext cx="8641080" cy="919800"/>
          </a:xfrm>
          <a:custGeom>
            <a:avLst/>
            <a:gdLst/>
            <a:ahLst/>
            <a:cxnLst/>
            <a:rect l="0" t="0" r="r" b="b"/>
            <a:pathLst>
              <a:path w="24003" h="2555">
                <a:moveTo>
                  <a:pt x="0" y="2369"/>
                </a:moveTo>
                <a:lnTo>
                  <a:pt x="0" y="186"/>
                </a:lnTo>
                <a:cubicBezTo>
                  <a:pt x="0" y="161"/>
                  <a:pt x="4" y="138"/>
                  <a:pt x="14" y="115"/>
                </a:cubicBezTo>
                <a:cubicBezTo>
                  <a:pt x="23" y="92"/>
                  <a:pt x="37" y="72"/>
                  <a:pt x="54" y="55"/>
                </a:cubicBezTo>
                <a:cubicBezTo>
                  <a:pt x="72" y="37"/>
                  <a:pt x="92" y="24"/>
                  <a:pt x="114" y="14"/>
                </a:cubicBezTo>
                <a:cubicBezTo>
                  <a:pt x="137" y="5"/>
                  <a:pt x="161" y="0"/>
                  <a:pt x="185" y="0"/>
                </a:cubicBezTo>
                <a:lnTo>
                  <a:pt x="23817" y="0"/>
                </a:lnTo>
                <a:cubicBezTo>
                  <a:pt x="23842" y="0"/>
                  <a:pt x="23866" y="5"/>
                  <a:pt x="23888" y="14"/>
                </a:cubicBezTo>
                <a:cubicBezTo>
                  <a:pt x="23911" y="24"/>
                  <a:pt x="23931" y="37"/>
                  <a:pt x="23949" y="55"/>
                </a:cubicBezTo>
                <a:cubicBezTo>
                  <a:pt x="23966" y="72"/>
                  <a:pt x="23979" y="92"/>
                  <a:pt x="23989" y="115"/>
                </a:cubicBezTo>
                <a:cubicBezTo>
                  <a:pt x="23998" y="138"/>
                  <a:pt x="24003" y="161"/>
                  <a:pt x="24003" y="186"/>
                </a:cubicBezTo>
                <a:lnTo>
                  <a:pt x="24003" y="2369"/>
                </a:lnTo>
                <a:cubicBezTo>
                  <a:pt x="24003" y="2394"/>
                  <a:pt x="23998" y="2417"/>
                  <a:pt x="23989" y="2440"/>
                </a:cubicBezTo>
                <a:cubicBezTo>
                  <a:pt x="23979" y="2463"/>
                  <a:pt x="23966" y="2483"/>
                  <a:pt x="23949" y="2500"/>
                </a:cubicBezTo>
                <a:cubicBezTo>
                  <a:pt x="23931" y="2518"/>
                  <a:pt x="23911" y="2531"/>
                  <a:pt x="23888" y="2541"/>
                </a:cubicBezTo>
                <a:cubicBezTo>
                  <a:pt x="23866" y="2550"/>
                  <a:pt x="23842" y="2555"/>
                  <a:pt x="23817" y="2555"/>
                </a:cubicBezTo>
                <a:lnTo>
                  <a:pt x="185" y="2555"/>
                </a:lnTo>
                <a:cubicBezTo>
                  <a:pt x="161" y="2555"/>
                  <a:pt x="137" y="2550"/>
                  <a:pt x="114" y="2541"/>
                </a:cubicBezTo>
                <a:cubicBezTo>
                  <a:pt x="92" y="2531"/>
                  <a:pt x="72" y="2518"/>
                  <a:pt x="54" y="2500"/>
                </a:cubicBezTo>
                <a:cubicBezTo>
                  <a:pt x="37" y="2483"/>
                  <a:pt x="23" y="2463"/>
                  <a:pt x="14" y="2440"/>
                </a:cubicBezTo>
                <a:cubicBezTo>
                  <a:pt x="4" y="2417"/>
                  <a:pt x="0" y="2394"/>
                  <a:pt x="0" y="2369"/>
                </a:cubicBezTo>
                <a:moveTo>
                  <a:pt x="23" y="186"/>
                </a:moveTo>
                <a:lnTo>
                  <a:pt x="23" y="2369"/>
                </a:lnTo>
                <a:cubicBezTo>
                  <a:pt x="23" y="2380"/>
                  <a:pt x="24" y="2390"/>
                  <a:pt x="26" y="2401"/>
                </a:cubicBezTo>
                <a:cubicBezTo>
                  <a:pt x="28" y="2411"/>
                  <a:pt x="31" y="2421"/>
                  <a:pt x="35" y="2431"/>
                </a:cubicBezTo>
                <a:cubicBezTo>
                  <a:pt x="39" y="2441"/>
                  <a:pt x="44" y="2450"/>
                  <a:pt x="50" y="2459"/>
                </a:cubicBezTo>
                <a:cubicBezTo>
                  <a:pt x="56" y="2468"/>
                  <a:pt x="63" y="2476"/>
                  <a:pt x="71" y="2484"/>
                </a:cubicBezTo>
                <a:cubicBezTo>
                  <a:pt x="78" y="2491"/>
                  <a:pt x="86" y="2498"/>
                  <a:pt x="95" y="2504"/>
                </a:cubicBezTo>
                <a:cubicBezTo>
                  <a:pt x="104" y="2510"/>
                  <a:pt x="113" y="2515"/>
                  <a:pt x="123" y="2519"/>
                </a:cubicBezTo>
                <a:cubicBezTo>
                  <a:pt x="133" y="2523"/>
                  <a:pt x="143" y="2526"/>
                  <a:pt x="154" y="2528"/>
                </a:cubicBezTo>
                <a:cubicBezTo>
                  <a:pt x="164" y="2530"/>
                  <a:pt x="175" y="2531"/>
                  <a:pt x="185" y="2531"/>
                </a:cubicBezTo>
                <a:lnTo>
                  <a:pt x="23817" y="2531"/>
                </a:lnTo>
                <a:cubicBezTo>
                  <a:pt x="23828" y="2531"/>
                  <a:pt x="23839" y="2530"/>
                  <a:pt x="23849" y="2528"/>
                </a:cubicBezTo>
                <a:cubicBezTo>
                  <a:pt x="23859" y="2526"/>
                  <a:pt x="23870" y="2523"/>
                  <a:pt x="23879" y="2519"/>
                </a:cubicBezTo>
                <a:cubicBezTo>
                  <a:pt x="23889" y="2515"/>
                  <a:pt x="23899" y="2510"/>
                  <a:pt x="23908" y="2504"/>
                </a:cubicBezTo>
                <a:cubicBezTo>
                  <a:pt x="23916" y="2498"/>
                  <a:pt x="23925" y="2491"/>
                  <a:pt x="23932" y="2484"/>
                </a:cubicBezTo>
                <a:cubicBezTo>
                  <a:pt x="23940" y="2476"/>
                  <a:pt x="23946" y="2468"/>
                  <a:pt x="23952" y="2459"/>
                </a:cubicBezTo>
                <a:cubicBezTo>
                  <a:pt x="23958" y="2450"/>
                  <a:pt x="23963" y="2441"/>
                  <a:pt x="23967" y="2431"/>
                </a:cubicBezTo>
                <a:cubicBezTo>
                  <a:pt x="23972" y="2421"/>
                  <a:pt x="23975" y="2411"/>
                  <a:pt x="23977" y="2401"/>
                </a:cubicBezTo>
                <a:cubicBezTo>
                  <a:pt x="23979" y="2390"/>
                  <a:pt x="23980" y="2380"/>
                  <a:pt x="23980" y="2369"/>
                </a:cubicBezTo>
                <a:lnTo>
                  <a:pt x="23980" y="186"/>
                </a:lnTo>
                <a:cubicBezTo>
                  <a:pt x="23980" y="175"/>
                  <a:pt x="23979" y="165"/>
                  <a:pt x="23977" y="154"/>
                </a:cubicBezTo>
                <a:cubicBezTo>
                  <a:pt x="23975" y="144"/>
                  <a:pt x="23972" y="134"/>
                  <a:pt x="23967" y="124"/>
                </a:cubicBezTo>
                <a:cubicBezTo>
                  <a:pt x="23963" y="114"/>
                  <a:pt x="23958" y="105"/>
                  <a:pt x="23952" y="96"/>
                </a:cubicBezTo>
                <a:cubicBezTo>
                  <a:pt x="23946" y="87"/>
                  <a:pt x="23940" y="79"/>
                  <a:pt x="23932" y="71"/>
                </a:cubicBezTo>
                <a:cubicBezTo>
                  <a:pt x="23925" y="63"/>
                  <a:pt x="23916" y="57"/>
                  <a:pt x="23908" y="51"/>
                </a:cubicBezTo>
                <a:cubicBezTo>
                  <a:pt x="23899" y="45"/>
                  <a:pt x="23889" y="40"/>
                  <a:pt x="23879" y="36"/>
                </a:cubicBezTo>
                <a:cubicBezTo>
                  <a:pt x="23870" y="32"/>
                  <a:pt x="23859" y="29"/>
                  <a:pt x="23849" y="27"/>
                </a:cubicBezTo>
                <a:cubicBezTo>
                  <a:pt x="23839" y="24"/>
                  <a:pt x="23828" y="23"/>
                  <a:pt x="23817" y="23"/>
                </a:cubicBezTo>
                <a:lnTo>
                  <a:pt x="185" y="23"/>
                </a:lnTo>
                <a:cubicBezTo>
                  <a:pt x="175" y="23"/>
                  <a:pt x="164" y="24"/>
                  <a:pt x="154" y="27"/>
                </a:cubicBezTo>
                <a:cubicBezTo>
                  <a:pt x="143" y="29"/>
                  <a:pt x="133" y="32"/>
                  <a:pt x="123" y="36"/>
                </a:cubicBezTo>
                <a:cubicBezTo>
                  <a:pt x="113" y="40"/>
                  <a:pt x="104" y="45"/>
                  <a:pt x="95" y="51"/>
                </a:cubicBezTo>
                <a:cubicBezTo>
                  <a:pt x="86" y="57"/>
                  <a:pt x="78" y="63"/>
                  <a:pt x="71" y="71"/>
                </a:cubicBezTo>
                <a:cubicBezTo>
                  <a:pt x="63" y="79"/>
                  <a:pt x="56" y="87"/>
                  <a:pt x="50" y="96"/>
                </a:cubicBezTo>
                <a:cubicBezTo>
                  <a:pt x="44" y="105"/>
                  <a:pt x="39" y="114"/>
                  <a:pt x="35" y="124"/>
                </a:cubicBezTo>
                <a:cubicBezTo>
                  <a:pt x="31" y="134"/>
                  <a:pt x="28" y="144"/>
                  <a:pt x="26" y="154"/>
                </a:cubicBezTo>
                <a:cubicBezTo>
                  <a:pt x="24" y="165"/>
                  <a:pt x="23" y="175"/>
                  <a:pt x="23" y="186"/>
                </a:cubicBezTo>
                <a:close/>
              </a:path>
            </a:pathLst>
          </a:custGeom>
          <a:solidFill>
            <a:srgbClr val="FFFFFF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6" name="文字框 335"/>
          <p:cNvSpPr txBox="1"/>
          <p:nvPr/>
        </p:nvSpPr>
        <p:spPr>
          <a:xfrm>
            <a:off x="3310200" y="312120"/>
            <a:ext cx="601200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37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剖析</a:t>
            </a:r>
            <a:endParaRPr lang="en-US" sz="23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7" name="文字框 336"/>
          <p:cNvSpPr txBox="1"/>
          <p:nvPr/>
        </p:nvSpPr>
        <p:spPr>
          <a:xfrm>
            <a:off x="1425600" y="772560"/>
            <a:ext cx="47592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USDC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8" name="文字框 337"/>
          <p:cNvSpPr txBox="1"/>
          <p:nvPr/>
        </p:nvSpPr>
        <p:spPr>
          <a:xfrm>
            <a:off x="1899360" y="766800"/>
            <a:ext cx="33588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，即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9" name="文字框 338"/>
          <p:cNvSpPr txBox="1"/>
          <p:nvPr/>
        </p:nvSpPr>
        <p:spPr>
          <a:xfrm>
            <a:off x="2233800" y="772560"/>
            <a:ext cx="7848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USD Coin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0" name="文字框 339"/>
          <p:cNvSpPr txBox="1"/>
          <p:nvPr/>
        </p:nvSpPr>
        <p:spPr>
          <a:xfrm>
            <a:off x="3015360" y="766800"/>
            <a:ext cx="50364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，是由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1" name="文字框 340"/>
          <p:cNvSpPr txBox="1"/>
          <p:nvPr/>
        </p:nvSpPr>
        <p:spPr>
          <a:xfrm>
            <a:off x="3516480" y="772560"/>
            <a:ext cx="4752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Circle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2" name="文字框 341"/>
          <p:cNvSpPr txBox="1"/>
          <p:nvPr/>
        </p:nvSpPr>
        <p:spPr>
          <a:xfrm>
            <a:off x="3985920" y="766800"/>
            <a:ext cx="134172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公司发行并由其与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3" name="文字框 342"/>
          <p:cNvSpPr txBox="1"/>
          <p:nvPr/>
        </p:nvSpPr>
        <p:spPr>
          <a:xfrm>
            <a:off x="5322960" y="772560"/>
            <a:ext cx="77292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Coinbase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4" name="文字框 343"/>
          <p:cNvSpPr txBox="1"/>
          <p:nvPr/>
        </p:nvSpPr>
        <p:spPr>
          <a:xfrm>
            <a:off x="6092640" y="766800"/>
            <a:ext cx="83880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共同创立的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5" name="文字框 344"/>
          <p:cNvSpPr txBox="1"/>
          <p:nvPr/>
        </p:nvSpPr>
        <p:spPr>
          <a:xfrm>
            <a:off x="6928560" y="772560"/>
            <a:ext cx="67392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CENTRE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6" name="文字框 345"/>
          <p:cNvSpPr txBox="1"/>
          <p:nvPr/>
        </p:nvSpPr>
        <p:spPr>
          <a:xfrm>
            <a:off x="7599600" y="766800"/>
            <a:ext cx="167724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联盟管理的美元稳定币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7" name="任意多邊形 346"/>
          <p:cNvSpPr/>
          <p:nvPr/>
        </p:nvSpPr>
        <p:spPr>
          <a:xfrm>
            <a:off x="1169640" y="4955400"/>
            <a:ext cx="334800" cy="334440"/>
          </a:xfrm>
          <a:custGeom>
            <a:avLst/>
            <a:gdLst/>
            <a:ahLst/>
            <a:cxnLst/>
            <a:rect l="0" t="0" r="r" b="b"/>
            <a:pathLst>
              <a:path w="930" h="929">
                <a:moveTo>
                  <a:pt x="36" y="286"/>
                </a:moveTo>
                <a:cubicBezTo>
                  <a:pt x="59" y="230"/>
                  <a:pt x="93" y="179"/>
                  <a:pt x="136" y="136"/>
                </a:cubicBezTo>
                <a:cubicBezTo>
                  <a:pt x="180" y="92"/>
                  <a:pt x="230" y="59"/>
                  <a:pt x="287" y="35"/>
                </a:cubicBezTo>
                <a:cubicBezTo>
                  <a:pt x="344" y="12"/>
                  <a:pt x="403" y="0"/>
                  <a:pt x="465" y="0"/>
                </a:cubicBezTo>
                <a:cubicBezTo>
                  <a:pt x="526" y="0"/>
                  <a:pt x="585" y="12"/>
                  <a:pt x="642" y="35"/>
                </a:cubicBezTo>
                <a:cubicBezTo>
                  <a:pt x="699" y="59"/>
                  <a:pt x="749" y="92"/>
                  <a:pt x="793" y="136"/>
                </a:cubicBezTo>
                <a:cubicBezTo>
                  <a:pt x="836" y="179"/>
                  <a:pt x="870" y="230"/>
                  <a:pt x="894" y="286"/>
                </a:cubicBezTo>
                <a:cubicBezTo>
                  <a:pt x="917" y="343"/>
                  <a:pt x="930" y="403"/>
                  <a:pt x="930" y="464"/>
                </a:cubicBezTo>
                <a:cubicBezTo>
                  <a:pt x="930" y="526"/>
                  <a:pt x="917" y="585"/>
                  <a:pt x="894" y="643"/>
                </a:cubicBezTo>
                <a:cubicBezTo>
                  <a:pt x="870" y="700"/>
                  <a:pt x="836" y="750"/>
                  <a:pt x="793" y="793"/>
                </a:cubicBezTo>
                <a:cubicBezTo>
                  <a:pt x="749" y="837"/>
                  <a:pt x="699" y="870"/>
                  <a:pt x="642" y="894"/>
                </a:cubicBezTo>
                <a:cubicBezTo>
                  <a:pt x="585" y="918"/>
                  <a:pt x="526" y="929"/>
                  <a:pt x="465" y="929"/>
                </a:cubicBezTo>
                <a:cubicBezTo>
                  <a:pt x="403" y="929"/>
                  <a:pt x="344" y="918"/>
                  <a:pt x="287" y="894"/>
                </a:cubicBezTo>
                <a:cubicBezTo>
                  <a:pt x="230" y="870"/>
                  <a:pt x="180" y="837"/>
                  <a:pt x="136" y="793"/>
                </a:cubicBezTo>
                <a:cubicBezTo>
                  <a:pt x="93" y="750"/>
                  <a:pt x="59" y="700"/>
                  <a:pt x="36" y="643"/>
                </a:cubicBezTo>
                <a:cubicBezTo>
                  <a:pt x="12" y="585"/>
                  <a:pt x="0" y="526"/>
                  <a:pt x="0" y="464"/>
                </a:cubicBezTo>
                <a:cubicBezTo>
                  <a:pt x="0" y="403"/>
                  <a:pt x="12" y="343"/>
                  <a:pt x="36" y="286"/>
                </a:cubicBezTo>
                <a:close/>
              </a:path>
            </a:pathLst>
          </a:custGeom>
          <a:solidFill>
            <a:srgbClr val="4CD137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8" name="任意多邊形 347"/>
          <p:cNvSpPr/>
          <p:nvPr/>
        </p:nvSpPr>
        <p:spPr>
          <a:xfrm>
            <a:off x="1169640" y="4955400"/>
            <a:ext cx="334800" cy="334440"/>
          </a:xfrm>
          <a:custGeom>
            <a:avLst/>
            <a:gdLst/>
            <a:ahLst/>
            <a:cxnLst/>
            <a:rect l="0" t="0" r="r" b="b"/>
            <a:pathLst>
              <a:path w="930" h="929">
                <a:moveTo>
                  <a:pt x="0" y="464"/>
                </a:moveTo>
                <a:cubicBezTo>
                  <a:pt x="0" y="403"/>
                  <a:pt x="12" y="343"/>
                  <a:pt x="36" y="286"/>
                </a:cubicBezTo>
                <a:cubicBezTo>
                  <a:pt x="59" y="230"/>
                  <a:pt x="93" y="179"/>
                  <a:pt x="136" y="136"/>
                </a:cubicBezTo>
                <a:cubicBezTo>
                  <a:pt x="180" y="92"/>
                  <a:pt x="230" y="59"/>
                  <a:pt x="287" y="35"/>
                </a:cubicBezTo>
                <a:cubicBezTo>
                  <a:pt x="344" y="12"/>
                  <a:pt x="403" y="0"/>
                  <a:pt x="465" y="0"/>
                </a:cubicBezTo>
                <a:cubicBezTo>
                  <a:pt x="526" y="0"/>
                  <a:pt x="585" y="12"/>
                  <a:pt x="642" y="35"/>
                </a:cubicBezTo>
                <a:cubicBezTo>
                  <a:pt x="699" y="59"/>
                  <a:pt x="749" y="92"/>
                  <a:pt x="793" y="136"/>
                </a:cubicBezTo>
                <a:cubicBezTo>
                  <a:pt x="836" y="179"/>
                  <a:pt x="870" y="230"/>
                  <a:pt x="894" y="286"/>
                </a:cubicBezTo>
                <a:cubicBezTo>
                  <a:pt x="917" y="343"/>
                  <a:pt x="930" y="403"/>
                  <a:pt x="930" y="464"/>
                </a:cubicBezTo>
                <a:cubicBezTo>
                  <a:pt x="930" y="526"/>
                  <a:pt x="917" y="585"/>
                  <a:pt x="894" y="643"/>
                </a:cubicBezTo>
                <a:cubicBezTo>
                  <a:pt x="870" y="700"/>
                  <a:pt x="836" y="750"/>
                  <a:pt x="793" y="793"/>
                </a:cubicBezTo>
                <a:cubicBezTo>
                  <a:pt x="749" y="837"/>
                  <a:pt x="699" y="870"/>
                  <a:pt x="642" y="894"/>
                </a:cubicBezTo>
                <a:cubicBezTo>
                  <a:pt x="585" y="918"/>
                  <a:pt x="526" y="929"/>
                  <a:pt x="465" y="929"/>
                </a:cubicBezTo>
                <a:cubicBezTo>
                  <a:pt x="403" y="929"/>
                  <a:pt x="344" y="918"/>
                  <a:pt x="287" y="894"/>
                </a:cubicBezTo>
                <a:cubicBezTo>
                  <a:pt x="230" y="870"/>
                  <a:pt x="180" y="837"/>
                  <a:pt x="136" y="793"/>
                </a:cubicBezTo>
                <a:cubicBezTo>
                  <a:pt x="93" y="750"/>
                  <a:pt x="59" y="700"/>
                  <a:pt x="36" y="643"/>
                </a:cubicBezTo>
                <a:cubicBezTo>
                  <a:pt x="12" y="585"/>
                  <a:pt x="0" y="526"/>
                  <a:pt x="0" y="464"/>
                </a:cubicBezTo>
                <a:moveTo>
                  <a:pt x="465" y="23"/>
                </a:moveTo>
                <a:cubicBezTo>
                  <a:pt x="436" y="23"/>
                  <a:pt x="407" y="26"/>
                  <a:pt x="379" y="32"/>
                </a:cubicBezTo>
                <a:cubicBezTo>
                  <a:pt x="350" y="37"/>
                  <a:pt x="323" y="46"/>
                  <a:pt x="296" y="57"/>
                </a:cubicBezTo>
                <a:cubicBezTo>
                  <a:pt x="269" y="68"/>
                  <a:pt x="244" y="81"/>
                  <a:pt x="220" y="97"/>
                </a:cubicBezTo>
                <a:cubicBezTo>
                  <a:pt x="195" y="113"/>
                  <a:pt x="173" y="132"/>
                  <a:pt x="153" y="152"/>
                </a:cubicBezTo>
                <a:cubicBezTo>
                  <a:pt x="132" y="173"/>
                  <a:pt x="114" y="195"/>
                  <a:pt x="98" y="219"/>
                </a:cubicBezTo>
                <a:cubicBezTo>
                  <a:pt x="82" y="243"/>
                  <a:pt x="68" y="269"/>
                  <a:pt x="57" y="295"/>
                </a:cubicBezTo>
                <a:cubicBezTo>
                  <a:pt x="46" y="322"/>
                  <a:pt x="38" y="350"/>
                  <a:pt x="32" y="378"/>
                </a:cubicBezTo>
                <a:cubicBezTo>
                  <a:pt x="26" y="406"/>
                  <a:pt x="24" y="435"/>
                  <a:pt x="24" y="464"/>
                </a:cubicBezTo>
                <a:cubicBezTo>
                  <a:pt x="24" y="493"/>
                  <a:pt x="26" y="522"/>
                  <a:pt x="32" y="550"/>
                </a:cubicBezTo>
                <a:cubicBezTo>
                  <a:pt x="38" y="579"/>
                  <a:pt x="46" y="606"/>
                  <a:pt x="57" y="634"/>
                </a:cubicBezTo>
                <a:cubicBezTo>
                  <a:pt x="68" y="661"/>
                  <a:pt x="82" y="686"/>
                  <a:pt x="98" y="710"/>
                </a:cubicBezTo>
                <a:cubicBezTo>
                  <a:pt x="114" y="734"/>
                  <a:pt x="132" y="756"/>
                  <a:pt x="153" y="777"/>
                </a:cubicBezTo>
                <a:cubicBezTo>
                  <a:pt x="173" y="797"/>
                  <a:pt x="195" y="816"/>
                  <a:pt x="220" y="832"/>
                </a:cubicBezTo>
                <a:cubicBezTo>
                  <a:pt x="244" y="848"/>
                  <a:pt x="269" y="861"/>
                  <a:pt x="296" y="873"/>
                </a:cubicBezTo>
                <a:cubicBezTo>
                  <a:pt x="323" y="884"/>
                  <a:pt x="350" y="892"/>
                  <a:pt x="379" y="898"/>
                </a:cubicBezTo>
                <a:cubicBezTo>
                  <a:pt x="407" y="903"/>
                  <a:pt x="436" y="906"/>
                  <a:pt x="465" y="906"/>
                </a:cubicBezTo>
                <a:cubicBezTo>
                  <a:pt x="494" y="906"/>
                  <a:pt x="522" y="903"/>
                  <a:pt x="551" y="898"/>
                </a:cubicBezTo>
                <a:cubicBezTo>
                  <a:pt x="579" y="892"/>
                  <a:pt x="607" y="884"/>
                  <a:pt x="633" y="873"/>
                </a:cubicBezTo>
                <a:cubicBezTo>
                  <a:pt x="660" y="861"/>
                  <a:pt x="686" y="848"/>
                  <a:pt x="710" y="832"/>
                </a:cubicBezTo>
                <a:cubicBezTo>
                  <a:pt x="734" y="816"/>
                  <a:pt x="756" y="797"/>
                  <a:pt x="776" y="777"/>
                </a:cubicBezTo>
                <a:cubicBezTo>
                  <a:pt x="797" y="756"/>
                  <a:pt x="815" y="734"/>
                  <a:pt x="831" y="710"/>
                </a:cubicBezTo>
                <a:cubicBezTo>
                  <a:pt x="847" y="686"/>
                  <a:pt x="861" y="661"/>
                  <a:pt x="872" y="634"/>
                </a:cubicBezTo>
                <a:cubicBezTo>
                  <a:pt x="883" y="606"/>
                  <a:pt x="892" y="579"/>
                  <a:pt x="897" y="550"/>
                </a:cubicBezTo>
                <a:cubicBezTo>
                  <a:pt x="903" y="522"/>
                  <a:pt x="906" y="493"/>
                  <a:pt x="906" y="464"/>
                </a:cubicBezTo>
                <a:cubicBezTo>
                  <a:pt x="906" y="435"/>
                  <a:pt x="903" y="406"/>
                  <a:pt x="897" y="378"/>
                </a:cubicBezTo>
                <a:cubicBezTo>
                  <a:pt x="892" y="350"/>
                  <a:pt x="883" y="322"/>
                  <a:pt x="872" y="295"/>
                </a:cubicBezTo>
                <a:cubicBezTo>
                  <a:pt x="861" y="269"/>
                  <a:pt x="847" y="243"/>
                  <a:pt x="831" y="219"/>
                </a:cubicBezTo>
                <a:cubicBezTo>
                  <a:pt x="815" y="195"/>
                  <a:pt x="797" y="173"/>
                  <a:pt x="776" y="152"/>
                </a:cubicBezTo>
                <a:cubicBezTo>
                  <a:pt x="756" y="132"/>
                  <a:pt x="734" y="113"/>
                  <a:pt x="710" y="97"/>
                </a:cubicBezTo>
                <a:cubicBezTo>
                  <a:pt x="686" y="81"/>
                  <a:pt x="660" y="68"/>
                  <a:pt x="633" y="57"/>
                </a:cubicBezTo>
                <a:cubicBezTo>
                  <a:pt x="607" y="46"/>
                  <a:pt x="579" y="37"/>
                  <a:pt x="551" y="32"/>
                </a:cubicBezTo>
                <a:cubicBezTo>
                  <a:pt x="522" y="26"/>
                  <a:pt x="494" y="23"/>
                  <a:pt x="465" y="23"/>
                </a:cubicBezTo>
                <a:close/>
              </a:path>
            </a:pathLst>
          </a:custGeom>
          <a:solidFill>
            <a:srgbClr val="4CD137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349" name="圖片 348"/>
          <p:cNvPicPr/>
          <p:nvPr/>
        </p:nvPicPr>
        <p:blipFill>
          <a:blip r:embed="rId2"/>
          <a:stretch>
            <a:fillRect/>
          </a:stretch>
        </p:blipFill>
        <p:spPr>
          <a:xfrm>
            <a:off x="1245240" y="5038920"/>
            <a:ext cx="1918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0" name="文字框 349"/>
          <p:cNvSpPr txBox="1"/>
          <p:nvPr/>
        </p:nvSpPr>
        <p:spPr>
          <a:xfrm>
            <a:off x="2189520" y="1075320"/>
            <a:ext cx="63374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80" b="0" u="none" strike="noStrike">
                <a:solidFill>
                  <a:srgbClr val="6EE7B7"/>
                </a:solidFill>
                <a:effectLst/>
                <a:uFillTx/>
                <a:latin typeface="WenQuanYiZenHei"/>
                <a:ea typeface="WenQuanYiZenHei"/>
              </a:rPr>
              <a:t>以其高度的透明度和对监管合规的重视而著称，被认为是机构投资者和企业更偏爱的稳定币之一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51" name="文字框 350"/>
          <p:cNvSpPr txBox="1"/>
          <p:nvPr/>
        </p:nvSpPr>
        <p:spPr>
          <a:xfrm>
            <a:off x="1604520" y="5025960"/>
            <a:ext cx="5198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USDC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352" name="圖片 351"/>
          <p:cNvPicPr/>
          <p:nvPr/>
        </p:nvPicPr>
        <p:blipFill>
          <a:blip r:embed="rId3"/>
          <a:stretch>
            <a:fillRect/>
          </a:stretch>
        </p:blipFill>
        <p:spPr>
          <a:xfrm>
            <a:off x="1170000" y="542340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3" name="文字框 352"/>
          <p:cNvSpPr txBox="1"/>
          <p:nvPr/>
        </p:nvSpPr>
        <p:spPr>
          <a:xfrm>
            <a:off x="2121840" y="5020200"/>
            <a:ext cx="83880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的核心优势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354" name="圖片 353"/>
          <p:cNvPicPr/>
          <p:nvPr/>
        </p:nvPicPr>
        <p:blipFill>
          <a:blip r:embed="rId3"/>
          <a:stretch>
            <a:fillRect/>
          </a:stretch>
        </p:blipFill>
        <p:spPr>
          <a:xfrm>
            <a:off x="3443040" y="542340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5" name="文字框 354"/>
          <p:cNvSpPr txBox="1"/>
          <p:nvPr/>
        </p:nvSpPr>
        <p:spPr>
          <a:xfrm>
            <a:off x="1370520" y="5403240"/>
            <a:ext cx="12078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高度透明的资产储备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356" name="圖片 355"/>
          <p:cNvPicPr/>
          <p:nvPr/>
        </p:nvPicPr>
        <p:blipFill>
          <a:blip r:embed="rId4"/>
          <a:stretch>
            <a:fillRect/>
          </a:stretch>
        </p:blipFill>
        <p:spPr>
          <a:xfrm>
            <a:off x="5582160" y="542340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7" name="文字框 356"/>
          <p:cNvSpPr txBox="1"/>
          <p:nvPr/>
        </p:nvSpPr>
        <p:spPr>
          <a:xfrm>
            <a:off x="3643560" y="5403240"/>
            <a:ext cx="10735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严格的监管合规性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358" name="圖片 357"/>
          <p:cNvPicPr/>
          <p:nvPr/>
        </p:nvPicPr>
        <p:blipFill>
          <a:blip r:embed="rId4"/>
          <a:stretch>
            <a:fillRect/>
          </a:stretch>
        </p:blipFill>
        <p:spPr>
          <a:xfrm>
            <a:off x="8122680" y="542340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9" name="文字框 358"/>
          <p:cNvSpPr txBox="1"/>
          <p:nvPr/>
        </p:nvSpPr>
        <p:spPr>
          <a:xfrm>
            <a:off x="5782680" y="5403240"/>
            <a:ext cx="1476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强大的机构合作伙伴网络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0" name="任意多邊形 359"/>
          <p:cNvSpPr/>
          <p:nvPr/>
        </p:nvSpPr>
        <p:spPr>
          <a:xfrm>
            <a:off x="1027800" y="1554120"/>
            <a:ext cx="2682720" cy="2991960"/>
          </a:xfrm>
          <a:custGeom>
            <a:avLst/>
            <a:gdLst/>
            <a:ahLst/>
            <a:cxnLst/>
            <a:rect l="0" t="0" r="r" b="b"/>
            <a:pathLst>
              <a:path w="7452" h="8311">
                <a:moveTo>
                  <a:pt x="26" y="215"/>
                </a:moveTo>
                <a:cubicBezTo>
                  <a:pt x="44" y="172"/>
                  <a:pt x="69" y="135"/>
                  <a:pt x="102" y="102"/>
                </a:cubicBezTo>
                <a:cubicBezTo>
                  <a:pt x="134" y="69"/>
                  <a:pt x="172" y="44"/>
                  <a:pt x="215" y="27"/>
                </a:cubicBezTo>
                <a:cubicBezTo>
                  <a:pt x="257" y="9"/>
                  <a:pt x="302" y="0"/>
                  <a:pt x="348" y="0"/>
                </a:cubicBezTo>
                <a:lnTo>
                  <a:pt x="7104" y="0"/>
                </a:lnTo>
                <a:cubicBezTo>
                  <a:pt x="7150" y="0"/>
                  <a:pt x="7195" y="9"/>
                  <a:pt x="7237" y="27"/>
                </a:cubicBezTo>
                <a:cubicBezTo>
                  <a:pt x="7280" y="44"/>
                  <a:pt x="7317" y="69"/>
                  <a:pt x="7350" y="102"/>
                </a:cubicBezTo>
                <a:cubicBezTo>
                  <a:pt x="7383" y="135"/>
                  <a:pt x="7408" y="172"/>
                  <a:pt x="7426" y="215"/>
                </a:cubicBezTo>
                <a:cubicBezTo>
                  <a:pt x="7443" y="258"/>
                  <a:pt x="7452" y="302"/>
                  <a:pt x="7452" y="348"/>
                </a:cubicBezTo>
                <a:lnTo>
                  <a:pt x="7452" y="7962"/>
                </a:lnTo>
                <a:cubicBezTo>
                  <a:pt x="7452" y="8008"/>
                  <a:pt x="7443" y="8053"/>
                  <a:pt x="7426" y="8095"/>
                </a:cubicBezTo>
                <a:cubicBezTo>
                  <a:pt x="7408" y="8138"/>
                  <a:pt x="7383" y="8177"/>
                  <a:pt x="7350" y="8209"/>
                </a:cubicBezTo>
                <a:cubicBezTo>
                  <a:pt x="7317" y="8242"/>
                  <a:pt x="7280" y="8267"/>
                  <a:pt x="7237" y="8285"/>
                </a:cubicBezTo>
                <a:cubicBezTo>
                  <a:pt x="7194" y="8303"/>
                  <a:pt x="7150" y="8311"/>
                  <a:pt x="7104" y="8311"/>
                </a:cubicBezTo>
                <a:lnTo>
                  <a:pt x="348" y="8311"/>
                </a:lnTo>
                <a:cubicBezTo>
                  <a:pt x="302" y="8311"/>
                  <a:pt x="257" y="8303"/>
                  <a:pt x="215" y="8285"/>
                </a:cubicBezTo>
                <a:cubicBezTo>
                  <a:pt x="172" y="8267"/>
                  <a:pt x="134" y="8242"/>
                  <a:pt x="102" y="8209"/>
                </a:cubicBezTo>
                <a:cubicBezTo>
                  <a:pt x="69" y="8177"/>
                  <a:pt x="44" y="8138"/>
                  <a:pt x="26" y="8095"/>
                </a:cubicBezTo>
                <a:cubicBezTo>
                  <a:pt x="9" y="8053"/>
                  <a:pt x="0" y="8008"/>
                  <a:pt x="0" y="7962"/>
                </a:cubicBezTo>
                <a:lnTo>
                  <a:pt x="0" y="348"/>
                </a:lnTo>
                <a:cubicBezTo>
                  <a:pt x="0" y="302"/>
                  <a:pt x="9" y="258"/>
                  <a:pt x="26" y="215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1" name="任意多邊形 360"/>
          <p:cNvSpPr/>
          <p:nvPr/>
        </p:nvSpPr>
        <p:spPr>
          <a:xfrm>
            <a:off x="1027800" y="1554120"/>
            <a:ext cx="2682720" cy="2991960"/>
          </a:xfrm>
          <a:custGeom>
            <a:avLst/>
            <a:gdLst/>
            <a:ahLst/>
            <a:cxnLst/>
            <a:rect l="0" t="0" r="r" b="b"/>
            <a:pathLst>
              <a:path w="7452" h="8311">
                <a:moveTo>
                  <a:pt x="0" y="7962"/>
                </a:moveTo>
                <a:lnTo>
                  <a:pt x="0" y="348"/>
                </a:lnTo>
                <a:cubicBezTo>
                  <a:pt x="0" y="302"/>
                  <a:pt x="9" y="258"/>
                  <a:pt x="26" y="215"/>
                </a:cubicBezTo>
                <a:cubicBezTo>
                  <a:pt x="44" y="172"/>
                  <a:pt x="69" y="135"/>
                  <a:pt x="102" y="102"/>
                </a:cubicBezTo>
                <a:cubicBezTo>
                  <a:pt x="134" y="69"/>
                  <a:pt x="172" y="44"/>
                  <a:pt x="215" y="27"/>
                </a:cubicBezTo>
                <a:cubicBezTo>
                  <a:pt x="257" y="9"/>
                  <a:pt x="302" y="0"/>
                  <a:pt x="348" y="0"/>
                </a:cubicBezTo>
                <a:lnTo>
                  <a:pt x="7104" y="0"/>
                </a:lnTo>
                <a:cubicBezTo>
                  <a:pt x="7150" y="0"/>
                  <a:pt x="7194" y="9"/>
                  <a:pt x="7237" y="27"/>
                </a:cubicBezTo>
                <a:cubicBezTo>
                  <a:pt x="7280" y="44"/>
                  <a:pt x="7317" y="69"/>
                  <a:pt x="7350" y="102"/>
                </a:cubicBezTo>
                <a:cubicBezTo>
                  <a:pt x="7383" y="135"/>
                  <a:pt x="7408" y="172"/>
                  <a:pt x="7426" y="215"/>
                </a:cubicBezTo>
                <a:cubicBezTo>
                  <a:pt x="7443" y="258"/>
                  <a:pt x="7452" y="302"/>
                  <a:pt x="7452" y="348"/>
                </a:cubicBezTo>
                <a:lnTo>
                  <a:pt x="7452" y="7962"/>
                </a:lnTo>
                <a:cubicBezTo>
                  <a:pt x="7452" y="8008"/>
                  <a:pt x="7443" y="8053"/>
                  <a:pt x="7426" y="8095"/>
                </a:cubicBezTo>
                <a:cubicBezTo>
                  <a:pt x="7408" y="8138"/>
                  <a:pt x="7383" y="8177"/>
                  <a:pt x="7350" y="8209"/>
                </a:cubicBezTo>
                <a:cubicBezTo>
                  <a:pt x="7317" y="8242"/>
                  <a:pt x="7280" y="8267"/>
                  <a:pt x="7237" y="8285"/>
                </a:cubicBezTo>
                <a:cubicBezTo>
                  <a:pt x="7194" y="8303"/>
                  <a:pt x="7150" y="8311"/>
                  <a:pt x="7104" y="8311"/>
                </a:cubicBezTo>
                <a:lnTo>
                  <a:pt x="348" y="8311"/>
                </a:lnTo>
                <a:cubicBezTo>
                  <a:pt x="302" y="8311"/>
                  <a:pt x="257" y="8303"/>
                  <a:pt x="215" y="8285"/>
                </a:cubicBezTo>
                <a:cubicBezTo>
                  <a:pt x="172" y="8267"/>
                  <a:pt x="134" y="8242"/>
                  <a:pt x="102" y="8209"/>
                </a:cubicBezTo>
                <a:cubicBezTo>
                  <a:pt x="69" y="8177"/>
                  <a:pt x="44" y="8138"/>
                  <a:pt x="26" y="8095"/>
                </a:cubicBezTo>
                <a:cubicBezTo>
                  <a:pt x="9" y="8053"/>
                  <a:pt x="0" y="8008"/>
                  <a:pt x="0" y="7962"/>
                </a:cubicBezTo>
                <a:moveTo>
                  <a:pt x="23" y="348"/>
                </a:moveTo>
                <a:lnTo>
                  <a:pt x="23" y="7962"/>
                </a:lnTo>
                <a:cubicBezTo>
                  <a:pt x="23" y="7984"/>
                  <a:pt x="25" y="8005"/>
                  <a:pt x="29" y="8026"/>
                </a:cubicBezTo>
                <a:cubicBezTo>
                  <a:pt x="33" y="8047"/>
                  <a:pt x="39" y="8067"/>
                  <a:pt x="48" y="8087"/>
                </a:cubicBezTo>
                <a:cubicBezTo>
                  <a:pt x="56" y="8106"/>
                  <a:pt x="66" y="8125"/>
                  <a:pt x="78" y="8143"/>
                </a:cubicBezTo>
                <a:cubicBezTo>
                  <a:pt x="90" y="8161"/>
                  <a:pt x="103" y="8178"/>
                  <a:pt x="118" y="8193"/>
                </a:cubicBezTo>
                <a:cubicBezTo>
                  <a:pt x="133" y="8208"/>
                  <a:pt x="150" y="8222"/>
                  <a:pt x="167" y="8233"/>
                </a:cubicBezTo>
                <a:cubicBezTo>
                  <a:pt x="185" y="8245"/>
                  <a:pt x="204" y="8255"/>
                  <a:pt x="224" y="8263"/>
                </a:cubicBezTo>
                <a:cubicBezTo>
                  <a:pt x="243" y="8272"/>
                  <a:pt x="264" y="8278"/>
                  <a:pt x="285" y="8282"/>
                </a:cubicBezTo>
                <a:cubicBezTo>
                  <a:pt x="305" y="8286"/>
                  <a:pt x="327" y="8288"/>
                  <a:pt x="348" y="8288"/>
                </a:cubicBezTo>
                <a:lnTo>
                  <a:pt x="7104" y="8288"/>
                </a:lnTo>
                <a:cubicBezTo>
                  <a:pt x="7125" y="8288"/>
                  <a:pt x="7146" y="8286"/>
                  <a:pt x="7167" y="8282"/>
                </a:cubicBezTo>
                <a:cubicBezTo>
                  <a:pt x="7188" y="8278"/>
                  <a:pt x="7209" y="8272"/>
                  <a:pt x="7228" y="8263"/>
                </a:cubicBezTo>
                <a:cubicBezTo>
                  <a:pt x="7248" y="8255"/>
                  <a:pt x="7267" y="8245"/>
                  <a:pt x="7284" y="8233"/>
                </a:cubicBezTo>
                <a:cubicBezTo>
                  <a:pt x="7302" y="8222"/>
                  <a:pt x="7319" y="8208"/>
                  <a:pt x="7334" y="8193"/>
                </a:cubicBezTo>
                <a:cubicBezTo>
                  <a:pt x="7349" y="8178"/>
                  <a:pt x="7362" y="8161"/>
                  <a:pt x="7374" y="8143"/>
                </a:cubicBezTo>
                <a:cubicBezTo>
                  <a:pt x="7386" y="8125"/>
                  <a:pt x="7396" y="8106"/>
                  <a:pt x="7404" y="8087"/>
                </a:cubicBezTo>
                <a:cubicBezTo>
                  <a:pt x="7412" y="8067"/>
                  <a:pt x="7418" y="8047"/>
                  <a:pt x="7423" y="8026"/>
                </a:cubicBezTo>
                <a:cubicBezTo>
                  <a:pt x="7427" y="8005"/>
                  <a:pt x="7429" y="7984"/>
                  <a:pt x="7429" y="7962"/>
                </a:cubicBezTo>
                <a:lnTo>
                  <a:pt x="7429" y="348"/>
                </a:lnTo>
                <a:cubicBezTo>
                  <a:pt x="7429" y="327"/>
                  <a:pt x="7427" y="306"/>
                  <a:pt x="7423" y="285"/>
                </a:cubicBezTo>
                <a:cubicBezTo>
                  <a:pt x="7418" y="264"/>
                  <a:pt x="7412" y="244"/>
                  <a:pt x="7404" y="224"/>
                </a:cubicBezTo>
                <a:cubicBezTo>
                  <a:pt x="7396" y="204"/>
                  <a:pt x="7386" y="186"/>
                  <a:pt x="7374" y="168"/>
                </a:cubicBezTo>
                <a:cubicBezTo>
                  <a:pt x="7362" y="150"/>
                  <a:pt x="7349" y="134"/>
                  <a:pt x="7334" y="119"/>
                </a:cubicBezTo>
                <a:cubicBezTo>
                  <a:pt x="7319" y="103"/>
                  <a:pt x="7302" y="90"/>
                  <a:pt x="7284" y="78"/>
                </a:cubicBezTo>
                <a:cubicBezTo>
                  <a:pt x="7267" y="66"/>
                  <a:pt x="7248" y="56"/>
                  <a:pt x="7228" y="48"/>
                </a:cubicBezTo>
                <a:cubicBezTo>
                  <a:pt x="7209" y="40"/>
                  <a:pt x="7188" y="34"/>
                  <a:pt x="7167" y="30"/>
                </a:cubicBezTo>
                <a:cubicBezTo>
                  <a:pt x="7146" y="25"/>
                  <a:pt x="7125" y="23"/>
                  <a:pt x="7104" y="23"/>
                </a:cubicBezTo>
                <a:lnTo>
                  <a:pt x="348" y="23"/>
                </a:lnTo>
                <a:cubicBezTo>
                  <a:pt x="327" y="23"/>
                  <a:pt x="305" y="25"/>
                  <a:pt x="285" y="30"/>
                </a:cubicBezTo>
                <a:cubicBezTo>
                  <a:pt x="264" y="34"/>
                  <a:pt x="243" y="40"/>
                  <a:pt x="224" y="48"/>
                </a:cubicBezTo>
                <a:cubicBezTo>
                  <a:pt x="204" y="56"/>
                  <a:pt x="185" y="66"/>
                  <a:pt x="167" y="78"/>
                </a:cubicBezTo>
                <a:cubicBezTo>
                  <a:pt x="150" y="90"/>
                  <a:pt x="133" y="103"/>
                  <a:pt x="118" y="119"/>
                </a:cubicBezTo>
                <a:cubicBezTo>
                  <a:pt x="103" y="134"/>
                  <a:pt x="90" y="150"/>
                  <a:pt x="78" y="168"/>
                </a:cubicBezTo>
                <a:cubicBezTo>
                  <a:pt x="66" y="186"/>
                  <a:pt x="56" y="204"/>
                  <a:pt x="48" y="224"/>
                </a:cubicBezTo>
                <a:cubicBezTo>
                  <a:pt x="39" y="244"/>
                  <a:pt x="33" y="264"/>
                  <a:pt x="29" y="285"/>
                </a:cubicBezTo>
                <a:cubicBezTo>
                  <a:pt x="25" y="306"/>
                  <a:pt x="23" y="327"/>
                  <a:pt x="23" y="348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2" name="任意多邊形 361"/>
          <p:cNvSpPr/>
          <p:nvPr/>
        </p:nvSpPr>
        <p:spPr>
          <a:xfrm>
            <a:off x="1236600" y="1762920"/>
            <a:ext cx="401400" cy="401760"/>
          </a:xfrm>
          <a:custGeom>
            <a:avLst/>
            <a:gdLst/>
            <a:ahLst/>
            <a:cxnLst/>
            <a:rect l="0" t="0" r="r" b="b"/>
            <a:pathLst>
              <a:path w="1115" h="1116">
                <a:moveTo>
                  <a:pt x="42" y="345"/>
                </a:moveTo>
                <a:cubicBezTo>
                  <a:pt x="71" y="277"/>
                  <a:pt x="111" y="217"/>
                  <a:pt x="163" y="165"/>
                </a:cubicBezTo>
                <a:cubicBezTo>
                  <a:pt x="215" y="111"/>
                  <a:pt x="276" y="71"/>
                  <a:pt x="344" y="43"/>
                </a:cubicBezTo>
                <a:cubicBezTo>
                  <a:pt x="412" y="15"/>
                  <a:pt x="484" y="0"/>
                  <a:pt x="558" y="0"/>
                </a:cubicBezTo>
                <a:cubicBezTo>
                  <a:pt x="632" y="0"/>
                  <a:pt x="703" y="15"/>
                  <a:pt x="771" y="43"/>
                </a:cubicBezTo>
                <a:cubicBezTo>
                  <a:pt x="840" y="71"/>
                  <a:pt x="900" y="111"/>
                  <a:pt x="952" y="165"/>
                </a:cubicBezTo>
                <a:cubicBezTo>
                  <a:pt x="1004" y="217"/>
                  <a:pt x="1045" y="277"/>
                  <a:pt x="1073" y="345"/>
                </a:cubicBezTo>
                <a:cubicBezTo>
                  <a:pt x="1101" y="414"/>
                  <a:pt x="1115" y="485"/>
                  <a:pt x="1115" y="559"/>
                </a:cubicBezTo>
                <a:cubicBezTo>
                  <a:pt x="1115" y="632"/>
                  <a:pt x="1101" y="704"/>
                  <a:pt x="1073" y="772"/>
                </a:cubicBezTo>
                <a:cubicBezTo>
                  <a:pt x="1045" y="840"/>
                  <a:pt x="1004" y="900"/>
                  <a:pt x="952" y="953"/>
                </a:cubicBezTo>
                <a:cubicBezTo>
                  <a:pt x="900" y="1005"/>
                  <a:pt x="840" y="1045"/>
                  <a:pt x="771" y="1073"/>
                </a:cubicBezTo>
                <a:cubicBezTo>
                  <a:pt x="703" y="1102"/>
                  <a:pt x="632" y="1116"/>
                  <a:pt x="558" y="1116"/>
                </a:cubicBezTo>
                <a:cubicBezTo>
                  <a:pt x="484" y="1116"/>
                  <a:pt x="412" y="1102"/>
                  <a:pt x="344" y="1073"/>
                </a:cubicBezTo>
                <a:cubicBezTo>
                  <a:pt x="276" y="1045"/>
                  <a:pt x="215" y="1005"/>
                  <a:pt x="163" y="953"/>
                </a:cubicBezTo>
                <a:cubicBezTo>
                  <a:pt x="111" y="900"/>
                  <a:pt x="71" y="840"/>
                  <a:pt x="42" y="772"/>
                </a:cubicBezTo>
                <a:cubicBezTo>
                  <a:pt x="14" y="704"/>
                  <a:pt x="0" y="632"/>
                  <a:pt x="0" y="559"/>
                </a:cubicBezTo>
                <a:cubicBezTo>
                  <a:pt x="0" y="485"/>
                  <a:pt x="14" y="414"/>
                  <a:pt x="42" y="345"/>
                </a:cubicBezTo>
                <a:close/>
              </a:path>
            </a:pathLst>
          </a:custGeom>
          <a:solidFill>
            <a:srgbClr val="4CD137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3" name="任意多邊形 362"/>
          <p:cNvSpPr/>
          <p:nvPr/>
        </p:nvSpPr>
        <p:spPr>
          <a:xfrm>
            <a:off x="1236600" y="1762920"/>
            <a:ext cx="401400" cy="401760"/>
          </a:xfrm>
          <a:custGeom>
            <a:avLst/>
            <a:gdLst/>
            <a:ahLst/>
            <a:cxnLst/>
            <a:rect l="0" t="0" r="r" b="b"/>
            <a:pathLst>
              <a:path w="1115" h="1116">
                <a:moveTo>
                  <a:pt x="0" y="559"/>
                </a:moveTo>
                <a:cubicBezTo>
                  <a:pt x="0" y="485"/>
                  <a:pt x="14" y="414"/>
                  <a:pt x="42" y="345"/>
                </a:cubicBezTo>
                <a:cubicBezTo>
                  <a:pt x="71" y="277"/>
                  <a:pt x="111" y="217"/>
                  <a:pt x="163" y="165"/>
                </a:cubicBezTo>
                <a:cubicBezTo>
                  <a:pt x="215" y="111"/>
                  <a:pt x="276" y="71"/>
                  <a:pt x="344" y="43"/>
                </a:cubicBezTo>
                <a:cubicBezTo>
                  <a:pt x="412" y="15"/>
                  <a:pt x="484" y="0"/>
                  <a:pt x="558" y="0"/>
                </a:cubicBezTo>
                <a:cubicBezTo>
                  <a:pt x="632" y="0"/>
                  <a:pt x="703" y="15"/>
                  <a:pt x="771" y="43"/>
                </a:cubicBezTo>
                <a:cubicBezTo>
                  <a:pt x="840" y="71"/>
                  <a:pt x="900" y="111"/>
                  <a:pt x="952" y="165"/>
                </a:cubicBezTo>
                <a:cubicBezTo>
                  <a:pt x="1004" y="217"/>
                  <a:pt x="1045" y="277"/>
                  <a:pt x="1073" y="345"/>
                </a:cubicBezTo>
                <a:cubicBezTo>
                  <a:pt x="1101" y="414"/>
                  <a:pt x="1115" y="485"/>
                  <a:pt x="1115" y="559"/>
                </a:cubicBezTo>
                <a:cubicBezTo>
                  <a:pt x="1115" y="632"/>
                  <a:pt x="1101" y="704"/>
                  <a:pt x="1073" y="772"/>
                </a:cubicBezTo>
                <a:cubicBezTo>
                  <a:pt x="1045" y="840"/>
                  <a:pt x="1004" y="900"/>
                  <a:pt x="952" y="953"/>
                </a:cubicBezTo>
                <a:cubicBezTo>
                  <a:pt x="900" y="1005"/>
                  <a:pt x="840" y="1045"/>
                  <a:pt x="771" y="1073"/>
                </a:cubicBezTo>
                <a:cubicBezTo>
                  <a:pt x="703" y="1102"/>
                  <a:pt x="632" y="1116"/>
                  <a:pt x="558" y="1116"/>
                </a:cubicBezTo>
                <a:cubicBezTo>
                  <a:pt x="484" y="1116"/>
                  <a:pt x="412" y="1102"/>
                  <a:pt x="344" y="1073"/>
                </a:cubicBezTo>
                <a:cubicBezTo>
                  <a:pt x="276" y="1045"/>
                  <a:pt x="215" y="1005"/>
                  <a:pt x="163" y="953"/>
                </a:cubicBezTo>
                <a:cubicBezTo>
                  <a:pt x="111" y="900"/>
                  <a:pt x="71" y="840"/>
                  <a:pt x="42" y="772"/>
                </a:cubicBezTo>
                <a:cubicBezTo>
                  <a:pt x="14" y="704"/>
                  <a:pt x="0" y="632"/>
                  <a:pt x="0" y="559"/>
                </a:cubicBezTo>
                <a:moveTo>
                  <a:pt x="558" y="24"/>
                </a:moveTo>
                <a:cubicBezTo>
                  <a:pt x="523" y="24"/>
                  <a:pt x="488" y="27"/>
                  <a:pt x="453" y="34"/>
                </a:cubicBezTo>
                <a:cubicBezTo>
                  <a:pt x="419" y="41"/>
                  <a:pt x="385" y="51"/>
                  <a:pt x="353" y="64"/>
                </a:cubicBezTo>
                <a:cubicBezTo>
                  <a:pt x="320" y="78"/>
                  <a:pt x="290" y="94"/>
                  <a:pt x="261" y="114"/>
                </a:cubicBezTo>
                <a:cubicBezTo>
                  <a:pt x="231" y="134"/>
                  <a:pt x="204" y="156"/>
                  <a:pt x="180" y="181"/>
                </a:cubicBezTo>
                <a:cubicBezTo>
                  <a:pt x="155" y="206"/>
                  <a:pt x="133" y="233"/>
                  <a:pt x="113" y="262"/>
                </a:cubicBezTo>
                <a:cubicBezTo>
                  <a:pt x="94" y="291"/>
                  <a:pt x="77" y="322"/>
                  <a:pt x="64" y="354"/>
                </a:cubicBezTo>
                <a:cubicBezTo>
                  <a:pt x="50" y="387"/>
                  <a:pt x="40" y="420"/>
                  <a:pt x="34" y="454"/>
                </a:cubicBezTo>
                <a:cubicBezTo>
                  <a:pt x="27" y="489"/>
                  <a:pt x="23" y="524"/>
                  <a:pt x="23" y="559"/>
                </a:cubicBezTo>
                <a:cubicBezTo>
                  <a:pt x="23" y="594"/>
                  <a:pt x="27" y="628"/>
                  <a:pt x="34" y="663"/>
                </a:cubicBezTo>
                <a:cubicBezTo>
                  <a:pt x="40" y="697"/>
                  <a:pt x="50" y="730"/>
                  <a:pt x="64" y="763"/>
                </a:cubicBezTo>
                <a:cubicBezTo>
                  <a:pt x="77" y="795"/>
                  <a:pt x="94" y="826"/>
                  <a:pt x="113" y="855"/>
                </a:cubicBezTo>
                <a:cubicBezTo>
                  <a:pt x="133" y="884"/>
                  <a:pt x="155" y="911"/>
                  <a:pt x="180" y="936"/>
                </a:cubicBezTo>
                <a:cubicBezTo>
                  <a:pt x="204" y="961"/>
                  <a:pt x="231" y="983"/>
                  <a:pt x="261" y="1002"/>
                </a:cubicBezTo>
                <a:cubicBezTo>
                  <a:pt x="290" y="1022"/>
                  <a:pt x="320" y="1038"/>
                  <a:pt x="353" y="1052"/>
                </a:cubicBezTo>
                <a:cubicBezTo>
                  <a:pt x="385" y="1065"/>
                  <a:pt x="419" y="1075"/>
                  <a:pt x="453" y="1082"/>
                </a:cubicBezTo>
                <a:cubicBezTo>
                  <a:pt x="488" y="1089"/>
                  <a:pt x="523" y="1092"/>
                  <a:pt x="558" y="1092"/>
                </a:cubicBezTo>
                <a:cubicBezTo>
                  <a:pt x="593" y="1092"/>
                  <a:pt x="628" y="1089"/>
                  <a:pt x="662" y="1082"/>
                </a:cubicBezTo>
                <a:cubicBezTo>
                  <a:pt x="697" y="1075"/>
                  <a:pt x="730" y="1065"/>
                  <a:pt x="762" y="1052"/>
                </a:cubicBezTo>
                <a:cubicBezTo>
                  <a:pt x="795" y="1038"/>
                  <a:pt x="826" y="1022"/>
                  <a:pt x="855" y="1002"/>
                </a:cubicBezTo>
                <a:cubicBezTo>
                  <a:pt x="884" y="983"/>
                  <a:pt x="911" y="961"/>
                  <a:pt x="936" y="936"/>
                </a:cubicBezTo>
                <a:cubicBezTo>
                  <a:pt x="960" y="911"/>
                  <a:pt x="983" y="884"/>
                  <a:pt x="1002" y="855"/>
                </a:cubicBezTo>
                <a:cubicBezTo>
                  <a:pt x="1022" y="826"/>
                  <a:pt x="1038" y="795"/>
                  <a:pt x="1051" y="763"/>
                </a:cubicBezTo>
                <a:cubicBezTo>
                  <a:pt x="1065" y="730"/>
                  <a:pt x="1075" y="697"/>
                  <a:pt x="1082" y="663"/>
                </a:cubicBezTo>
                <a:cubicBezTo>
                  <a:pt x="1089" y="628"/>
                  <a:pt x="1092" y="594"/>
                  <a:pt x="1092" y="559"/>
                </a:cubicBezTo>
                <a:cubicBezTo>
                  <a:pt x="1092" y="524"/>
                  <a:pt x="1089" y="489"/>
                  <a:pt x="1082" y="454"/>
                </a:cubicBezTo>
                <a:cubicBezTo>
                  <a:pt x="1075" y="420"/>
                  <a:pt x="1065" y="387"/>
                  <a:pt x="1051" y="354"/>
                </a:cubicBezTo>
                <a:cubicBezTo>
                  <a:pt x="1038" y="322"/>
                  <a:pt x="1022" y="291"/>
                  <a:pt x="1002" y="262"/>
                </a:cubicBezTo>
                <a:cubicBezTo>
                  <a:pt x="983" y="233"/>
                  <a:pt x="960" y="206"/>
                  <a:pt x="936" y="181"/>
                </a:cubicBezTo>
                <a:cubicBezTo>
                  <a:pt x="911" y="156"/>
                  <a:pt x="884" y="134"/>
                  <a:pt x="855" y="114"/>
                </a:cubicBezTo>
                <a:cubicBezTo>
                  <a:pt x="826" y="94"/>
                  <a:pt x="795" y="78"/>
                  <a:pt x="762" y="64"/>
                </a:cubicBezTo>
                <a:cubicBezTo>
                  <a:pt x="730" y="51"/>
                  <a:pt x="697" y="41"/>
                  <a:pt x="662" y="34"/>
                </a:cubicBezTo>
                <a:cubicBezTo>
                  <a:pt x="628" y="27"/>
                  <a:pt x="593" y="24"/>
                  <a:pt x="558" y="24"/>
                </a:cubicBezTo>
                <a:close/>
              </a:path>
            </a:pathLst>
          </a:custGeom>
          <a:solidFill>
            <a:srgbClr val="4CD137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4" name="文字框 363"/>
          <p:cNvSpPr txBox="1"/>
          <p:nvPr/>
        </p:nvSpPr>
        <p:spPr>
          <a:xfrm>
            <a:off x="8323200" y="5403240"/>
            <a:ext cx="12078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企业友好的使用场景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365" name="圖片 364"/>
          <p:cNvPicPr/>
          <p:nvPr/>
        </p:nvPicPr>
        <p:blipFill>
          <a:blip r:embed="rId5"/>
          <a:stretch>
            <a:fillRect/>
          </a:stretch>
        </p:blipFill>
        <p:spPr>
          <a:xfrm>
            <a:off x="1303560" y="2331360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6" name="文字框 365"/>
          <p:cNvSpPr txBox="1"/>
          <p:nvPr/>
        </p:nvSpPr>
        <p:spPr>
          <a:xfrm>
            <a:off x="1738080" y="1837440"/>
            <a:ext cx="14090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发行与赎回机制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7" name="文字框 366"/>
          <p:cNvSpPr txBox="1"/>
          <p:nvPr/>
        </p:nvSpPr>
        <p:spPr>
          <a:xfrm>
            <a:off x="1487520" y="2311560"/>
            <a:ext cx="10735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企业用户可通过在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8" name="文字框 367"/>
          <p:cNvSpPr txBox="1"/>
          <p:nvPr/>
        </p:nvSpPr>
        <p:spPr>
          <a:xfrm>
            <a:off x="2557080" y="2316240"/>
            <a:ext cx="3801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Circle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9" name="文字框 368"/>
          <p:cNvSpPr txBox="1"/>
          <p:nvPr/>
        </p:nvSpPr>
        <p:spPr>
          <a:xfrm>
            <a:off x="2932560" y="2311560"/>
            <a:ext cx="403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开设账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0" name="文字框 369"/>
          <p:cNvSpPr txBox="1"/>
          <p:nvPr/>
        </p:nvSpPr>
        <p:spPr>
          <a:xfrm>
            <a:off x="1487520" y="2512080"/>
            <a:ext cx="9396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户，存入美元来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1" name="文字框 370"/>
          <p:cNvSpPr txBox="1"/>
          <p:nvPr/>
        </p:nvSpPr>
        <p:spPr>
          <a:xfrm>
            <a:off x="2423520" y="251676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2" name="文字框 371"/>
          <p:cNvSpPr txBox="1"/>
          <p:nvPr/>
        </p:nvSpPr>
        <p:spPr>
          <a:xfrm>
            <a:off x="2485080" y="2512080"/>
            <a:ext cx="268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铸造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3" name="文字框 372"/>
          <p:cNvSpPr txBox="1"/>
          <p:nvPr/>
        </p:nvSpPr>
        <p:spPr>
          <a:xfrm>
            <a:off x="2752200" y="251676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4" name="文字框 373"/>
          <p:cNvSpPr txBox="1"/>
          <p:nvPr/>
        </p:nvSpPr>
        <p:spPr>
          <a:xfrm>
            <a:off x="2813760" y="251208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5" name="文字框 374"/>
          <p:cNvSpPr txBox="1"/>
          <p:nvPr/>
        </p:nvSpPr>
        <p:spPr>
          <a:xfrm>
            <a:off x="2947680" y="2516760"/>
            <a:ext cx="306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mint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6" name="文字框 375"/>
          <p:cNvSpPr txBox="1"/>
          <p:nvPr/>
        </p:nvSpPr>
        <p:spPr>
          <a:xfrm>
            <a:off x="3252240" y="251208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）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7" name="文字框 376"/>
          <p:cNvSpPr txBox="1"/>
          <p:nvPr/>
        </p:nvSpPr>
        <p:spPr>
          <a:xfrm>
            <a:off x="1487520" y="2712600"/>
            <a:ext cx="403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等量的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378" name="圖片 377"/>
          <p:cNvPicPr/>
          <p:nvPr/>
        </p:nvPicPr>
        <p:blipFill>
          <a:blip r:embed="rId5"/>
          <a:stretch>
            <a:fillRect/>
          </a:stretch>
        </p:blipFill>
        <p:spPr>
          <a:xfrm>
            <a:off x="1303560" y="3033360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9" name="文字框 378"/>
          <p:cNvSpPr txBox="1"/>
          <p:nvPr/>
        </p:nvSpPr>
        <p:spPr>
          <a:xfrm>
            <a:off x="1888560" y="2717280"/>
            <a:ext cx="3808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USDC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0" name="文字框 379"/>
          <p:cNvSpPr txBox="1"/>
          <p:nvPr/>
        </p:nvSpPr>
        <p:spPr>
          <a:xfrm>
            <a:off x="1487520" y="3013200"/>
            <a:ext cx="12078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同样，用户也可以将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1" name="文字框 380"/>
          <p:cNvSpPr txBox="1"/>
          <p:nvPr/>
        </p:nvSpPr>
        <p:spPr>
          <a:xfrm>
            <a:off x="2691000" y="3017880"/>
            <a:ext cx="3808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USDC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2" name="文字框 381"/>
          <p:cNvSpPr txBox="1"/>
          <p:nvPr/>
        </p:nvSpPr>
        <p:spPr>
          <a:xfrm>
            <a:off x="3070080" y="3013200"/>
            <a:ext cx="403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存入账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3" name="文字框 382"/>
          <p:cNvSpPr txBox="1"/>
          <p:nvPr/>
        </p:nvSpPr>
        <p:spPr>
          <a:xfrm>
            <a:off x="1487520" y="3214080"/>
            <a:ext cx="268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户以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4" name="文字框 383"/>
          <p:cNvSpPr txBox="1"/>
          <p:nvPr/>
        </p:nvSpPr>
        <p:spPr>
          <a:xfrm>
            <a:off x="1755000" y="321876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5" name="文字框 384"/>
          <p:cNvSpPr txBox="1"/>
          <p:nvPr/>
        </p:nvSpPr>
        <p:spPr>
          <a:xfrm>
            <a:off x="1816560" y="3214080"/>
            <a:ext cx="268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销毁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6" name="文字框 385"/>
          <p:cNvSpPr txBox="1"/>
          <p:nvPr/>
        </p:nvSpPr>
        <p:spPr>
          <a:xfrm>
            <a:off x="2083680" y="321876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7" name="文字框 386"/>
          <p:cNvSpPr txBox="1"/>
          <p:nvPr/>
        </p:nvSpPr>
        <p:spPr>
          <a:xfrm>
            <a:off x="2145240" y="321408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8" name="文字框 387"/>
          <p:cNvSpPr txBox="1"/>
          <p:nvPr/>
        </p:nvSpPr>
        <p:spPr>
          <a:xfrm>
            <a:off x="2279160" y="3218760"/>
            <a:ext cx="3110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burn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9" name="文字框 388"/>
          <p:cNvSpPr txBox="1"/>
          <p:nvPr/>
        </p:nvSpPr>
        <p:spPr>
          <a:xfrm>
            <a:off x="2585880" y="3214080"/>
            <a:ext cx="8053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）并兑换回美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390" name="圖片 389"/>
          <p:cNvPicPr/>
          <p:nvPr/>
        </p:nvPicPr>
        <p:blipFill>
          <a:blip r:embed="rId3"/>
          <a:stretch>
            <a:fillRect/>
          </a:stretch>
        </p:blipFill>
        <p:spPr>
          <a:xfrm>
            <a:off x="1303560" y="373536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1" name="文字框 390"/>
          <p:cNvSpPr txBox="1"/>
          <p:nvPr/>
        </p:nvSpPr>
        <p:spPr>
          <a:xfrm>
            <a:off x="1487520" y="341460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元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2" name="文字框 391"/>
          <p:cNvSpPr txBox="1"/>
          <p:nvPr/>
        </p:nvSpPr>
        <p:spPr>
          <a:xfrm>
            <a:off x="1504080" y="3715200"/>
            <a:ext cx="1878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采用中心化管理，确保每一步操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3" name="任意多邊形 392"/>
          <p:cNvSpPr/>
          <p:nvPr/>
        </p:nvSpPr>
        <p:spPr>
          <a:xfrm>
            <a:off x="1244880" y="1771560"/>
            <a:ext cx="17280" cy="16920"/>
          </a:xfrm>
          <a:custGeom>
            <a:avLst/>
            <a:gdLst/>
            <a:ahLst/>
            <a:cxnLst/>
            <a:rect l="0" t="0" r="r" b="b"/>
            <a:pathLst>
              <a:path w="48" h="47" fill="none">
                <a:moveTo>
                  <a:pt x="48" y="23"/>
                </a:moveTo>
                <a:cubicBezTo>
                  <a:pt x="48" y="30"/>
                  <a:pt x="45" y="36"/>
                  <a:pt x="41" y="40"/>
                </a:cubicBezTo>
                <a:cubicBezTo>
                  <a:pt x="36" y="45"/>
                  <a:pt x="31" y="47"/>
                  <a:pt x="24" y="47"/>
                </a:cubicBezTo>
                <a:cubicBezTo>
                  <a:pt x="18" y="47"/>
                  <a:pt x="12" y="45"/>
                  <a:pt x="7" y="40"/>
                </a:cubicBezTo>
                <a:cubicBezTo>
                  <a:pt x="3" y="36"/>
                  <a:pt x="0" y="30"/>
                  <a:pt x="0" y="23"/>
                </a:cubicBezTo>
                <a:cubicBezTo>
                  <a:pt x="0" y="16"/>
                  <a:pt x="3" y="11"/>
                  <a:pt x="7" y="6"/>
                </a:cubicBezTo>
                <a:cubicBezTo>
                  <a:pt x="12" y="2"/>
                  <a:pt x="18" y="0"/>
                  <a:pt x="24" y="0"/>
                </a:cubicBezTo>
                <a:cubicBezTo>
                  <a:pt x="31" y="0"/>
                  <a:pt x="36" y="2"/>
                  <a:pt x="41" y="6"/>
                </a:cubicBezTo>
                <a:cubicBezTo>
                  <a:pt x="45" y="11"/>
                  <a:pt x="48" y="16"/>
                  <a:pt x="48" y="23"/>
                </a:cubicBezTo>
              </a:path>
            </a:pathLst>
          </a:custGeom>
          <a:ln w="16560">
            <a:solidFill>
              <a:srgbClr val="4CD137">
                <a:alpha val="50000"/>
              </a:srgbClr>
            </a:solidFill>
            <a:miter/>
          </a:ln>
        </p:spPr>
        <p:txBody>
          <a:bodyPr lIns="8280" tIns="8280" rIns="8280" bIns="82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4" name="任意多邊形 393"/>
          <p:cNvSpPr/>
          <p:nvPr/>
        </p:nvSpPr>
        <p:spPr>
          <a:xfrm>
            <a:off x="4111200" y="1554120"/>
            <a:ext cx="2674800" cy="2991960"/>
          </a:xfrm>
          <a:custGeom>
            <a:avLst/>
            <a:gdLst/>
            <a:ahLst/>
            <a:cxnLst/>
            <a:rect l="0" t="0" r="r" b="b"/>
            <a:pathLst>
              <a:path w="7430" h="8311">
                <a:moveTo>
                  <a:pt x="27" y="215"/>
                </a:moveTo>
                <a:cubicBezTo>
                  <a:pt x="44" y="172"/>
                  <a:pt x="70" y="135"/>
                  <a:pt x="102" y="102"/>
                </a:cubicBezTo>
                <a:cubicBezTo>
                  <a:pt x="135" y="69"/>
                  <a:pt x="173" y="44"/>
                  <a:pt x="215" y="27"/>
                </a:cubicBezTo>
                <a:cubicBezTo>
                  <a:pt x="258" y="9"/>
                  <a:pt x="302" y="0"/>
                  <a:pt x="348" y="0"/>
                </a:cubicBezTo>
                <a:lnTo>
                  <a:pt x="7080" y="0"/>
                </a:lnTo>
                <a:cubicBezTo>
                  <a:pt x="7127" y="0"/>
                  <a:pt x="7172" y="9"/>
                  <a:pt x="7215" y="27"/>
                </a:cubicBezTo>
                <a:cubicBezTo>
                  <a:pt x="7257" y="44"/>
                  <a:pt x="7295" y="69"/>
                  <a:pt x="7328" y="102"/>
                </a:cubicBezTo>
                <a:cubicBezTo>
                  <a:pt x="7360" y="135"/>
                  <a:pt x="7385" y="172"/>
                  <a:pt x="7403" y="215"/>
                </a:cubicBezTo>
                <a:cubicBezTo>
                  <a:pt x="7421" y="258"/>
                  <a:pt x="7429" y="302"/>
                  <a:pt x="7430" y="348"/>
                </a:cubicBezTo>
                <a:lnTo>
                  <a:pt x="7430" y="7962"/>
                </a:lnTo>
                <a:cubicBezTo>
                  <a:pt x="7429" y="8008"/>
                  <a:pt x="7421" y="8053"/>
                  <a:pt x="7403" y="8095"/>
                </a:cubicBezTo>
                <a:cubicBezTo>
                  <a:pt x="7385" y="8138"/>
                  <a:pt x="7360" y="8177"/>
                  <a:pt x="7328" y="8209"/>
                </a:cubicBezTo>
                <a:cubicBezTo>
                  <a:pt x="7295" y="8242"/>
                  <a:pt x="7257" y="8267"/>
                  <a:pt x="7215" y="8285"/>
                </a:cubicBezTo>
                <a:cubicBezTo>
                  <a:pt x="7172" y="8303"/>
                  <a:pt x="7126" y="8311"/>
                  <a:pt x="7080" y="8311"/>
                </a:cubicBezTo>
                <a:lnTo>
                  <a:pt x="349" y="8311"/>
                </a:lnTo>
                <a:cubicBezTo>
                  <a:pt x="302" y="8311"/>
                  <a:pt x="258" y="8303"/>
                  <a:pt x="215" y="8285"/>
                </a:cubicBezTo>
                <a:cubicBezTo>
                  <a:pt x="173" y="8267"/>
                  <a:pt x="135" y="8242"/>
                  <a:pt x="102" y="8209"/>
                </a:cubicBezTo>
                <a:cubicBezTo>
                  <a:pt x="70" y="8177"/>
                  <a:pt x="44" y="8138"/>
                  <a:pt x="27" y="8095"/>
                </a:cubicBezTo>
                <a:cubicBezTo>
                  <a:pt x="9" y="8053"/>
                  <a:pt x="0" y="8008"/>
                  <a:pt x="0" y="7962"/>
                </a:cubicBezTo>
                <a:lnTo>
                  <a:pt x="0" y="348"/>
                </a:lnTo>
                <a:cubicBezTo>
                  <a:pt x="0" y="302"/>
                  <a:pt x="9" y="258"/>
                  <a:pt x="27" y="215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5" name="任意多邊形 394"/>
          <p:cNvSpPr/>
          <p:nvPr/>
        </p:nvSpPr>
        <p:spPr>
          <a:xfrm>
            <a:off x="4111200" y="1554120"/>
            <a:ext cx="2674800" cy="2991960"/>
          </a:xfrm>
          <a:custGeom>
            <a:avLst/>
            <a:gdLst/>
            <a:ahLst/>
            <a:cxnLst/>
            <a:rect l="0" t="0" r="r" b="b"/>
            <a:pathLst>
              <a:path w="7430" h="8311">
                <a:moveTo>
                  <a:pt x="0" y="7962"/>
                </a:moveTo>
                <a:lnTo>
                  <a:pt x="0" y="348"/>
                </a:lnTo>
                <a:cubicBezTo>
                  <a:pt x="0" y="302"/>
                  <a:pt x="9" y="258"/>
                  <a:pt x="27" y="215"/>
                </a:cubicBezTo>
                <a:cubicBezTo>
                  <a:pt x="44" y="172"/>
                  <a:pt x="70" y="135"/>
                  <a:pt x="102" y="102"/>
                </a:cubicBezTo>
                <a:cubicBezTo>
                  <a:pt x="135" y="69"/>
                  <a:pt x="173" y="44"/>
                  <a:pt x="215" y="27"/>
                </a:cubicBezTo>
                <a:cubicBezTo>
                  <a:pt x="258" y="9"/>
                  <a:pt x="302" y="0"/>
                  <a:pt x="349" y="0"/>
                </a:cubicBezTo>
                <a:lnTo>
                  <a:pt x="7080" y="0"/>
                </a:lnTo>
                <a:cubicBezTo>
                  <a:pt x="7126" y="0"/>
                  <a:pt x="7172" y="9"/>
                  <a:pt x="7215" y="27"/>
                </a:cubicBezTo>
                <a:cubicBezTo>
                  <a:pt x="7257" y="44"/>
                  <a:pt x="7295" y="69"/>
                  <a:pt x="7328" y="102"/>
                </a:cubicBezTo>
                <a:cubicBezTo>
                  <a:pt x="7360" y="135"/>
                  <a:pt x="7385" y="172"/>
                  <a:pt x="7403" y="215"/>
                </a:cubicBezTo>
                <a:cubicBezTo>
                  <a:pt x="7421" y="258"/>
                  <a:pt x="7430" y="302"/>
                  <a:pt x="7430" y="348"/>
                </a:cubicBezTo>
                <a:lnTo>
                  <a:pt x="7430" y="7962"/>
                </a:lnTo>
                <a:cubicBezTo>
                  <a:pt x="7430" y="8008"/>
                  <a:pt x="7421" y="8053"/>
                  <a:pt x="7403" y="8095"/>
                </a:cubicBezTo>
                <a:cubicBezTo>
                  <a:pt x="7385" y="8138"/>
                  <a:pt x="7360" y="8177"/>
                  <a:pt x="7328" y="8209"/>
                </a:cubicBezTo>
                <a:cubicBezTo>
                  <a:pt x="7295" y="8242"/>
                  <a:pt x="7257" y="8267"/>
                  <a:pt x="7215" y="8285"/>
                </a:cubicBezTo>
                <a:cubicBezTo>
                  <a:pt x="7172" y="8303"/>
                  <a:pt x="7126" y="8311"/>
                  <a:pt x="7080" y="8311"/>
                </a:cubicBezTo>
                <a:lnTo>
                  <a:pt x="349" y="8311"/>
                </a:lnTo>
                <a:cubicBezTo>
                  <a:pt x="302" y="8311"/>
                  <a:pt x="258" y="8303"/>
                  <a:pt x="215" y="8285"/>
                </a:cubicBezTo>
                <a:cubicBezTo>
                  <a:pt x="173" y="8267"/>
                  <a:pt x="135" y="8242"/>
                  <a:pt x="102" y="8209"/>
                </a:cubicBezTo>
                <a:cubicBezTo>
                  <a:pt x="70" y="8177"/>
                  <a:pt x="44" y="8138"/>
                  <a:pt x="27" y="8095"/>
                </a:cubicBezTo>
                <a:cubicBezTo>
                  <a:pt x="9" y="8053"/>
                  <a:pt x="0" y="8008"/>
                  <a:pt x="0" y="7962"/>
                </a:cubicBezTo>
                <a:moveTo>
                  <a:pt x="24" y="348"/>
                </a:moveTo>
                <a:lnTo>
                  <a:pt x="24" y="7962"/>
                </a:lnTo>
                <a:cubicBezTo>
                  <a:pt x="24" y="7984"/>
                  <a:pt x="26" y="8005"/>
                  <a:pt x="30" y="8026"/>
                </a:cubicBezTo>
                <a:cubicBezTo>
                  <a:pt x="34" y="8047"/>
                  <a:pt x="40" y="8067"/>
                  <a:pt x="48" y="8087"/>
                </a:cubicBezTo>
                <a:cubicBezTo>
                  <a:pt x="56" y="8106"/>
                  <a:pt x="66" y="8125"/>
                  <a:pt x="78" y="8143"/>
                </a:cubicBezTo>
                <a:cubicBezTo>
                  <a:pt x="90" y="8161"/>
                  <a:pt x="104" y="8178"/>
                  <a:pt x="119" y="8193"/>
                </a:cubicBezTo>
                <a:cubicBezTo>
                  <a:pt x="134" y="8208"/>
                  <a:pt x="150" y="8222"/>
                  <a:pt x="168" y="8233"/>
                </a:cubicBezTo>
                <a:cubicBezTo>
                  <a:pt x="186" y="8245"/>
                  <a:pt x="204" y="8255"/>
                  <a:pt x="224" y="8263"/>
                </a:cubicBezTo>
                <a:cubicBezTo>
                  <a:pt x="244" y="8272"/>
                  <a:pt x="264" y="8278"/>
                  <a:pt x="285" y="8282"/>
                </a:cubicBezTo>
                <a:cubicBezTo>
                  <a:pt x="306" y="8286"/>
                  <a:pt x="327" y="8288"/>
                  <a:pt x="349" y="8288"/>
                </a:cubicBezTo>
                <a:lnTo>
                  <a:pt x="7080" y="8288"/>
                </a:lnTo>
                <a:cubicBezTo>
                  <a:pt x="7102" y="8288"/>
                  <a:pt x="7123" y="8286"/>
                  <a:pt x="7144" y="8282"/>
                </a:cubicBezTo>
                <a:cubicBezTo>
                  <a:pt x="7166" y="8278"/>
                  <a:pt x="7186" y="8272"/>
                  <a:pt x="7206" y="8263"/>
                </a:cubicBezTo>
                <a:cubicBezTo>
                  <a:pt x="7225" y="8255"/>
                  <a:pt x="7244" y="8245"/>
                  <a:pt x="7262" y="8233"/>
                </a:cubicBezTo>
                <a:cubicBezTo>
                  <a:pt x="7280" y="8222"/>
                  <a:pt x="7296" y="8208"/>
                  <a:pt x="7311" y="8193"/>
                </a:cubicBezTo>
                <a:cubicBezTo>
                  <a:pt x="7326" y="8178"/>
                  <a:pt x="7340" y="8161"/>
                  <a:pt x="7352" y="8143"/>
                </a:cubicBezTo>
                <a:cubicBezTo>
                  <a:pt x="7363" y="8125"/>
                  <a:pt x="7373" y="8106"/>
                  <a:pt x="7382" y="8087"/>
                </a:cubicBezTo>
                <a:cubicBezTo>
                  <a:pt x="7390" y="8067"/>
                  <a:pt x="7396" y="8047"/>
                  <a:pt x="7400" y="8026"/>
                </a:cubicBezTo>
                <a:cubicBezTo>
                  <a:pt x="7404" y="8005"/>
                  <a:pt x="7406" y="7984"/>
                  <a:pt x="7406" y="7962"/>
                </a:cubicBezTo>
                <a:lnTo>
                  <a:pt x="7406" y="348"/>
                </a:lnTo>
                <a:cubicBezTo>
                  <a:pt x="7406" y="327"/>
                  <a:pt x="7404" y="306"/>
                  <a:pt x="7400" y="285"/>
                </a:cubicBezTo>
                <a:cubicBezTo>
                  <a:pt x="7396" y="264"/>
                  <a:pt x="7390" y="244"/>
                  <a:pt x="7382" y="224"/>
                </a:cubicBezTo>
                <a:cubicBezTo>
                  <a:pt x="7373" y="204"/>
                  <a:pt x="7363" y="186"/>
                  <a:pt x="7352" y="168"/>
                </a:cubicBezTo>
                <a:cubicBezTo>
                  <a:pt x="7340" y="150"/>
                  <a:pt x="7326" y="134"/>
                  <a:pt x="7311" y="119"/>
                </a:cubicBezTo>
                <a:cubicBezTo>
                  <a:pt x="7296" y="103"/>
                  <a:pt x="7280" y="90"/>
                  <a:pt x="7262" y="78"/>
                </a:cubicBezTo>
                <a:cubicBezTo>
                  <a:pt x="7244" y="66"/>
                  <a:pt x="7225" y="56"/>
                  <a:pt x="7206" y="48"/>
                </a:cubicBezTo>
                <a:cubicBezTo>
                  <a:pt x="7186" y="40"/>
                  <a:pt x="7166" y="34"/>
                  <a:pt x="7144" y="30"/>
                </a:cubicBezTo>
                <a:cubicBezTo>
                  <a:pt x="7123" y="25"/>
                  <a:pt x="7102" y="23"/>
                  <a:pt x="7080" y="23"/>
                </a:cubicBezTo>
                <a:lnTo>
                  <a:pt x="349" y="23"/>
                </a:lnTo>
                <a:cubicBezTo>
                  <a:pt x="327" y="23"/>
                  <a:pt x="306" y="25"/>
                  <a:pt x="285" y="30"/>
                </a:cubicBezTo>
                <a:cubicBezTo>
                  <a:pt x="264" y="34"/>
                  <a:pt x="244" y="40"/>
                  <a:pt x="224" y="48"/>
                </a:cubicBezTo>
                <a:cubicBezTo>
                  <a:pt x="204" y="56"/>
                  <a:pt x="186" y="66"/>
                  <a:pt x="168" y="78"/>
                </a:cubicBezTo>
                <a:cubicBezTo>
                  <a:pt x="150" y="90"/>
                  <a:pt x="134" y="103"/>
                  <a:pt x="119" y="119"/>
                </a:cubicBezTo>
                <a:cubicBezTo>
                  <a:pt x="104" y="134"/>
                  <a:pt x="90" y="150"/>
                  <a:pt x="78" y="168"/>
                </a:cubicBezTo>
                <a:cubicBezTo>
                  <a:pt x="66" y="186"/>
                  <a:pt x="56" y="204"/>
                  <a:pt x="48" y="224"/>
                </a:cubicBezTo>
                <a:cubicBezTo>
                  <a:pt x="40" y="244"/>
                  <a:pt x="34" y="264"/>
                  <a:pt x="30" y="285"/>
                </a:cubicBezTo>
                <a:cubicBezTo>
                  <a:pt x="26" y="306"/>
                  <a:pt x="24" y="327"/>
                  <a:pt x="24" y="348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6" name="任意多邊形 395"/>
          <p:cNvSpPr/>
          <p:nvPr/>
        </p:nvSpPr>
        <p:spPr>
          <a:xfrm>
            <a:off x="4320360" y="1762920"/>
            <a:ext cx="401400" cy="401760"/>
          </a:xfrm>
          <a:custGeom>
            <a:avLst/>
            <a:gdLst/>
            <a:ahLst/>
            <a:cxnLst/>
            <a:rect l="0" t="0" r="r" b="b"/>
            <a:pathLst>
              <a:path w="1115" h="1116">
                <a:moveTo>
                  <a:pt x="42" y="345"/>
                </a:moveTo>
                <a:cubicBezTo>
                  <a:pt x="70" y="277"/>
                  <a:pt x="111" y="217"/>
                  <a:pt x="163" y="165"/>
                </a:cubicBezTo>
                <a:cubicBezTo>
                  <a:pt x="215" y="111"/>
                  <a:pt x="275" y="71"/>
                  <a:pt x="344" y="43"/>
                </a:cubicBezTo>
                <a:cubicBezTo>
                  <a:pt x="412" y="15"/>
                  <a:pt x="483" y="0"/>
                  <a:pt x="557" y="0"/>
                </a:cubicBezTo>
                <a:cubicBezTo>
                  <a:pt x="631" y="0"/>
                  <a:pt x="702" y="15"/>
                  <a:pt x="770" y="43"/>
                </a:cubicBezTo>
                <a:cubicBezTo>
                  <a:pt x="839" y="71"/>
                  <a:pt x="899" y="111"/>
                  <a:pt x="952" y="165"/>
                </a:cubicBezTo>
                <a:cubicBezTo>
                  <a:pt x="1004" y="217"/>
                  <a:pt x="1044" y="277"/>
                  <a:pt x="1072" y="345"/>
                </a:cubicBezTo>
                <a:cubicBezTo>
                  <a:pt x="1101" y="414"/>
                  <a:pt x="1115" y="485"/>
                  <a:pt x="1115" y="559"/>
                </a:cubicBezTo>
                <a:cubicBezTo>
                  <a:pt x="1115" y="632"/>
                  <a:pt x="1101" y="704"/>
                  <a:pt x="1072" y="772"/>
                </a:cubicBezTo>
                <a:cubicBezTo>
                  <a:pt x="1044" y="840"/>
                  <a:pt x="1004" y="900"/>
                  <a:pt x="952" y="953"/>
                </a:cubicBezTo>
                <a:cubicBezTo>
                  <a:pt x="899" y="1005"/>
                  <a:pt x="839" y="1045"/>
                  <a:pt x="770" y="1073"/>
                </a:cubicBezTo>
                <a:cubicBezTo>
                  <a:pt x="702" y="1102"/>
                  <a:pt x="631" y="1116"/>
                  <a:pt x="557" y="1116"/>
                </a:cubicBezTo>
                <a:cubicBezTo>
                  <a:pt x="483" y="1116"/>
                  <a:pt x="412" y="1102"/>
                  <a:pt x="344" y="1073"/>
                </a:cubicBezTo>
                <a:cubicBezTo>
                  <a:pt x="275" y="1045"/>
                  <a:pt x="215" y="1005"/>
                  <a:pt x="163" y="953"/>
                </a:cubicBezTo>
                <a:cubicBezTo>
                  <a:pt x="111" y="900"/>
                  <a:pt x="70" y="840"/>
                  <a:pt x="42" y="772"/>
                </a:cubicBezTo>
                <a:cubicBezTo>
                  <a:pt x="14" y="704"/>
                  <a:pt x="0" y="632"/>
                  <a:pt x="0" y="559"/>
                </a:cubicBezTo>
                <a:cubicBezTo>
                  <a:pt x="0" y="485"/>
                  <a:pt x="14" y="414"/>
                  <a:pt x="42" y="345"/>
                </a:cubicBezTo>
                <a:close/>
              </a:path>
            </a:pathLst>
          </a:custGeom>
          <a:solidFill>
            <a:srgbClr val="4CD137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7" name="任意多邊形 396"/>
          <p:cNvSpPr/>
          <p:nvPr/>
        </p:nvSpPr>
        <p:spPr>
          <a:xfrm>
            <a:off x="4320360" y="1762920"/>
            <a:ext cx="401400" cy="401760"/>
          </a:xfrm>
          <a:custGeom>
            <a:avLst/>
            <a:gdLst/>
            <a:ahLst/>
            <a:cxnLst/>
            <a:rect l="0" t="0" r="r" b="b"/>
            <a:pathLst>
              <a:path w="1115" h="1116">
                <a:moveTo>
                  <a:pt x="0" y="559"/>
                </a:moveTo>
                <a:cubicBezTo>
                  <a:pt x="0" y="485"/>
                  <a:pt x="14" y="414"/>
                  <a:pt x="42" y="345"/>
                </a:cubicBezTo>
                <a:cubicBezTo>
                  <a:pt x="70" y="277"/>
                  <a:pt x="111" y="217"/>
                  <a:pt x="163" y="165"/>
                </a:cubicBezTo>
                <a:cubicBezTo>
                  <a:pt x="215" y="111"/>
                  <a:pt x="275" y="71"/>
                  <a:pt x="344" y="43"/>
                </a:cubicBezTo>
                <a:cubicBezTo>
                  <a:pt x="412" y="15"/>
                  <a:pt x="483" y="0"/>
                  <a:pt x="557" y="0"/>
                </a:cubicBezTo>
                <a:cubicBezTo>
                  <a:pt x="631" y="0"/>
                  <a:pt x="702" y="15"/>
                  <a:pt x="770" y="43"/>
                </a:cubicBezTo>
                <a:cubicBezTo>
                  <a:pt x="839" y="71"/>
                  <a:pt x="899" y="111"/>
                  <a:pt x="952" y="165"/>
                </a:cubicBezTo>
                <a:cubicBezTo>
                  <a:pt x="1004" y="217"/>
                  <a:pt x="1044" y="277"/>
                  <a:pt x="1072" y="345"/>
                </a:cubicBezTo>
                <a:cubicBezTo>
                  <a:pt x="1101" y="414"/>
                  <a:pt x="1115" y="485"/>
                  <a:pt x="1115" y="559"/>
                </a:cubicBezTo>
                <a:cubicBezTo>
                  <a:pt x="1115" y="632"/>
                  <a:pt x="1101" y="704"/>
                  <a:pt x="1072" y="772"/>
                </a:cubicBezTo>
                <a:cubicBezTo>
                  <a:pt x="1044" y="840"/>
                  <a:pt x="1004" y="900"/>
                  <a:pt x="952" y="953"/>
                </a:cubicBezTo>
                <a:cubicBezTo>
                  <a:pt x="899" y="1005"/>
                  <a:pt x="839" y="1045"/>
                  <a:pt x="770" y="1073"/>
                </a:cubicBezTo>
                <a:cubicBezTo>
                  <a:pt x="702" y="1102"/>
                  <a:pt x="631" y="1116"/>
                  <a:pt x="557" y="1116"/>
                </a:cubicBezTo>
                <a:cubicBezTo>
                  <a:pt x="483" y="1116"/>
                  <a:pt x="412" y="1102"/>
                  <a:pt x="344" y="1073"/>
                </a:cubicBezTo>
                <a:cubicBezTo>
                  <a:pt x="275" y="1045"/>
                  <a:pt x="215" y="1005"/>
                  <a:pt x="163" y="953"/>
                </a:cubicBezTo>
                <a:cubicBezTo>
                  <a:pt x="111" y="900"/>
                  <a:pt x="70" y="840"/>
                  <a:pt x="42" y="772"/>
                </a:cubicBezTo>
                <a:cubicBezTo>
                  <a:pt x="14" y="704"/>
                  <a:pt x="0" y="632"/>
                  <a:pt x="0" y="559"/>
                </a:cubicBezTo>
                <a:moveTo>
                  <a:pt x="557" y="24"/>
                </a:moveTo>
                <a:cubicBezTo>
                  <a:pt x="522" y="24"/>
                  <a:pt x="487" y="27"/>
                  <a:pt x="453" y="34"/>
                </a:cubicBezTo>
                <a:cubicBezTo>
                  <a:pt x="418" y="41"/>
                  <a:pt x="385" y="51"/>
                  <a:pt x="352" y="64"/>
                </a:cubicBezTo>
                <a:cubicBezTo>
                  <a:pt x="320" y="78"/>
                  <a:pt x="289" y="94"/>
                  <a:pt x="260" y="114"/>
                </a:cubicBezTo>
                <a:cubicBezTo>
                  <a:pt x="231" y="134"/>
                  <a:pt x="204" y="156"/>
                  <a:pt x="179" y="181"/>
                </a:cubicBezTo>
                <a:cubicBezTo>
                  <a:pt x="154" y="206"/>
                  <a:pt x="132" y="233"/>
                  <a:pt x="113" y="262"/>
                </a:cubicBezTo>
                <a:cubicBezTo>
                  <a:pt x="93" y="291"/>
                  <a:pt x="77" y="322"/>
                  <a:pt x="64" y="354"/>
                </a:cubicBezTo>
                <a:cubicBezTo>
                  <a:pt x="50" y="387"/>
                  <a:pt x="40" y="420"/>
                  <a:pt x="33" y="454"/>
                </a:cubicBezTo>
                <a:cubicBezTo>
                  <a:pt x="26" y="489"/>
                  <a:pt x="23" y="524"/>
                  <a:pt x="23" y="559"/>
                </a:cubicBezTo>
                <a:cubicBezTo>
                  <a:pt x="23" y="594"/>
                  <a:pt x="26" y="628"/>
                  <a:pt x="33" y="663"/>
                </a:cubicBezTo>
                <a:cubicBezTo>
                  <a:pt x="40" y="697"/>
                  <a:pt x="50" y="730"/>
                  <a:pt x="64" y="763"/>
                </a:cubicBezTo>
                <a:cubicBezTo>
                  <a:pt x="77" y="795"/>
                  <a:pt x="93" y="826"/>
                  <a:pt x="113" y="855"/>
                </a:cubicBezTo>
                <a:cubicBezTo>
                  <a:pt x="132" y="884"/>
                  <a:pt x="154" y="911"/>
                  <a:pt x="179" y="936"/>
                </a:cubicBezTo>
                <a:cubicBezTo>
                  <a:pt x="204" y="961"/>
                  <a:pt x="231" y="983"/>
                  <a:pt x="260" y="1002"/>
                </a:cubicBezTo>
                <a:cubicBezTo>
                  <a:pt x="289" y="1022"/>
                  <a:pt x="320" y="1038"/>
                  <a:pt x="352" y="1052"/>
                </a:cubicBezTo>
                <a:cubicBezTo>
                  <a:pt x="385" y="1065"/>
                  <a:pt x="418" y="1075"/>
                  <a:pt x="453" y="1082"/>
                </a:cubicBezTo>
                <a:cubicBezTo>
                  <a:pt x="487" y="1089"/>
                  <a:pt x="522" y="1092"/>
                  <a:pt x="557" y="1092"/>
                </a:cubicBezTo>
                <a:cubicBezTo>
                  <a:pt x="592" y="1092"/>
                  <a:pt x="627" y="1089"/>
                  <a:pt x="661" y="1082"/>
                </a:cubicBezTo>
                <a:cubicBezTo>
                  <a:pt x="695" y="1075"/>
                  <a:pt x="729" y="1065"/>
                  <a:pt x="761" y="1052"/>
                </a:cubicBezTo>
                <a:cubicBezTo>
                  <a:pt x="793" y="1038"/>
                  <a:pt x="825" y="1022"/>
                  <a:pt x="854" y="1002"/>
                </a:cubicBezTo>
                <a:cubicBezTo>
                  <a:pt x="884" y="983"/>
                  <a:pt x="910" y="961"/>
                  <a:pt x="935" y="936"/>
                </a:cubicBezTo>
                <a:cubicBezTo>
                  <a:pt x="960" y="911"/>
                  <a:pt x="982" y="884"/>
                  <a:pt x="1002" y="855"/>
                </a:cubicBezTo>
                <a:cubicBezTo>
                  <a:pt x="1021" y="826"/>
                  <a:pt x="1038" y="795"/>
                  <a:pt x="1051" y="763"/>
                </a:cubicBezTo>
                <a:cubicBezTo>
                  <a:pt x="1064" y="730"/>
                  <a:pt x="1075" y="697"/>
                  <a:pt x="1081" y="663"/>
                </a:cubicBezTo>
                <a:cubicBezTo>
                  <a:pt x="1088" y="628"/>
                  <a:pt x="1092" y="594"/>
                  <a:pt x="1092" y="559"/>
                </a:cubicBezTo>
                <a:cubicBezTo>
                  <a:pt x="1092" y="524"/>
                  <a:pt x="1088" y="489"/>
                  <a:pt x="1081" y="454"/>
                </a:cubicBezTo>
                <a:cubicBezTo>
                  <a:pt x="1075" y="420"/>
                  <a:pt x="1064" y="387"/>
                  <a:pt x="1051" y="354"/>
                </a:cubicBezTo>
                <a:cubicBezTo>
                  <a:pt x="1038" y="322"/>
                  <a:pt x="1021" y="291"/>
                  <a:pt x="1002" y="262"/>
                </a:cubicBezTo>
                <a:cubicBezTo>
                  <a:pt x="982" y="233"/>
                  <a:pt x="960" y="206"/>
                  <a:pt x="935" y="181"/>
                </a:cubicBezTo>
                <a:cubicBezTo>
                  <a:pt x="910" y="156"/>
                  <a:pt x="884" y="134"/>
                  <a:pt x="854" y="114"/>
                </a:cubicBezTo>
                <a:cubicBezTo>
                  <a:pt x="825" y="94"/>
                  <a:pt x="793" y="78"/>
                  <a:pt x="761" y="64"/>
                </a:cubicBezTo>
                <a:cubicBezTo>
                  <a:pt x="729" y="51"/>
                  <a:pt x="695" y="41"/>
                  <a:pt x="661" y="34"/>
                </a:cubicBezTo>
                <a:cubicBezTo>
                  <a:pt x="627" y="27"/>
                  <a:pt x="592" y="24"/>
                  <a:pt x="557" y="24"/>
                </a:cubicBezTo>
                <a:close/>
              </a:path>
            </a:pathLst>
          </a:custGeom>
          <a:solidFill>
            <a:srgbClr val="4CD137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398" name="圖片 397"/>
          <p:cNvPicPr/>
          <p:nvPr/>
        </p:nvPicPr>
        <p:blipFill>
          <a:blip r:embed="rId6"/>
          <a:stretch>
            <a:fillRect/>
          </a:stretch>
        </p:blipFill>
        <p:spPr>
          <a:xfrm>
            <a:off x="4420800" y="186372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9" name="文字框 398"/>
          <p:cNvSpPr txBox="1"/>
          <p:nvPr/>
        </p:nvSpPr>
        <p:spPr>
          <a:xfrm>
            <a:off x="1504080" y="3915720"/>
            <a:ext cx="13417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作的透明度与可追溯性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400" name="圖片 399"/>
          <p:cNvPicPr/>
          <p:nvPr/>
        </p:nvPicPr>
        <p:blipFill>
          <a:blip r:embed="rId5"/>
          <a:stretch>
            <a:fillRect/>
          </a:stretch>
        </p:blipFill>
        <p:spPr>
          <a:xfrm>
            <a:off x="4387320" y="2331360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1" name="文字框 400"/>
          <p:cNvSpPr txBox="1"/>
          <p:nvPr/>
        </p:nvSpPr>
        <p:spPr>
          <a:xfrm>
            <a:off x="4818960" y="1837440"/>
            <a:ext cx="120780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储备资产构成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02" name="文字框 401"/>
          <p:cNvSpPr txBox="1"/>
          <p:nvPr/>
        </p:nvSpPr>
        <p:spPr>
          <a:xfrm>
            <a:off x="4568400" y="2316240"/>
            <a:ext cx="3808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USDC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03" name="文字框 402"/>
          <p:cNvSpPr txBox="1"/>
          <p:nvPr/>
        </p:nvSpPr>
        <p:spPr>
          <a:xfrm>
            <a:off x="4947480" y="2311560"/>
            <a:ext cx="16102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的储备</a:t>
            </a:r>
            <a:r>
              <a:rPr lang="zh-CN" sz="1050" b="0" u="none" strike="noStrike">
                <a:solidFill>
                  <a:srgbClr val="4CD137"/>
                </a:solidFill>
                <a:effectLst/>
                <a:uFillTx/>
                <a:latin typeface="WenQuanYiZenHei"/>
                <a:ea typeface="WenQuanYiZenHei"/>
              </a:rPr>
              <a:t>完全由现金和短期美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404" name="圖片 403"/>
          <p:cNvPicPr/>
          <p:nvPr/>
        </p:nvPicPr>
        <p:blipFill>
          <a:blip r:embed="rId5"/>
          <a:stretch>
            <a:fillRect/>
          </a:stretch>
        </p:blipFill>
        <p:spPr>
          <a:xfrm>
            <a:off x="4387320" y="2832840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5" name="文字框 404"/>
          <p:cNvSpPr txBox="1"/>
          <p:nvPr/>
        </p:nvSpPr>
        <p:spPr>
          <a:xfrm>
            <a:off x="4568400" y="2512080"/>
            <a:ext cx="6714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CD137"/>
                </a:solidFill>
                <a:effectLst/>
                <a:uFillTx/>
                <a:latin typeface="WenQuanYiZenHei"/>
                <a:ea typeface="WenQuanYiZenHei"/>
              </a:rPr>
              <a:t>国国债支持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06" name="文字框 405"/>
          <p:cNvSpPr txBox="1"/>
          <p:nvPr/>
        </p:nvSpPr>
        <p:spPr>
          <a:xfrm>
            <a:off x="4568400" y="2812680"/>
            <a:ext cx="20124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这些资产存放在受监管的美国银行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407" name="圖片 406"/>
          <p:cNvPicPr/>
          <p:nvPr/>
        </p:nvPicPr>
        <p:blipFill>
          <a:blip r:embed="rId3"/>
          <a:stretch>
            <a:fillRect/>
          </a:stretch>
        </p:blipFill>
        <p:spPr>
          <a:xfrm>
            <a:off x="4387320" y="333432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8" name="文字框 407"/>
          <p:cNvSpPr txBox="1"/>
          <p:nvPr/>
        </p:nvSpPr>
        <p:spPr>
          <a:xfrm>
            <a:off x="4568400" y="3013200"/>
            <a:ext cx="403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体系内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09" name="文字框 408"/>
          <p:cNvSpPr txBox="1"/>
          <p:nvPr/>
        </p:nvSpPr>
        <p:spPr>
          <a:xfrm>
            <a:off x="4584960" y="3314160"/>
            <a:ext cx="1878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储备构成高度透明，并接受第三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410" name="圖片 409"/>
          <p:cNvPicPr/>
          <p:nvPr/>
        </p:nvPicPr>
        <p:blipFill>
          <a:blip r:embed="rId3"/>
          <a:stretch>
            <a:fillRect/>
          </a:stretch>
        </p:blipFill>
        <p:spPr>
          <a:xfrm>
            <a:off x="4387320" y="383580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1" name="文字框 410"/>
          <p:cNvSpPr txBox="1"/>
          <p:nvPr/>
        </p:nvSpPr>
        <p:spPr>
          <a:xfrm>
            <a:off x="4584960" y="3514680"/>
            <a:ext cx="1609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方会计师事务所的定期审计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2" name="文字框 411"/>
          <p:cNvSpPr txBox="1"/>
          <p:nvPr/>
        </p:nvSpPr>
        <p:spPr>
          <a:xfrm>
            <a:off x="4584960" y="3815640"/>
            <a:ext cx="1609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确保资产充足，维持与美元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3" name="文字框 412"/>
          <p:cNvSpPr txBox="1"/>
          <p:nvPr/>
        </p:nvSpPr>
        <p:spPr>
          <a:xfrm>
            <a:off x="6189480" y="3820320"/>
            <a:ext cx="2167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1:1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4" name="文字框 413"/>
          <p:cNvSpPr txBox="1"/>
          <p:nvPr/>
        </p:nvSpPr>
        <p:spPr>
          <a:xfrm>
            <a:off x="6404760" y="381564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5" name="任意多邊形 414"/>
          <p:cNvSpPr/>
          <p:nvPr/>
        </p:nvSpPr>
        <p:spPr>
          <a:xfrm>
            <a:off x="4328640" y="1771560"/>
            <a:ext cx="16920" cy="16920"/>
          </a:xfrm>
          <a:custGeom>
            <a:avLst/>
            <a:gdLst/>
            <a:ahLst/>
            <a:cxnLst/>
            <a:rect l="0" t="0" r="r" b="b"/>
            <a:pathLst>
              <a:path w="47" h="47" fill="none">
                <a:moveTo>
                  <a:pt x="47" y="23"/>
                </a:moveTo>
                <a:cubicBezTo>
                  <a:pt x="47" y="30"/>
                  <a:pt x="45" y="36"/>
                  <a:pt x="40" y="40"/>
                </a:cubicBezTo>
                <a:cubicBezTo>
                  <a:pt x="36" y="45"/>
                  <a:pt x="30" y="47"/>
                  <a:pt x="24" y="47"/>
                </a:cubicBezTo>
                <a:cubicBezTo>
                  <a:pt x="18" y="47"/>
                  <a:pt x="12" y="45"/>
                  <a:pt x="8" y="40"/>
                </a:cubicBezTo>
                <a:cubicBezTo>
                  <a:pt x="2" y="36"/>
                  <a:pt x="0" y="30"/>
                  <a:pt x="0" y="23"/>
                </a:cubicBezTo>
                <a:cubicBezTo>
                  <a:pt x="0" y="16"/>
                  <a:pt x="2" y="11"/>
                  <a:pt x="8" y="6"/>
                </a:cubicBezTo>
                <a:cubicBezTo>
                  <a:pt x="12" y="2"/>
                  <a:pt x="18" y="0"/>
                  <a:pt x="24" y="0"/>
                </a:cubicBezTo>
                <a:cubicBezTo>
                  <a:pt x="30" y="0"/>
                  <a:pt x="36" y="2"/>
                  <a:pt x="40" y="6"/>
                </a:cubicBezTo>
                <a:cubicBezTo>
                  <a:pt x="45" y="11"/>
                  <a:pt x="47" y="16"/>
                  <a:pt x="47" y="23"/>
                </a:cubicBezTo>
              </a:path>
            </a:pathLst>
          </a:custGeom>
          <a:ln w="16560">
            <a:solidFill>
              <a:srgbClr val="4CD137">
                <a:alpha val="50000"/>
              </a:srgbClr>
            </a:solidFill>
            <a:miter/>
          </a:ln>
        </p:spPr>
        <p:txBody>
          <a:bodyPr lIns="8280" tIns="8280" rIns="8280" bIns="82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6" name="任意多邊形 415"/>
          <p:cNvSpPr/>
          <p:nvPr/>
        </p:nvSpPr>
        <p:spPr>
          <a:xfrm>
            <a:off x="6986160" y="1554120"/>
            <a:ext cx="2682720" cy="2991960"/>
          </a:xfrm>
          <a:custGeom>
            <a:avLst/>
            <a:gdLst/>
            <a:ahLst/>
            <a:cxnLst/>
            <a:rect l="0" t="0" r="r" b="b"/>
            <a:pathLst>
              <a:path w="7452" h="8311">
                <a:moveTo>
                  <a:pt x="0" y="7962"/>
                </a:moveTo>
                <a:lnTo>
                  <a:pt x="0" y="348"/>
                </a:lnTo>
                <a:cubicBezTo>
                  <a:pt x="0" y="302"/>
                  <a:pt x="8" y="258"/>
                  <a:pt x="26" y="215"/>
                </a:cubicBezTo>
                <a:cubicBezTo>
                  <a:pt x="44" y="172"/>
                  <a:pt x="69" y="135"/>
                  <a:pt x="102" y="102"/>
                </a:cubicBezTo>
                <a:cubicBezTo>
                  <a:pt x="134" y="69"/>
                  <a:pt x="172" y="44"/>
                  <a:pt x="215" y="27"/>
                </a:cubicBezTo>
                <a:cubicBezTo>
                  <a:pt x="257" y="9"/>
                  <a:pt x="302" y="0"/>
                  <a:pt x="348" y="0"/>
                </a:cubicBezTo>
                <a:lnTo>
                  <a:pt x="7104" y="0"/>
                </a:lnTo>
                <a:cubicBezTo>
                  <a:pt x="7150" y="0"/>
                  <a:pt x="7194" y="9"/>
                  <a:pt x="7237" y="27"/>
                </a:cubicBezTo>
                <a:cubicBezTo>
                  <a:pt x="7280" y="44"/>
                  <a:pt x="7317" y="69"/>
                  <a:pt x="7350" y="102"/>
                </a:cubicBezTo>
                <a:cubicBezTo>
                  <a:pt x="7383" y="135"/>
                  <a:pt x="7408" y="172"/>
                  <a:pt x="7425" y="215"/>
                </a:cubicBezTo>
                <a:cubicBezTo>
                  <a:pt x="7443" y="258"/>
                  <a:pt x="7452" y="302"/>
                  <a:pt x="7452" y="348"/>
                </a:cubicBezTo>
                <a:lnTo>
                  <a:pt x="7452" y="7962"/>
                </a:lnTo>
                <a:cubicBezTo>
                  <a:pt x="7452" y="8008"/>
                  <a:pt x="7443" y="8053"/>
                  <a:pt x="7425" y="8095"/>
                </a:cubicBezTo>
                <a:cubicBezTo>
                  <a:pt x="7408" y="8138"/>
                  <a:pt x="7383" y="8177"/>
                  <a:pt x="7350" y="8209"/>
                </a:cubicBezTo>
                <a:cubicBezTo>
                  <a:pt x="7317" y="8242"/>
                  <a:pt x="7280" y="8267"/>
                  <a:pt x="7237" y="8285"/>
                </a:cubicBezTo>
                <a:cubicBezTo>
                  <a:pt x="7194" y="8303"/>
                  <a:pt x="7150" y="8311"/>
                  <a:pt x="7104" y="8311"/>
                </a:cubicBezTo>
                <a:lnTo>
                  <a:pt x="348" y="8311"/>
                </a:lnTo>
                <a:cubicBezTo>
                  <a:pt x="302" y="8311"/>
                  <a:pt x="257" y="8303"/>
                  <a:pt x="215" y="8285"/>
                </a:cubicBezTo>
                <a:cubicBezTo>
                  <a:pt x="172" y="8267"/>
                  <a:pt x="134" y="8242"/>
                  <a:pt x="102" y="8209"/>
                </a:cubicBezTo>
                <a:cubicBezTo>
                  <a:pt x="69" y="8177"/>
                  <a:pt x="44" y="8138"/>
                  <a:pt x="26" y="8095"/>
                </a:cubicBezTo>
                <a:cubicBezTo>
                  <a:pt x="8" y="8053"/>
                  <a:pt x="0" y="8008"/>
                  <a:pt x="0" y="7962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7" name="任意多邊形 416"/>
          <p:cNvSpPr/>
          <p:nvPr/>
        </p:nvSpPr>
        <p:spPr>
          <a:xfrm>
            <a:off x="6986160" y="1554120"/>
            <a:ext cx="2682720" cy="2991960"/>
          </a:xfrm>
          <a:custGeom>
            <a:avLst/>
            <a:gdLst/>
            <a:ahLst/>
            <a:cxnLst/>
            <a:rect l="0" t="0" r="r" b="b"/>
            <a:pathLst>
              <a:path w="7452" h="8311">
                <a:moveTo>
                  <a:pt x="0" y="7962"/>
                </a:moveTo>
                <a:lnTo>
                  <a:pt x="0" y="348"/>
                </a:lnTo>
                <a:cubicBezTo>
                  <a:pt x="0" y="302"/>
                  <a:pt x="8" y="258"/>
                  <a:pt x="26" y="215"/>
                </a:cubicBezTo>
                <a:cubicBezTo>
                  <a:pt x="44" y="172"/>
                  <a:pt x="69" y="135"/>
                  <a:pt x="102" y="102"/>
                </a:cubicBezTo>
                <a:cubicBezTo>
                  <a:pt x="134" y="69"/>
                  <a:pt x="172" y="44"/>
                  <a:pt x="215" y="27"/>
                </a:cubicBezTo>
                <a:cubicBezTo>
                  <a:pt x="257" y="9"/>
                  <a:pt x="302" y="0"/>
                  <a:pt x="348" y="0"/>
                </a:cubicBezTo>
                <a:lnTo>
                  <a:pt x="7104" y="0"/>
                </a:lnTo>
                <a:cubicBezTo>
                  <a:pt x="7150" y="0"/>
                  <a:pt x="7194" y="9"/>
                  <a:pt x="7237" y="27"/>
                </a:cubicBezTo>
                <a:cubicBezTo>
                  <a:pt x="7280" y="44"/>
                  <a:pt x="7317" y="69"/>
                  <a:pt x="7350" y="102"/>
                </a:cubicBezTo>
                <a:cubicBezTo>
                  <a:pt x="7383" y="135"/>
                  <a:pt x="7408" y="172"/>
                  <a:pt x="7425" y="215"/>
                </a:cubicBezTo>
                <a:cubicBezTo>
                  <a:pt x="7443" y="258"/>
                  <a:pt x="7452" y="302"/>
                  <a:pt x="7452" y="348"/>
                </a:cubicBezTo>
                <a:lnTo>
                  <a:pt x="7452" y="7962"/>
                </a:lnTo>
                <a:cubicBezTo>
                  <a:pt x="7452" y="8008"/>
                  <a:pt x="7443" y="8053"/>
                  <a:pt x="7425" y="8095"/>
                </a:cubicBezTo>
                <a:cubicBezTo>
                  <a:pt x="7408" y="8138"/>
                  <a:pt x="7383" y="8177"/>
                  <a:pt x="7350" y="8209"/>
                </a:cubicBezTo>
                <a:cubicBezTo>
                  <a:pt x="7317" y="8242"/>
                  <a:pt x="7280" y="8267"/>
                  <a:pt x="7237" y="8285"/>
                </a:cubicBezTo>
                <a:cubicBezTo>
                  <a:pt x="7194" y="8303"/>
                  <a:pt x="7150" y="8311"/>
                  <a:pt x="7104" y="8311"/>
                </a:cubicBezTo>
                <a:lnTo>
                  <a:pt x="348" y="8311"/>
                </a:lnTo>
                <a:cubicBezTo>
                  <a:pt x="302" y="8311"/>
                  <a:pt x="257" y="8303"/>
                  <a:pt x="215" y="8285"/>
                </a:cubicBezTo>
                <a:cubicBezTo>
                  <a:pt x="172" y="8267"/>
                  <a:pt x="134" y="8242"/>
                  <a:pt x="102" y="8209"/>
                </a:cubicBezTo>
                <a:cubicBezTo>
                  <a:pt x="69" y="8177"/>
                  <a:pt x="44" y="8138"/>
                  <a:pt x="26" y="8095"/>
                </a:cubicBezTo>
                <a:cubicBezTo>
                  <a:pt x="8" y="8053"/>
                  <a:pt x="0" y="8008"/>
                  <a:pt x="0" y="7962"/>
                </a:cubicBezTo>
                <a:moveTo>
                  <a:pt x="23" y="348"/>
                </a:moveTo>
                <a:lnTo>
                  <a:pt x="23" y="7962"/>
                </a:lnTo>
                <a:cubicBezTo>
                  <a:pt x="23" y="7984"/>
                  <a:pt x="25" y="8005"/>
                  <a:pt x="29" y="8026"/>
                </a:cubicBezTo>
                <a:cubicBezTo>
                  <a:pt x="33" y="8047"/>
                  <a:pt x="39" y="8067"/>
                  <a:pt x="48" y="8087"/>
                </a:cubicBezTo>
                <a:cubicBezTo>
                  <a:pt x="56" y="8106"/>
                  <a:pt x="66" y="8125"/>
                  <a:pt x="78" y="8143"/>
                </a:cubicBezTo>
                <a:cubicBezTo>
                  <a:pt x="89" y="8161"/>
                  <a:pt x="103" y="8178"/>
                  <a:pt x="118" y="8193"/>
                </a:cubicBezTo>
                <a:cubicBezTo>
                  <a:pt x="133" y="8208"/>
                  <a:pt x="150" y="8222"/>
                  <a:pt x="167" y="8233"/>
                </a:cubicBezTo>
                <a:cubicBezTo>
                  <a:pt x="185" y="8245"/>
                  <a:pt x="204" y="8255"/>
                  <a:pt x="223" y="8263"/>
                </a:cubicBezTo>
                <a:cubicBezTo>
                  <a:pt x="243" y="8272"/>
                  <a:pt x="263" y="8278"/>
                  <a:pt x="284" y="8282"/>
                </a:cubicBezTo>
                <a:cubicBezTo>
                  <a:pt x="305" y="8286"/>
                  <a:pt x="326" y="8288"/>
                  <a:pt x="348" y="8288"/>
                </a:cubicBezTo>
                <a:lnTo>
                  <a:pt x="7104" y="8288"/>
                </a:lnTo>
                <a:cubicBezTo>
                  <a:pt x="7125" y="8288"/>
                  <a:pt x="7146" y="8286"/>
                  <a:pt x="7167" y="8282"/>
                </a:cubicBezTo>
                <a:cubicBezTo>
                  <a:pt x="7188" y="8278"/>
                  <a:pt x="7208" y="8272"/>
                  <a:pt x="7228" y="8263"/>
                </a:cubicBezTo>
                <a:cubicBezTo>
                  <a:pt x="7248" y="8255"/>
                  <a:pt x="7267" y="8245"/>
                  <a:pt x="7284" y="8233"/>
                </a:cubicBezTo>
                <a:cubicBezTo>
                  <a:pt x="7302" y="8222"/>
                  <a:pt x="7319" y="8208"/>
                  <a:pt x="7334" y="8193"/>
                </a:cubicBezTo>
                <a:cubicBezTo>
                  <a:pt x="7349" y="8178"/>
                  <a:pt x="7362" y="8161"/>
                  <a:pt x="7374" y="8143"/>
                </a:cubicBezTo>
                <a:cubicBezTo>
                  <a:pt x="7386" y="8125"/>
                  <a:pt x="7396" y="8106"/>
                  <a:pt x="7404" y="8087"/>
                </a:cubicBezTo>
                <a:cubicBezTo>
                  <a:pt x="7412" y="8067"/>
                  <a:pt x="7418" y="8047"/>
                  <a:pt x="7423" y="8026"/>
                </a:cubicBezTo>
                <a:cubicBezTo>
                  <a:pt x="7427" y="8005"/>
                  <a:pt x="7429" y="7984"/>
                  <a:pt x="7429" y="7962"/>
                </a:cubicBezTo>
                <a:lnTo>
                  <a:pt x="7429" y="348"/>
                </a:lnTo>
                <a:cubicBezTo>
                  <a:pt x="7429" y="327"/>
                  <a:pt x="7427" y="306"/>
                  <a:pt x="7423" y="285"/>
                </a:cubicBezTo>
                <a:cubicBezTo>
                  <a:pt x="7418" y="264"/>
                  <a:pt x="7412" y="244"/>
                  <a:pt x="7404" y="224"/>
                </a:cubicBezTo>
                <a:cubicBezTo>
                  <a:pt x="7396" y="204"/>
                  <a:pt x="7386" y="186"/>
                  <a:pt x="7374" y="168"/>
                </a:cubicBezTo>
                <a:cubicBezTo>
                  <a:pt x="7362" y="150"/>
                  <a:pt x="7349" y="134"/>
                  <a:pt x="7334" y="119"/>
                </a:cubicBezTo>
                <a:cubicBezTo>
                  <a:pt x="7319" y="103"/>
                  <a:pt x="7302" y="90"/>
                  <a:pt x="7284" y="78"/>
                </a:cubicBezTo>
                <a:cubicBezTo>
                  <a:pt x="7267" y="66"/>
                  <a:pt x="7248" y="56"/>
                  <a:pt x="7228" y="48"/>
                </a:cubicBezTo>
                <a:cubicBezTo>
                  <a:pt x="7208" y="40"/>
                  <a:pt x="7188" y="34"/>
                  <a:pt x="7167" y="30"/>
                </a:cubicBezTo>
                <a:cubicBezTo>
                  <a:pt x="7146" y="25"/>
                  <a:pt x="7125" y="23"/>
                  <a:pt x="7104" y="23"/>
                </a:cubicBezTo>
                <a:lnTo>
                  <a:pt x="348" y="23"/>
                </a:lnTo>
                <a:cubicBezTo>
                  <a:pt x="326" y="23"/>
                  <a:pt x="305" y="25"/>
                  <a:pt x="284" y="30"/>
                </a:cubicBezTo>
                <a:cubicBezTo>
                  <a:pt x="263" y="34"/>
                  <a:pt x="243" y="40"/>
                  <a:pt x="223" y="48"/>
                </a:cubicBezTo>
                <a:cubicBezTo>
                  <a:pt x="204" y="56"/>
                  <a:pt x="185" y="66"/>
                  <a:pt x="167" y="78"/>
                </a:cubicBezTo>
                <a:cubicBezTo>
                  <a:pt x="150" y="90"/>
                  <a:pt x="133" y="103"/>
                  <a:pt x="118" y="119"/>
                </a:cubicBezTo>
                <a:cubicBezTo>
                  <a:pt x="103" y="134"/>
                  <a:pt x="89" y="150"/>
                  <a:pt x="78" y="168"/>
                </a:cubicBezTo>
                <a:cubicBezTo>
                  <a:pt x="66" y="186"/>
                  <a:pt x="56" y="204"/>
                  <a:pt x="48" y="224"/>
                </a:cubicBezTo>
                <a:cubicBezTo>
                  <a:pt x="39" y="244"/>
                  <a:pt x="33" y="264"/>
                  <a:pt x="29" y="285"/>
                </a:cubicBezTo>
                <a:cubicBezTo>
                  <a:pt x="25" y="306"/>
                  <a:pt x="23" y="327"/>
                  <a:pt x="23" y="348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8" name="任意多邊形 417"/>
          <p:cNvSpPr/>
          <p:nvPr/>
        </p:nvSpPr>
        <p:spPr>
          <a:xfrm>
            <a:off x="7194960" y="1829880"/>
            <a:ext cx="393120" cy="401400"/>
          </a:xfrm>
          <a:custGeom>
            <a:avLst/>
            <a:gdLst/>
            <a:ahLst/>
            <a:cxnLst/>
            <a:rect l="0" t="0" r="r" b="b"/>
            <a:pathLst>
              <a:path w="1092" h="1115">
                <a:moveTo>
                  <a:pt x="0" y="569"/>
                </a:moveTo>
                <a:lnTo>
                  <a:pt x="0" y="546"/>
                </a:lnTo>
                <a:cubicBezTo>
                  <a:pt x="0" y="473"/>
                  <a:pt x="14" y="404"/>
                  <a:pt x="41" y="337"/>
                </a:cubicBezTo>
                <a:cubicBezTo>
                  <a:pt x="69" y="270"/>
                  <a:pt x="109" y="211"/>
                  <a:pt x="160" y="160"/>
                </a:cubicBezTo>
                <a:cubicBezTo>
                  <a:pt x="212" y="109"/>
                  <a:pt x="271" y="69"/>
                  <a:pt x="338" y="42"/>
                </a:cubicBezTo>
                <a:cubicBezTo>
                  <a:pt x="405" y="14"/>
                  <a:pt x="474" y="0"/>
                  <a:pt x="546" y="0"/>
                </a:cubicBezTo>
                <a:cubicBezTo>
                  <a:pt x="619" y="0"/>
                  <a:pt x="688" y="14"/>
                  <a:pt x="755" y="42"/>
                </a:cubicBezTo>
                <a:cubicBezTo>
                  <a:pt x="822" y="69"/>
                  <a:pt x="881" y="109"/>
                  <a:pt x="932" y="160"/>
                </a:cubicBezTo>
                <a:cubicBezTo>
                  <a:pt x="983" y="211"/>
                  <a:pt x="1023" y="270"/>
                  <a:pt x="1050" y="337"/>
                </a:cubicBezTo>
                <a:cubicBezTo>
                  <a:pt x="1078" y="404"/>
                  <a:pt x="1092" y="473"/>
                  <a:pt x="1092" y="546"/>
                </a:cubicBezTo>
                <a:lnTo>
                  <a:pt x="1092" y="569"/>
                </a:lnTo>
                <a:cubicBezTo>
                  <a:pt x="1092" y="641"/>
                  <a:pt x="1078" y="711"/>
                  <a:pt x="1050" y="778"/>
                </a:cubicBezTo>
                <a:cubicBezTo>
                  <a:pt x="1023" y="844"/>
                  <a:pt x="983" y="903"/>
                  <a:pt x="932" y="955"/>
                </a:cubicBezTo>
                <a:cubicBezTo>
                  <a:pt x="881" y="1006"/>
                  <a:pt x="822" y="1046"/>
                  <a:pt x="755" y="1074"/>
                </a:cubicBezTo>
                <a:cubicBezTo>
                  <a:pt x="688" y="1102"/>
                  <a:pt x="619" y="1115"/>
                  <a:pt x="546" y="1115"/>
                </a:cubicBezTo>
                <a:cubicBezTo>
                  <a:pt x="474" y="1115"/>
                  <a:pt x="405" y="1102"/>
                  <a:pt x="338" y="1074"/>
                </a:cubicBezTo>
                <a:cubicBezTo>
                  <a:pt x="271" y="1046"/>
                  <a:pt x="212" y="1006"/>
                  <a:pt x="160" y="955"/>
                </a:cubicBezTo>
                <a:cubicBezTo>
                  <a:pt x="109" y="903"/>
                  <a:pt x="69" y="844"/>
                  <a:pt x="41" y="778"/>
                </a:cubicBezTo>
                <a:cubicBezTo>
                  <a:pt x="14" y="711"/>
                  <a:pt x="0" y="641"/>
                  <a:pt x="0" y="569"/>
                </a:cubicBezTo>
                <a:close/>
              </a:path>
            </a:pathLst>
          </a:custGeom>
          <a:solidFill>
            <a:srgbClr val="4CD137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9" name="任意多邊形 418"/>
          <p:cNvSpPr/>
          <p:nvPr/>
        </p:nvSpPr>
        <p:spPr>
          <a:xfrm>
            <a:off x="7194960" y="1829880"/>
            <a:ext cx="393120" cy="401400"/>
          </a:xfrm>
          <a:custGeom>
            <a:avLst/>
            <a:gdLst/>
            <a:ahLst/>
            <a:cxnLst/>
            <a:rect l="0" t="0" r="r" b="b"/>
            <a:pathLst>
              <a:path w="1092" h="1115">
                <a:moveTo>
                  <a:pt x="0" y="569"/>
                </a:moveTo>
                <a:lnTo>
                  <a:pt x="0" y="546"/>
                </a:lnTo>
                <a:cubicBezTo>
                  <a:pt x="0" y="473"/>
                  <a:pt x="14" y="404"/>
                  <a:pt x="41" y="337"/>
                </a:cubicBezTo>
                <a:cubicBezTo>
                  <a:pt x="69" y="270"/>
                  <a:pt x="109" y="211"/>
                  <a:pt x="160" y="160"/>
                </a:cubicBezTo>
                <a:cubicBezTo>
                  <a:pt x="212" y="109"/>
                  <a:pt x="271" y="69"/>
                  <a:pt x="338" y="42"/>
                </a:cubicBezTo>
                <a:cubicBezTo>
                  <a:pt x="405" y="14"/>
                  <a:pt x="474" y="0"/>
                  <a:pt x="546" y="0"/>
                </a:cubicBezTo>
                <a:cubicBezTo>
                  <a:pt x="619" y="0"/>
                  <a:pt x="688" y="14"/>
                  <a:pt x="755" y="42"/>
                </a:cubicBezTo>
                <a:cubicBezTo>
                  <a:pt x="822" y="69"/>
                  <a:pt x="881" y="109"/>
                  <a:pt x="932" y="160"/>
                </a:cubicBezTo>
                <a:cubicBezTo>
                  <a:pt x="983" y="211"/>
                  <a:pt x="1023" y="270"/>
                  <a:pt x="1050" y="337"/>
                </a:cubicBezTo>
                <a:cubicBezTo>
                  <a:pt x="1078" y="404"/>
                  <a:pt x="1092" y="473"/>
                  <a:pt x="1092" y="546"/>
                </a:cubicBezTo>
                <a:lnTo>
                  <a:pt x="1092" y="569"/>
                </a:lnTo>
                <a:cubicBezTo>
                  <a:pt x="1092" y="641"/>
                  <a:pt x="1078" y="711"/>
                  <a:pt x="1050" y="778"/>
                </a:cubicBezTo>
                <a:cubicBezTo>
                  <a:pt x="1023" y="844"/>
                  <a:pt x="983" y="903"/>
                  <a:pt x="932" y="955"/>
                </a:cubicBezTo>
                <a:cubicBezTo>
                  <a:pt x="881" y="1006"/>
                  <a:pt x="822" y="1046"/>
                  <a:pt x="755" y="1074"/>
                </a:cubicBezTo>
                <a:cubicBezTo>
                  <a:pt x="688" y="1102"/>
                  <a:pt x="619" y="1115"/>
                  <a:pt x="546" y="1115"/>
                </a:cubicBezTo>
                <a:cubicBezTo>
                  <a:pt x="474" y="1115"/>
                  <a:pt x="405" y="1102"/>
                  <a:pt x="338" y="1074"/>
                </a:cubicBezTo>
                <a:cubicBezTo>
                  <a:pt x="271" y="1046"/>
                  <a:pt x="212" y="1006"/>
                  <a:pt x="160" y="955"/>
                </a:cubicBezTo>
                <a:cubicBezTo>
                  <a:pt x="109" y="903"/>
                  <a:pt x="69" y="844"/>
                  <a:pt x="41" y="778"/>
                </a:cubicBezTo>
                <a:cubicBezTo>
                  <a:pt x="14" y="711"/>
                  <a:pt x="0" y="641"/>
                  <a:pt x="0" y="569"/>
                </a:cubicBezTo>
                <a:moveTo>
                  <a:pt x="23" y="546"/>
                </a:moveTo>
                <a:lnTo>
                  <a:pt x="23" y="569"/>
                </a:lnTo>
                <a:cubicBezTo>
                  <a:pt x="23" y="603"/>
                  <a:pt x="26" y="637"/>
                  <a:pt x="33" y="671"/>
                </a:cubicBezTo>
                <a:cubicBezTo>
                  <a:pt x="40" y="704"/>
                  <a:pt x="50" y="737"/>
                  <a:pt x="63" y="769"/>
                </a:cubicBezTo>
                <a:cubicBezTo>
                  <a:pt x="76" y="800"/>
                  <a:pt x="92" y="831"/>
                  <a:pt x="111" y="859"/>
                </a:cubicBezTo>
                <a:cubicBezTo>
                  <a:pt x="130" y="888"/>
                  <a:pt x="152" y="914"/>
                  <a:pt x="176" y="938"/>
                </a:cubicBezTo>
                <a:cubicBezTo>
                  <a:pt x="201" y="962"/>
                  <a:pt x="228" y="984"/>
                  <a:pt x="256" y="1003"/>
                </a:cubicBezTo>
                <a:cubicBezTo>
                  <a:pt x="285" y="1022"/>
                  <a:pt x="315" y="1038"/>
                  <a:pt x="347" y="1052"/>
                </a:cubicBezTo>
                <a:cubicBezTo>
                  <a:pt x="378" y="1066"/>
                  <a:pt x="411" y="1075"/>
                  <a:pt x="445" y="1082"/>
                </a:cubicBezTo>
                <a:cubicBezTo>
                  <a:pt x="478" y="1089"/>
                  <a:pt x="512" y="1092"/>
                  <a:pt x="546" y="1092"/>
                </a:cubicBezTo>
                <a:cubicBezTo>
                  <a:pt x="581" y="1092"/>
                  <a:pt x="615" y="1089"/>
                  <a:pt x="648" y="1082"/>
                </a:cubicBezTo>
                <a:cubicBezTo>
                  <a:pt x="682" y="1075"/>
                  <a:pt x="715" y="1066"/>
                  <a:pt x="746" y="1052"/>
                </a:cubicBezTo>
                <a:cubicBezTo>
                  <a:pt x="778" y="1038"/>
                  <a:pt x="808" y="1022"/>
                  <a:pt x="837" y="1003"/>
                </a:cubicBezTo>
                <a:cubicBezTo>
                  <a:pt x="865" y="984"/>
                  <a:pt x="892" y="962"/>
                  <a:pt x="916" y="938"/>
                </a:cubicBezTo>
                <a:cubicBezTo>
                  <a:pt x="940" y="914"/>
                  <a:pt x="962" y="888"/>
                  <a:pt x="981" y="859"/>
                </a:cubicBezTo>
                <a:cubicBezTo>
                  <a:pt x="1000" y="831"/>
                  <a:pt x="1016" y="800"/>
                  <a:pt x="1029" y="769"/>
                </a:cubicBezTo>
                <a:cubicBezTo>
                  <a:pt x="1042" y="737"/>
                  <a:pt x="1052" y="704"/>
                  <a:pt x="1059" y="671"/>
                </a:cubicBezTo>
                <a:cubicBezTo>
                  <a:pt x="1065" y="637"/>
                  <a:pt x="1069" y="603"/>
                  <a:pt x="1069" y="569"/>
                </a:cubicBezTo>
                <a:lnTo>
                  <a:pt x="1069" y="546"/>
                </a:lnTo>
                <a:cubicBezTo>
                  <a:pt x="1069" y="511"/>
                  <a:pt x="1065" y="477"/>
                  <a:pt x="1059" y="444"/>
                </a:cubicBezTo>
                <a:cubicBezTo>
                  <a:pt x="1052" y="410"/>
                  <a:pt x="1042" y="377"/>
                  <a:pt x="1029" y="346"/>
                </a:cubicBezTo>
                <a:cubicBezTo>
                  <a:pt x="1016" y="314"/>
                  <a:pt x="1000" y="284"/>
                  <a:pt x="981" y="255"/>
                </a:cubicBezTo>
                <a:cubicBezTo>
                  <a:pt x="962" y="227"/>
                  <a:pt x="940" y="201"/>
                  <a:pt x="916" y="176"/>
                </a:cubicBezTo>
                <a:cubicBezTo>
                  <a:pt x="892" y="152"/>
                  <a:pt x="865" y="130"/>
                  <a:pt x="837" y="111"/>
                </a:cubicBezTo>
                <a:cubicBezTo>
                  <a:pt x="808" y="92"/>
                  <a:pt x="778" y="76"/>
                  <a:pt x="746" y="63"/>
                </a:cubicBezTo>
                <a:cubicBezTo>
                  <a:pt x="715" y="50"/>
                  <a:pt x="682" y="40"/>
                  <a:pt x="648" y="33"/>
                </a:cubicBezTo>
                <a:cubicBezTo>
                  <a:pt x="615" y="27"/>
                  <a:pt x="581" y="23"/>
                  <a:pt x="546" y="23"/>
                </a:cubicBezTo>
                <a:cubicBezTo>
                  <a:pt x="512" y="23"/>
                  <a:pt x="478" y="27"/>
                  <a:pt x="445" y="33"/>
                </a:cubicBezTo>
                <a:cubicBezTo>
                  <a:pt x="411" y="40"/>
                  <a:pt x="378" y="50"/>
                  <a:pt x="347" y="63"/>
                </a:cubicBezTo>
                <a:cubicBezTo>
                  <a:pt x="315" y="76"/>
                  <a:pt x="285" y="92"/>
                  <a:pt x="256" y="111"/>
                </a:cubicBezTo>
                <a:cubicBezTo>
                  <a:pt x="228" y="130"/>
                  <a:pt x="201" y="152"/>
                  <a:pt x="176" y="176"/>
                </a:cubicBezTo>
                <a:cubicBezTo>
                  <a:pt x="152" y="201"/>
                  <a:pt x="130" y="227"/>
                  <a:pt x="111" y="255"/>
                </a:cubicBezTo>
                <a:cubicBezTo>
                  <a:pt x="92" y="284"/>
                  <a:pt x="76" y="314"/>
                  <a:pt x="63" y="346"/>
                </a:cubicBezTo>
                <a:cubicBezTo>
                  <a:pt x="50" y="377"/>
                  <a:pt x="40" y="410"/>
                  <a:pt x="33" y="444"/>
                </a:cubicBezTo>
                <a:cubicBezTo>
                  <a:pt x="26" y="477"/>
                  <a:pt x="23" y="511"/>
                  <a:pt x="23" y="546"/>
                </a:cubicBezTo>
                <a:close/>
              </a:path>
            </a:pathLst>
          </a:custGeom>
          <a:solidFill>
            <a:srgbClr val="4CD137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420" name="圖片 419"/>
          <p:cNvPicPr/>
          <p:nvPr/>
        </p:nvPicPr>
        <p:blipFill>
          <a:blip r:embed="rId7"/>
          <a:stretch>
            <a:fillRect/>
          </a:stretch>
        </p:blipFill>
        <p:spPr>
          <a:xfrm>
            <a:off x="7270200" y="1930320"/>
            <a:ext cx="25020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1" name="文字框 420"/>
          <p:cNvSpPr txBox="1"/>
          <p:nvPr/>
        </p:nvSpPr>
        <p:spPr>
          <a:xfrm>
            <a:off x="4584960" y="4016160"/>
            <a:ext cx="537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兑换比例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2" name="文字框 421"/>
          <p:cNvSpPr txBox="1"/>
          <p:nvPr/>
        </p:nvSpPr>
        <p:spPr>
          <a:xfrm>
            <a:off x="7691400" y="1770840"/>
            <a:ext cx="16099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监管合规与机构合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423" name="圖片 422"/>
          <p:cNvPicPr/>
          <p:nvPr/>
        </p:nvPicPr>
        <p:blipFill>
          <a:blip r:embed="rId8"/>
          <a:stretch>
            <a:fillRect/>
          </a:stretch>
        </p:blipFill>
        <p:spPr>
          <a:xfrm>
            <a:off x="7261920" y="2465280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4" name="文字框 423"/>
          <p:cNvSpPr txBox="1"/>
          <p:nvPr/>
        </p:nvSpPr>
        <p:spPr>
          <a:xfrm>
            <a:off x="7691400" y="2037960"/>
            <a:ext cx="20196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作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5" name="文字框 424"/>
          <p:cNvSpPr txBox="1"/>
          <p:nvPr/>
        </p:nvSpPr>
        <p:spPr>
          <a:xfrm>
            <a:off x="7448760" y="2449800"/>
            <a:ext cx="3808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USDC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6" name="文字框 425"/>
          <p:cNvSpPr txBox="1"/>
          <p:nvPr/>
        </p:nvSpPr>
        <p:spPr>
          <a:xfrm>
            <a:off x="7827840" y="2445120"/>
            <a:ext cx="537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的发行方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7" name="文字框 426"/>
          <p:cNvSpPr txBox="1"/>
          <p:nvPr/>
        </p:nvSpPr>
        <p:spPr>
          <a:xfrm>
            <a:off x="8362440" y="2449800"/>
            <a:ext cx="3801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Circle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8" name="文字框 427"/>
          <p:cNvSpPr txBox="1"/>
          <p:nvPr/>
        </p:nvSpPr>
        <p:spPr>
          <a:xfrm>
            <a:off x="8737920" y="244512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和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9" name="文字框 428"/>
          <p:cNvSpPr txBox="1"/>
          <p:nvPr/>
        </p:nvSpPr>
        <p:spPr>
          <a:xfrm>
            <a:off x="7448760" y="2650320"/>
            <a:ext cx="6184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Coinbase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430" name="圖片 429"/>
          <p:cNvPicPr/>
          <p:nvPr/>
        </p:nvPicPr>
        <p:blipFill>
          <a:blip r:embed="rId8"/>
          <a:stretch>
            <a:fillRect/>
          </a:stretch>
        </p:blipFill>
        <p:spPr>
          <a:xfrm>
            <a:off x="7261920" y="2966760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1" name="文字框 430"/>
          <p:cNvSpPr txBox="1"/>
          <p:nvPr/>
        </p:nvSpPr>
        <p:spPr>
          <a:xfrm>
            <a:off x="8064360" y="2645640"/>
            <a:ext cx="12078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均</a:t>
            </a:r>
            <a:r>
              <a:rPr lang="zh-CN" sz="1050" b="0" u="none" strike="noStrike">
                <a:solidFill>
                  <a:srgbClr val="4CD137"/>
                </a:solidFill>
                <a:effectLst/>
                <a:uFillTx/>
                <a:latin typeface="WenQuanYiZenHei"/>
                <a:ea typeface="WenQuanYiZenHei"/>
              </a:rPr>
              <a:t>遵守相关监管规定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2" name="文字框 431"/>
          <p:cNvSpPr txBox="1"/>
          <p:nvPr/>
        </p:nvSpPr>
        <p:spPr>
          <a:xfrm>
            <a:off x="7448760" y="2946600"/>
            <a:ext cx="20124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赢得了传统金融机构的信任与合作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3" name="文字框 432"/>
          <p:cNvSpPr txBox="1"/>
          <p:nvPr/>
        </p:nvSpPr>
        <p:spPr>
          <a:xfrm>
            <a:off x="7331760" y="3251880"/>
            <a:ext cx="2818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Visa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4" name="文字框 433"/>
          <p:cNvSpPr txBox="1"/>
          <p:nvPr/>
        </p:nvSpPr>
        <p:spPr>
          <a:xfrm>
            <a:off x="7608960" y="3247200"/>
            <a:ext cx="13417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已启动试点项目，通过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5" name="文字框 434"/>
          <p:cNvSpPr txBox="1"/>
          <p:nvPr/>
        </p:nvSpPr>
        <p:spPr>
          <a:xfrm>
            <a:off x="8946000" y="3251880"/>
            <a:ext cx="4546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Solana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6" name="文字框 435"/>
          <p:cNvSpPr txBox="1"/>
          <p:nvPr/>
        </p:nvSpPr>
        <p:spPr>
          <a:xfrm>
            <a:off x="7331760" y="3448080"/>
            <a:ext cx="6714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区块链发送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7" name="文字框 436"/>
          <p:cNvSpPr txBox="1"/>
          <p:nvPr/>
        </p:nvSpPr>
        <p:spPr>
          <a:xfrm>
            <a:off x="8000280" y="3452760"/>
            <a:ext cx="3808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USDC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8" name="文字框 437"/>
          <p:cNvSpPr txBox="1"/>
          <p:nvPr/>
        </p:nvSpPr>
        <p:spPr>
          <a:xfrm>
            <a:off x="8379360" y="3448080"/>
            <a:ext cx="8053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进行支付结算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9" name="文字框 438"/>
          <p:cNvSpPr txBox="1"/>
          <p:nvPr/>
        </p:nvSpPr>
        <p:spPr>
          <a:xfrm>
            <a:off x="7331760" y="3753360"/>
            <a:ext cx="3801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Circle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0" name="文字框 439"/>
          <p:cNvSpPr txBox="1"/>
          <p:nvPr/>
        </p:nvSpPr>
        <p:spPr>
          <a:xfrm>
            <a:off x="7707240" y="3748680"/>
            <a:ext cx="6714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与</a:t>
            </a:r>
            <a:r>
              <a:rPr lang="zh-CN" sz="1050" b="0" u="none" strike="noStrike">
                <a:solidFill>
                  <a:srgbClr val="4CD137"/>
                </a:solidFill>
                <a:effectLst/>
                <a:uFillTx/>
                <a:latin typeface="WenQuanYiZenHei"/>
                <a:ea typeface="WenQuanYiZenHei"/>
              </a:rPr>
              <a:t>贝莱德（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1" name="文字框 440"/>
          <p:cNvSpPr txBox="1"/>
          <p:nvPr/>
        </p:nvSpPr>
        <p:spPr>
          <a:xfrm>
            <a:off x="8375760" y="3753360"/>
            <a:ext cx="772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1" u="none" strike="noStrike">
                <a:solidFill>
                  <a:srgbClr val="4CD137"/>
                </a:solidFill>
                <a:effectLst/>
                <a:uFillTx/>
                <a:latin typeface="DejaVuSans"/>
                <a:ea typeface="DejaVuSans"/>
              </a:rPr>
              <a:t>BlackRock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2" name="文字框 441"/>
          <p:cNvSpPr txBox="1"/>
          <p:nvPr/>
        </p:nvSpPr>
        <p:spPr>
          <a:xfrm>
            <a:off x="9145080" y="3748680"/>
            <a:ext cx="268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CD137"/>
                </a:solidFill>
                <a:effectLst/>
                <a:uFillTx/>
                <a:latin typeface="WenQuanYiZenHei"/>
                <a:ea typeface="WenQuanYiZenHei"/>
              </a:rPr>
              <a:t>）和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3" name="文字框 442"/>
          <p:cNvSpPr txBox="1"/>
          <p:nvPr/>
        </p:nvSpPr>
        <p:spPr>
          <a:xfrm>
            <a:off x="7331760" y="3949200"/>
            <a:ext cx="9396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CD137"/>
                </a:solidFill>
                <a:effectLst/>
                <a:uFillTx/>
                <a:latin typeface="WenQuanYiZenHei"/>
                <a:ea typeface="WenQuanYiZenHei"/>
              </a:rPr>
              <a:t>纽约梅隆银行（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4" name="文字框 443"/>
          <p:cNvSpPr txBox="1"/>
          <p:nvPr/>
        </p:nvSpPr>
        <p:spPr>
          <a:xfrm>
            <a:off x="8267760" y="3953880"/>
            <a:ext cx="8629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1" u="none" strike="noStrike">
                <a:solidFill>
                  <a:srgbClr val="4CD137"/>
                </a:solidFill>
                <a:effectLst/>
                <a:uFillTx/>
                <a:latin typeface="DejaVuSans"/>
                <a:ea typeface="DejaVuSans"/>
              </a:rPr>
              <a:t>BNY Mellon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5" name="文字框 444"/>
          <p:cNvSpPr txBox="1"/>
          <p:nvPr/>
        </p:nvSpPr>
        <p:spPr>
          <a:xfrm>
            <a:off x="9127440" y="3949200"/>
            <a:ext cx="2692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CD137"/>
                </a:solidFill>
                <a:effectLst/>
                <a:uFillTx/>
                <a:latin typeface="WenQuanYiZenHei"/>
                <a:ea typeface="WenQuanYiZenHei"/>
              </a:rPr>
              <a:t>）</a:t>
            </a:r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等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6" name="任意多邊形 445"/>
          <p:cNvSpPr/>
          <p:nvPr/>
        </p:nvSpPr>
        <p:spPr>
          <a:xfrm>
            <a:off x="7203240" y="1771560"/>
            <a:ext cx="17280" cy="16920"/>
          </a:xfrm>
          <a:custGeom>
            <a:avLst/>
            <a:gdLst/>
            <a:ahLst/>
            <a:cxnLst/>
            <a:rect l="0" t="0" r="r" b="b"/>
            <a:pathLst>
              <a:path w="48" h="47" fill="none">
                <a:moveTo>
                  <a:pt x="48" y="23"/>
                </a:moveTo>
                <a:cubicBezTo>
                  <a:pt x="48" y="30"/>
                  <a:pt x="45" y="36"/>
                  <a:pt x="41" y="40"/>
                </a:cubicBezTo>
                <a:cubicBezTo>
                  <a:pt x="36" y="45"/>
                  <a:pt x="31" y="47"/>
                  <a:pt x="23" y="47"/>
                </a:cubicBezTo>
                <a:cubicBezTo>
                  <a:pt x="17" y="47"/>
                  <a:pt x="11" y="45"/>
                  <a:pt x="7" y="40"/>
                </a:cubicBezTo>
                <a:cubicBezTo>
                  <a:pt x="2" y="36"/>
                  <a:pt x="0" y="30"/>
                  <a:pt x="0" y="23"/>
                </a:cubicBezTo>
                <a:cubicBezTo>
                  <a:pt x="0" y="16"/>
                  <a:pt x="2" y="11"/>
                  <a:pt x="7" y="6"/>
                </a:cubicBezTo>
                <a:cubicBezTo>
                  <a:pt x="11" y="2"/>
                  <a:pt x="17" y="0"/>
                  <a:pt x="23" y="0"/>
                </a:cubicBezTo>
                <a:cubicBezTo>
                  <a:pt x="31" y="0"/>
                  <a:pt x="36" y="2"/>
                  <a:pt x="41" y="6"/>
                </a:cubicBezTo>
                <a:cubicBezTo>
                  <a:pt x="45" y="11"/>
                  <a:pt x="48" y="16"/>
                  <a:pt x="48" y="23"/>
                </a:cubicBezTo>
              </a:path>
            </a:pathLst>
          </a:custGeom>
          <a:ln w="16560">
            <a:solidFill>
              <a:srgbClr val="4CD137">
                <a:alpha val="50000"/>
              </a:srgbClr>
            </a:solidFill>
            <a:miter/>
          </a:ln>
        </p:spPr>
        <p:txBody>
          <a:bodyPr lIns="8280" tIns="8280" rIns="8280" bIns="82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7" name="文字框 446"/>
          <p:cNvSpPr txBox="1"/>
          <p:nvPr/>
        </p:nvSpPr>
        <p:spPr>
          <a:xfrm>
            <a:off x="7331760" y="4149720"/>
            <a:ext cx="1744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金融巨头建立了战略合作关系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8" name="文字框 447"/>
          <p:cNvSpPr txBox="1"/>
          <p:nvPr/>
        </p:nvSpPr>
        <p:spPr>
          <a:xfrm>
            <a:off x="9442080" y="562896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第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9" name="文字框 448"/>
          <p:cNvSpPr txBox="1"/>
          <p:nvPr/>
        </p:nvSpPr>
        <p:spPr>
          <a:xfrm>
            <a:off x="9576000" y="563364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50" name="文字框 449"/>
          <p:cNvSpPr txBox="1"/>
          <p:nvPr/>
        </p:nvSpPr>
        <p:spPr>
          <a:xfrm>
            <a:off x="9660960" y="562896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页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51" name="文字框 450"/>
          <p:cNvSpPr txBox="1"/>
          <p:nvPr/>
        </p:nvSpPr>
        <p:spPr>
          <a:xfrm>
            <a:off x="9794520" y="563364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/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52" name="文字框 451"/>
          <p:cNvSpPr txBox="1"/>
          <p:nvPr/>
        </p:nvSpPr>
        <p:spPr>
          <a:xfrm>
            <a:off x="9924840" y="562896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共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53" name="文字框 452"/>
          <p:cNvSpPr txBox="1"/>
          <p:nvPr/>
        </p:nvSpPr>
        <p:spPr>
          <a:xfrm>
            <a:off x="10058400" y="5633640"/>
            <a:ext cx="171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15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54" name="文字框 453"/>
          <p:cNvSpPr txBox="1"/>
          <p:nvPr/>
        </p:nvSpPr>
        <p:spPr>
          <a:xfrm>
            <a:off x="10228680" y="562896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页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" name="圖片 454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6" name="任意多邊形 455"/>
          <p:cNvSpPr/>
          <p:nvPr/>
        </p:nvSpPr>
        <p:spPr>
          <a:xfrm>
            <a:off x="334080" y="735120"/>
            <a:ext cx="668880" cy="33840"/>
          </a:xfrm>
          <a:custGeom>
            <a:avLst/>
            <a:gdLst/>
            <a:ahLst/>
            <a:cxnLst/>
            <a:rect l="0" t="0" r="r" b="b"/>
            <a:pathLst>
              <a:path w="1858" h="94">
                <a:moveTo>
                  <a:pt x="0" y="0"/>
                </a:moveTo>
                <a:lnTo>
                  <a:pt x="1858" y="0"/>
                </a:lnTo>
                <a:lnTo>
                  <a:pt x="1858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34D3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57" name="任意多邊形 456"/>
          <p:cNvSpPr/>
          <p:nvPr/>
        </p:nvSpPr>
        <p:spPr>
          <a:xfrm>
            <a:off x="334080" y="743400"/>
            <a:ext cx="4914000" cy="4997880"/>
          </a:xfrm>
          <a:custGeom>
            <a:avLst/>
            <a:gdLst/>
            <a:ahLst/>
            <a:cxnLst/>
            <a:rect l="0" t="0" r="r" b="b"/>
            <a:pathLst>
              <a:path w="13650" h="13883">
                <a:moveTo>
                  <a:pt x="27" y="215"/>
                </a:moveTo>
                <a:cubicBezTo>
                  <a:pt x="44" y="173"/>
                  <a:pt x="69" y="135"/>
                  <a:pt x="102" y="102"/>
                </a:cubicBezTo>
                <a:cubicBezTo>
                  <a:pt x="135" y="70"/>
                  <a:pt x="172" y="45"/>
                  <a:pt x="215" y="27"/>
                </a:cubicBezTo>
                <a:cubicBezTo>
                  <a:pt x="258" y="9"/>
                  <a:pt x="302" y="0"/>
                  <a:pt x="348" y="0"/>
                </a:cubicBezTo>
                <a:lnTo>
                  <a:pt x="13302" y="0"/>
                </a:lnTo>
                <a:cubicBezTo>
                  <a:pt x="13348" y="0"/>
                  <a:pt x="13393" y="9"/>
                  <a:pt x="13435" y="27"/>
                </a:cubicBezTo>
                <a:cubicBezTo>
                  <a:pt x="13478" y="45"/>
                  <a:pt x="13516" y="70"/>
                  <a:pt x="13548" y="102"/>
                </a:cubicBezTo>
                <a:cubicBezTo>
                  <a:pt x="13581" y="135"/>
                  <a:pt x="13606" y="173"/>
                  <a:pt x="13624" y="215"/>
                </a:cubicBezTo>
                <a:cubicBezTo>
                  <a:pt x="13641" y="258"/>
                  <a:pt x="13650" y="302"/>
                  <a:pt x="13650" y="349"/>
                </a:cubicBezTo>
                <a:lnTo>
                  <a:pt x="13650" y="13535"/>
                </a:lnTo>
                <a:cubicBezTo>
                  <a:pt x="13650" y="13581"/>
                  <a:pt x="13641" y="13625"/>
                  <a:pt x="13624" y="13668"/>
                </a:cubicBezTo>
                <a:cubicBezTo>
                  <a:pt x="13606" y="13711"/>
                  <a:pt x="13581" y="13748"/>
                  <a:pt x="13548" y="13781"/>
                </a:cubicBezTo>
                <a:cubicBezTo>
                  <a:pt x="13516" y="13814"/>
                  <a:pt x="13478" y="13839"/>
                  <a:pt x="13435" y="13856"/>
                </a:cubicBezTo>
                <a:cubicBezTo>
                  <a:pt x="13393" y="13874"/>
                  <a:pt x="13348" y="13883"/>
                  <a:pt x="13302" y="13883"/>
                </a:cubicBezTo>
                <a:lnTo>
                  <a:pt x="348" y="13883"/>
                </a:lnTo>
                <a:cubicBezTo>
                  <a:pt x="302" y="13883"/>
                  <a:pt x="258" y="13874"/>
                  <a:pt x="215" y="13856"/>
                </a:cubicBezTo>
                <a:cubicBezTo>
                  <a:pt x="172" y="13839"/>
                  <a:pt x="135" y="13814"/>
                  <a:pt x="102" y="13781"/>
                </a:cubicBezTo>
                <a:cubicBezTo>
                  <a:pt x="69" y="13748"/>
                  <a:pt x="44" y="13711"/>
                  <a:pt x="27" y="13668"/>
                </a:cubicBezTo>
                <a:cubicBezTo>
                  <a:pt x="9" y="13625"/>
                  <a:pt x="0" y="13581"/>
                  <a:pt x="0" y="13535"/>
                </a:cubicBezTo>
                <a:lnTo>
                  <a:pt x="0" y="349"/>
                </a:lnTo>
                <a:cubicBezTo>
                  <a:pt x="0" y="302"/>
                  <a:pt x="9" y="258"/>
                  <a:pt x="27" y="215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58" name="任意多邊形 457"/>
          <p:cNvSpPr/>
          <p:nvPr/>
        </p:nvSpPr>
        <p:spPr>
          <a:xfrm>
            <a:off x="334080" y="743400"/>
            <a:ext cx="4914000" cy="4997880"/>
          </a:xfrm>
          <a:custGeom>
            <a:avLst/>
            <a:gdLst/>
            <a:ahLst/>
            <a:cxnLst/>
            <a:rect l="0" t="0" r="r" b="b"/>
            <a:pathLst>
              <a:path w="13650" h="13883">
                <a:moveTo>
                  <a:pt x="0" y="13535"/>
                </a:moveTo>
                <a:lnTo>
                  <a:pt x="0" y="349"/>
                </a:lnTo>
                <a:cubicBezTo>
                  <a:pt x="0" y="302"/>
                  <a:pt x="9" y="258"/>
                  <a:pt x="27" y="215"/>
                </a:cubicBezTo>
                <a:cubicBezTo>
                  <a:pt x="44" y="173"/>
                  <a:pt x="69" y="135"/>
                  <a:pt x="102" y="102"/>
                </a:cubicBezTo>
                <a:cubicBezTo>
                  <a:pt x="135" y="70"/>
                  <a:pt x="172" y="45"/>
                  <a:pt x="215" y="27"/>
                </a:cubicBezTo>
                <a:cubicBezTo>
                  <a:pt x="258" y="9"/>
                  <a:pt x="302" y="0"/>
                  <a:pt x="348" y="0"/>
                </a:cubicBezTo>
                <a:lnTo>
                  <a:pt x="13302" y="0"/>
                </a:lnTo>
                <a:cubicBezTo>
                  <a:pt x="13348" y="0"/>
                  <a:pt x="13393" y="9"/>
                  <a:pt x="13435" y="27"/>
                </a:cubicBezTo>
                <a:cubicBezTo>
                  <a:pt x="13478" y="45"/>
                  <a:pt x="13516" y="70"/>
                  <a:pt x="13548" y="102"/>
                </a:cubicBezTo>
                <a:cubicBezTo>
                  <a:pt x="13581" y="135"/>
                  <a:pt x="13606" y="173"/>
                  <a:pt x="13624" y="215"/>
                </a:cubicBezTo>
                <a:cubicBezTo>
                  <a:pt x="13641" y="258"/>
                  <a:pt x="13650" y="302"/>
                  <a:pt x="13650" y="349"/>
                </a:cubicBezTo>
                <a:lnTo>
                  <a:pt x="13650" y="13535"/>
                </a:lnTo>
                <a:cubicBezTo>
                  <a:pt x="13650" y="13581"/>
                  <a:pt x="13641" y="13625"/>
                  <a:pt x="13624" y="13668"/>
                </a:cubicBezTo>
                <a:cubicBezTo>
                  <a:pt x="13606" y="13711"/>
                  <a:pt x="13581" y="13748"/>
                  <a:pt x="13548" y="13781"/>
                </a:cubicBezTo>
                <a:cubicBezTo>
                  <a:pt x="13516" y="13814"/>
                  <a:pt x="13478" y="13839"/>
                  <a:pt x="13435" y="13856"/>
                </a:cubicBezTo>
                <a:cubicBezTo>
                  <a:pt x="13393" y="13874"/>
                  <a:pt x="13348" y="13883"/>
                  <a:pt x="13302" y="13883"/>
                </a:cubicBezTo>
                <a:lnTo>
                  <a:pt x="348" y="13883"/>
                </a:lnTo>
                <a:cubicBezTo>
                  <a:pt x="302" y="13883"/>
                  <a:pt x="258" y="13874"/>
                  <a:pt x="215" y="13856"/>
                </a:cubicBezTo>
                <a:cubicBezTo>
                  <a:pt x="172" y="13839"/>
                  <a:pt x="135" y="13814"/>
                  <a:pt x="102" y="13781"/>
                </a:cubicBezTo>
                <a:cubicBezTo>
                  <a:pt x="69" y="13748"/>
                  <a:pt x="44" y="13711"/>
                  <a:pt x="27" y="13668"/>
                </a:cubicBezTo>
                <a:cubicBezTo>
                  <a:pt x="9" y="13625"/>
                  <a:pt x="0" y="13581"/>
                  <a:pt x="0" y="13535"/>
                </a:cubicBezTo>
                <a:moveTo>
                  <a:pt x="23" y="349"/>
                </a:moveTo>
                <a:lnTo>
                  <a:pt x="23" y="13535"/>
                </a:lnTo>
                <a:cubicBezTo>
                  <a:pt x="23" y="13556"/>
                  <a:pt x="25" y="13577"/>
                  <a:pt x="29" y="13598"/>
                </a:cubicBezTo>
                <a:cubicBezTo>
                  <a:pt x="34" y="13619"/>
                  <a:pt x="40" y="13639"/>
                  <a:pt x="48" y="13659"/>
                </a:cubicBezTo>
                <a:cubicBezTo>
                  <a:pt x="56" y="13679"/>
                  <a:pt x="66" y="13697"/>
                  <a:pt x="78" y="13715"/>
                </a:cubicBezTo>
                <a:cubicBezTo>
                  <a:pt x="90" y="13733"/>
                  <a:pt x="103" y="13749"/>
                  <a:pt x="118" y="13764"/>
                </a:cubicBezTo>
                <a:cubicBezTo>
                  <a:pt x="134" y="13780"/>
                  <a:pt x="150" y="13793"/>
                  <a:pt x="168" y="13805"/>
                </a:cubicBezTo>
                <a:cubicBezTo>
                  <a:pt x="185" y="13817"/>
                  <a:pt x="204" y="13827"/>
                  <a:pt x="224" y="13835"/>
                </a:cubicBezTo>
                <a:cubicBezTo>
                  <a:pt x="244" y="13843"/>
                  <a:pt x="264" y="13849"/>
                  <a:pt x="285" y="13853"/>
                </a:cubicBezTo>
                <a:cubicBezTo>
                  <a:pt x="306" y="13858"/>
                  <a:pt x="327" y="13860"/>
                  <a:pt x="348" y="13860"/>
                </a:cubicBezTo>
                <a:lnTo>
                  <a:pt x="13302" y="13860"/>
                </a:lnTo>
                <a:cubicBezTo>
                  <a:pt x="13323" y="13860"/>
                  <a:pt x="13345" y="13858"/>
                  <a:pt x="13366" y="13853"/>
                </a:cubicBezTo>
                <a:cubicBezTo>
                  <a:pt x="13386" y="13849"/>
                  <a:pt x="13407" y="13843"/>
                  <a:pt x="13426" y="13835"/>
                </a:cubicBezTo>
                <a:cubicBezTo>
                  <a:pt x="13446" y="13827"/>
                  <a:pt x="13465" y="13817"/>
                  <a:pt x="13483" y="13805"/>
                </a:cubicBezTo>
                <a:cubicBezTo>
                  <a:pt x="13500" y="13793"/>
                  <a:pt x="13517" y="13780"/>
                  <a:pt x="13532" y="13764"/>
                </a:cubicBezTo>
                <a:cubicBezTo>
                  <a:pt x="13547" y="13749"/>
                  <a:pt x="13560" y="13733"/>
                  <a:pt x="13572" y="13715"/>
                </a:cubicBezTo>
                <a:cubicBezTo>
                  <a:pt x="13584" y="13697"/>
                  <a:pt x="13594" y="13679"/>
                  <a:pt x="13602" y="13659"/>
                </a:cubicBezTo>
                <a:cubicBezTo>
                  <a:pt x="13611" y="13639"/>
                  <a:pt x="13617" y="13619"/>
                  <a:pt x="13621" y="13598"/>
                </a:cubicBezTo>
                <a:cubicBezTo>
                  <a:pt x="13625" y="13577"/>
                  <a:pt x="13627" y="13556"/>
                  <a:pt x="13627" y="13535"/>
                </a:cubicBezTo>
                <a:lnTo>
                  <a:pt x="13627" y="349"/>
                </a:lnTo>
                <a:cubicBezTo>
                  <a:pt x="13627" y="327"/>
                  <a:pt x="13625" y="306"/>
                  <a:pt x="13621" y="285"/>
                </a:cubicBezTo>
                <a:cubicBezTo>
                  <a:pt x="13617" y="264"/>
                  <a:pt x="13611" y="244"/>
                  <a:pt x="13602" y="224"/>
                </a:cubicBezTo>
                <a:cubicBezTo>
                  <a:pt x="13594" y="205"/>
                  <a:pt x="13584" y="186"/>
                  <a:pt x="13572" y="168"/>
                </a:cubicBezTo>
                <a:cubicBezTo>
                  <a:pt x="13560" y="150"/>
                  <a:pt x="13547" y="134"/>
                  <a:pt x="13532" y="119"/>
                </a:cubicBezTo>
                <a:cubicBezTo>
                  <a:pt x="13517" y="104"/>
                  <a:pt x="13500" y="90"/>
                  <a:pt x="13483" y="78"/>
                </a:cubicBezTo>
                <a:cubicBezTo>
                  <a:pt x="13465" y="67"/>
                  <a:pt x="13446" y="57"/>
                  <a:pt x="13426" y="48"/>
                </a:cubicBezTo>
                <a:cubicBezTo>
                  <a:pt x="13407" y="40"/>
                  <a:pt x="13386" y="34"/>
                  <a:pt x="13366" y="30"/>
                </a:cubicBezTo>
                <a:cubicBezTo>
                  <a:pt x="13345" y="26"/>
                  <a:pt x="13323" y="24"/>
                  <a:pt x="13302" y="24"/>
                </a:cubicBezTo>
                <a:lnTo>
                  <a:pt x="348" y="24"/>
                </a:lnTo>
                <a:cubicBezTo>
                  <a:pt x="327" y="24"/>
                  <a:pt x="306" y="26"/>
                  <a:pt x="285" y="30"/>
                </a:cubicBezTo>
                <a:cubicBezTo>
                  <a:pt x="264" y="34"/>
                  <a:pt x="244" y="40"/>
                  <a:pt x="224" y="48"/>
                </a:cubicBezTo>
                <a:cubicBezTo>
                  <a:pt x="204" y="57"/>
                  <a:pt x="185" y="67"/>
                  <a:pt x="168" y="78"/>
                </a:cubicBezTo>
                <a:cubicBezTo>
                  <a:pt x="150" y="90"/>
                  <a:pt x="134" y="104"/>
                  <a:pt x="118" y="119"/>
                </a:cubicBezTo>
                <a:cubicBezTo>
                  <a:pt x="103" y="134"/>
                  <a:pt x="90" y="150"/>
                  <a:pt x="78" y="168"/>
                </a:cubicBezTo>
                <a:cubicBezTo>
                  <a:pt x="66" y="186"/>
                  <a:pt x="56" y="205"/>
                  <a:pt x="48" y="224"/>
                </a:cubicBezTo>
                <a:cubicBezTo>
                  <a:pt x="40" y="244"/>
                  <a:pt x="34" y="264"/>
                  <a:pt x="29" y="285"/>
                </a:cubicBezTo>
                <a:cubicBezTo>
                  <a:pt x="25" y="306"/>
                  <a:pt x="23" y="327"/>
                  <a:pt x="23" y="349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459" name="圖片 458"/>
          <p:cNvPicPr/>
          <p:nvPr/>
        </p:nvPicPr>
        <p:blipFill>
          <a:blip r:embed="rId2"/>
          <a:stretch>
            <a:fillRect/>
          </a:stretch>
        </p:blipFill>
        <p:spPr>
          <a:xfrm>
            <a:off x="543240" y="986040"/>
            <a:ext cx="15012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0" name="文字框 459"/>
          <p:cNvSpPr txBox="1"/>
          <p:nvPr/>
        </p:nvSpPr>
        <p:spPr>
          <a:xfrm>
            <a:off x="334440" y="312120"/>
            <a:ext cx="2702880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37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香港稳定币生态建设</a:t>
            </a:r>
            <a:endParaRPr lang="en-US" sz="23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461" name="圖片 460"/>
          <p:cNvPicPr/>
          <p:nvPr/>
        </p:nvPicPr>
        <p:blipFill>
          <a:blip r:embed="rId3"/>
          <a:stretch>
            <a:fillRect/>
          </a:stretch>
        </p:blipFill>
        <p:spPr>
          <a:xfrm>
            <a:off x="543240" y="138708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2" name="文字框 461"/>
          <p:cNvSpPr txBox="1"/>
          <p:nvPr/>
        </p:nvSpPr>
        <p:spPr>
          <a:xfrm>
            <a:off x="793800" y="960120"/>
            <a:ext cx="8053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战略规划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463" name="圖片 462"/>
          <p:cNvPicPr/>
          <p:nvPr/>
        </p:nvPicPr>
        <p:blipFill>
          <a:blip r:embed="rId3"/>
          <a:stretch>
            <a:fillRect/>
          </a:stretch>
        </p:blipFill>
        <p:spPr>
          <a:xfrm>
            <a:off x="543240" y="168804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4" name="文字框 463"/>
          <p:cNvSpPr txBox="1"/>
          <p:nvPr/>
        </p:nvSpPr>
        <p:spPr>
          <a:xfrm>
            <a:off x="743760" y="1366920"/>
            <a:ext cx="25488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中国香港正积极推动成为全球虚拟资产中心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465" name="圖片 464"/>
          <p:cNvPicPr/>
          <p:nvPr/>
        </p:nvPicPr>
        <p:blipFill>
          <a:blip r:embed="rId3"/>
          <a:stretch>
            <a:fillRect/>
          </a:stretch>
        </p:blipFill>
        <p:spPr>
          <a:xfrm>
            <a:off x="543240" y="198900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6" name="文字框 465"/>
          <p:cNvSpPr txBox="1"/>
          <p:nvPr/>
        </p:nvSpPr>
        <p:spPr>
          <a:xfrm>
            <a:off x="743760" y="1667880"/>
            <a:ext cx="26830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建立受监管的稳定币发行制度是核心战略之一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7" name="文字框 466"/>
          <p:cNvSpPr txBox="1"/>
          <p:nvPr/>
        </p:nvSpPr>
        <p:spPr>
          <a:xfrm>
            <a:off x="743760" y="1968840"/>
            <a:ext cx="10735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香港金融管理局（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8" name="文字框 467"/>
          <p:cNvSpPr txBox="1"/>
          <p:nvPr/>
        </p:nvSpPr>
        <p:spPr>
          <a:xfrm>
            <a:off x="1813320" y="1973520"/>
            <a:ext cx="3970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HKMA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469" name="圖片 468"/>
          <p:cNvPicPr/>
          <p:nvPr/>
        </p:nvPicPr>
        <p:blipFill>
          <a:blip r:embed="rId4"/>
          <a:stretch>
            <a:fillRect/>
          </a:stretch>
        </p:blipFill>
        <p:spPr>
          <a:xfrm>
            <a:off x="543240" y="239004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0" name="文字框 469"/>
          <p:cNvSpPr txBox="1"/>
          <p:nvPr/>
        </p:nvSpPr>
        <p:spPr>
          <a:xfrm>
            <a:off x="2208600" y="1968840"/>
            <a:ext cx="10735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）正引领这一进程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1" name="任意多邊形 470"/>
          <p:cNvSpPr/>
          <p:nvPr/>
        </p:nvSpPr>
        <p:spPr>
          <a:xfrm>
            <a:off x="542880" y="2757600"/>
            <a:ext cx="100800" cy="100440"/>
          </a:xfrm>
          <a:custGeom>
            <a:avLst/>
            <a:gdLst/>
            <a:ahLst/>
            <a:cxnLst/>
            <a:rect l="0" t="0" r="r" b="b"/>
            <a:pathLst>
              <a:path w="280" h="279">
                <a:moveTo>
                  <a:pt x="280" y="139"/>
                </a:moveTo>
                <a:cubicBezTo>
                  <a:pt x="280" y="158"/>
                  <a:pt x="276" y="175"/>
                  <a:pt x="269" y="192"/>
                </a:cubicBezTo>
                <a:cubicBezTo>
                  <a:pt x="262" y="209"/>
                  <a:pt x="252" y="225"/>
                  <a:pt x="239" y="238"/>
                </a:cubicBezTo>
                <a:cubicBezTo>
                  <a:pt x="226" y="251"/>
                  <a:pt x="211" y="261"/>
                  <a:pt x="194" y="269"/>
                </a:cubicBezTo>
                <a:cubicBezTo>
                  <a:pt x="177" y="276"/>
                  <a:pt x="159" y="279"/>
                  <a:pt x="141" y="279"/>
                </a:cubicBezTo>
                <a:cubicBezTo>
                  <a:pt x="122" y="279"/>
                  <a:pt x="104" y="276"/>
                  <a:pt x="87" y="269"/>
                </a:cubicBezTo>
                <a:cubicBezTo>
                  <a:pt x="70" y="261"/>
                  <a:pt x="55" y="251"/>
                  <a:pt x="42" y="238"/>
                </a:cubicBezTo>
                <a:cubicBezTo>
                  <a:pt x="29" y="225"/>
                  <a:pt x="18" y="209"/>
                  <a:pt x="11" y="192"/>
                </a:cubicBezTo>
                <a:cubicBezTo>
                  <a:pt x="4" y="175"/>
                  <a:pt x="0" y="158"/>
                  <a:pt x="0" y="139"/>
                </a:cubicBezTo>
                <a:cubicBezTo>
                  <a:pt x="0" y="121"/>
                  <a:pt x="4" y="103"/>
                  <a:pt x="11" y="86"/>
                </a:cubicBezTo>
                <a:cubicBezTo>
                  <a:pt x="18" y="69"/>
                  <a:pt x="29" y="54"/>
                  <a:pt x="42" y="41"/>
                </a:cubicBezTo>
                <a:cubicBezTo>
                  <a:pt x="55" y="28"/>
                  <a:pt x="70" y="17"/>
                  <a:pt x="87" y="10"/>
                </a:cubicBezTo>
                <a:cubicBezTo>
                  <a:pt x="104" y="3"/>
                  <a:pt x="122" y="0"/>
                  <a:pt x="141" y="0"/>
                </a:cubicBezTo>
                <a:cubicBezTo>
                  <a:pt x="159" y="0"/>
                  <a:pt x="177" y="3"/>
                  <a:pt x="194" y="10"/>
                </a:cubicBezTo>
                <a:cubicBezTo>
                  <a:pt x="211" y="17"/>
                  <a:pt x="226" y="28"/>
                  <a:pt x="239" y="41"/>
                </a:cubicBezTo>
                <a:cubicBezTo>
                  <a:pt x="252" y="54"/>
                  <a:pt x="262" y="69"/>
                  <a:pt x="269" y="86"/>
                </a:cubicBezTo>
                <a:cubicBezTo>
                  <a:pt x="276" y="103"/>
                  <a:pt x="280" y="121"/>
                  <a:pt x="280" y="139"/>
                </a:cubicBezTo>
                <a:close/>
              </a:path>
            </a:pathLst>
          </a:custGeom>
          <a:solidFill>
            <a:srgbClr val="4CD1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2" name="任意多邊形 471"/>
          <p:cNvSpPr/>
          <p:nvPr/>
        </p:nvSpPr>
        <p:spPr>
          <a:xfrm>
            <a:off x="609840" y="2857680"/>
            <a:ext cx="16920" cy="535320"/>
          </a:xfrm>
          <a:custGeom>
            <a:avLst/>
            <a:gdLst/>
            <a:ahLst/>
            <a:cxnLst/>
            <a:rect l="0" t="0" r="r" b="b"/>
            <a:pathLst>
              <a:path w="47" h="1487">
                <a:moveTo>
                  <a:pt x="0" y="0"/>
                </a:moveTo>
                <a:lnTo>
                  <a:pt x="47" y="0"/>
                </a:lnTo>
                <a:lnTo>
                  <a:pt x="47" y="1487"/>
                </a:lnTo>
                <a:lnTo>
                  <a:pt x="0" y="1487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3" name="文字框 472"/>
          <p:cNvSpPr txBox="1"/>
          <p:nvPr/>
        </p:nvSpPr>
        <p:spPr>
          <a:xfrm>
            <a:off x="844200" y="2364120"/>
            <a:ext cx="120780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监管沙盒计划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4" name="文字框 473"/>
          <p:cNvSpPr txBox="1"/>
          <p:nvPr/>
        </p:nvSpPr>
        <p:spPr>
          <a:xfrm>
            <a:off x="844200" y="2770920"/>
            <a:ext cx="8053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香港金管局于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5" name="文字框 474"/>
          <p:cNvSpPr txBox="1"/>
          <p:nvPr/>
        </p:nvSpPr>
        <p:spPr>
          <a:xfrm>
            <a:off x="1646280" y="2775600"/>
            <a:ext cx="342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2024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6" name="文字框 475"/>
          <p:cNvSpPr txBox="1"/>
          <p:nvPr/>
        </p:nvSpPr>
        <p:spPr>
          <a:xfrm>
            <a:off x="1986480" y="277092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年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7" name="文字框 476"/>
          <p:cNvSpPr txBox="1"/>
          <p:nvPr/>
        </p:nvSpPr>
        <p:spPr>
          <a:xfrm>
            <a:off x="2120400" y="277560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8" name="文字框 477"/>
          <p:cNvSpPr txBox="1"/>
          <p:nvPr/>
        </p:nvSpPr>
        <p:spPr>
          <a:xfrm>
            <a:off x="2205360" y="2770920"/>
            <a:ext cx="12078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月启动稳定币发行人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9" name="文字框 478"/>
          <p:cNvSpPr txBox="1"/>
          <p:nvPr/>
        </p:nvSpPr>
        <p:spPr>
          <a:xfrm>
            <a:off x="3408840" y="277560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0" name="文字框 479"/>
          <p:cNvSpPr txBox="1"/>
          <p:nvPr/>
        </p:nvSpPr>
        <p:spPr>
          <a:xfrm>
            <a:off x="3470040" y="2770920"/>
            <a:ext cx="268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沙盒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1" name="文字框 480"/>
          <p:cNvSpPr txBox="1"/>
          <p:nvPr/>
        </p:nvSpPr>
        <p:spPr>
          <a:xfrm>
            <a:off x="3737520" y="277560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2" name="任意多邊形 481"/>
          <p:cNvSpPr/>
          <p:nvPr/>
        </p:nvSpPr>
        <p:spPr>
          <a:xfrm>
            <a:off x="542880" y="3593160"/>
            <a:ext cx="100800" cy="100800"/>
          </a:xfrm>
          <a:custGeom>
            <a:avLst/>
            <a:gdLst/>
            <a:ahLst/>
            <a:cxnLst/>
            <a:rect l="0" t="0" r="r" b="b"/>
            <a:pathLst>
              <a:path w="280" h="280">
                <a:moveTo>
                  <a:pt x="280" y="139"/>
                </a:moveTo>
                <a:cubicBezTo>
                  <a:pt x="280" y="158"/>
                  <a:pt x="276" y="177"/>
                  <a:pt x="269" y="194"/>
                </a:cubicBezTo>
                <a:cubicBezTo>
                  <a:pt x="262" y="211"/>
                  <a:pt x="252" y="226"/>
                  <a:pt x="239" y="239"/>
                </a:cubicBezTo>
                <a:cubicBezTo>
                  <a:pt x="226" y="252"/>
                  <a:pt x="211" y="262"/>
                  <a:pt x="194" y="269"/>
                </a:cubicBezTo>
                <a:cubicBezTo>
                  <a:pt x="177" y="276"/>
                  <a:pt x="159" y="280"/>
                  <a:pt x="141" y="280"/>
                </a:cubicBezTo>
                <a:cubicBezTo>
                  <a:pt x="122" y="280"/>
                  <a:pt x="104" y="276"/>
                  <a:pt x="87" y="269"/>
                </a:cubicBezTo>
                <a:cubicBezTo>
                  <a:pt x="70" y="262"/>
                  <a:pt x="55" y="252"/>
                  <a:pt x="42" y="239"/>
                </a:cubicBezTo>
                <a:cubicBezTo>
                  <a:pt x="29" y="226"/>
                  <a:pt x="18" y="211"/>
                  <a:pt x="11" y="194"/>
                </a:cubicBezTo>
                <a:cubicBezTo>
                  <a:pt x="4" y="177"/>
                  <a:pt x="0" y="158"/>
                  <a:pt x="0" y="139"/>
                </a:cubicBezTo>
                <a:cubicBezTo>
                  <a:pt x="0" y="121"/>
                  <a:pt x="4" y="103"/>
                  <a:pt x="11" y="86"/>
                </a:cubicBezTo>
                <a:cubicBezTo>
                  <a:pt x="18" y="69"/>
                  <a:pt x="29" y="54"/>
                  <a:pt x="42" y="41"/>
                </a:cubicBezTo>
                <a:cubicBezTo>
                  <a:pt x="55" y="28"/>
                  <a:pt x="70" y="18"/>
                  <a:pt x="87" y="11"/>
                </a:cubicBezTo>
                <a:cubicBezTo>
                  <a:pt x="104" y="4"/>
                  <a:pt x="122" y="0"/>
                  <a:pt x="141" y="0"/>
                </a:cubicBezTo>
                <a:cubicBezTo>
                  <a:pt x="159" y="0"/>
                  <a:pt x="177" y="4"/>
                  <a:pt x="194" y="11"/>
                </a:cubicBezTo>
                <a:cubicBezTo>
                  <a:pt x="211" y="18"/>
                  <a:pt x="226" y="28"/>
                  <a:pt x="239" y="41"/>
                </a:cubicBezTo>
                <a:cubicBezTo>
                  <a:pt x="252" y="54"/>
                  <a:pt x="262" y="69"/>
                  <a:pt x="269" y="86"/>
                </a:cubicBezTo>
                <a:cubicBezTo>
                  <a:pt x="276" y="103"/>
                  <a:pt x="280" y="121"/>
                  <a:pt x="280" y="139"/>
                </a:cubicBezTo>
                <a:close/>
              </a:path>
            </a:pathLst>
          </a:custGeom>
          <a:solidFill>
            <a:srgbClr val="4CD1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3" name="文字框 482"/>
          <p:cNvSpPr txBox="1"/>
          <p:nvPr/>
        </p:nvSpPr>
        <p:spPr>
          <a:xfrm>
            <a:off x="3799080" y="2770920"/>
            <a:ext cx="268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计划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4" name="文字框 483"/>
          <p:cNvSpPr txBox="1"/>
          <p:nvPr/>
        </p:nvSpPr>
        <p:spPr>
          <a:xfrm>
            <a:off x="844200" y="3606840"/>
            <a:ext cx="41583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该计划允许机构在受控环境中测试运营模式，并就拟议监管要求提供反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5" name="任意多邊形 484"/>
          <p:cNvSpPr/>
          <p:nvPr/>
        </p:nvSpPr>
        <p:spPr>
          <a:xfrm>
            <a:off x="5448240" y="743400"/>
            <a:ext cx="4914360" cy="4997880"/>
          </a:xfrm>
          <a:custGeom>
            <a:avLst/>
            <a:gdLst/>
            <a:ahLst/>
            <a:cxnLst/>
            <a:rect l="0" t="0" r="r" b="b"/>
            <a:pathLst>
              <a:path w="13651" h="13883">
                <a:moveTo>
                  <a:pt x="27" y="215"/>
                </a:moveTo>
                <a:cubicBezTo>
                  <a:pt x="45" y="173"/>
                  <a:pt x="70" y="135"/>
                  <a:pt x="102" y="102"/>
                </a:cubicBezTo>
                <a:cubicBezTo>
                  <a:pt x="135" y="70"/>
                  <a:pt x="173" y="45"/>
                  <a:pt x="215" y="27"/>
                </a:cubicBezTo>
                <a:cubicBezTo>
                  <a:pt x="258" y="9"/>
                  <a:pt x="302" y="0"/>
                  <a:pt x="349" y="0"/>
                </a:cubicBezTo>
                <a:lnTo>
                  <a:pt x="13303" y="0"/>
                </a:lnTo>
                <a:cubicBezTo>
                  <a:pt x="13349" y="0"/>
                  <a:pt x="13393" y="9"/>
                  <a:pt x="13436" y="27"/>
                </a:cubicBezTo>
                <a:cubicBezTo>
                  <a:pt x="13478" y="45"/>
                  <a:pt x="13516" y="70"/>
                  <a:pt x="13549" y="102"/>
                </a:cubicBezTo>
                <a:cubicBezTo>
                  <a:pt x="13581" y="135"/>
                  <a:pt x="13607" y="173"/>
                  <a:pt x="13624" y="215"/>
                </a:cubicBezTo>
                <a:cubicBezTo>
                  <a:pt x="13642" y="258"/>
                  <a:pt x="13651" y="302"/>
                  <a:pt x="13651" y="349"/>
                </a:cubicBezTo>
                <a:lnTo>
                  <a:pt x="13651" y="13535"/>
                </a:lnTo>
                <a:cubicBezTo>
                  <a:pt x="13651" y="13581"/>
                  <a:pt x="13642" y="13625"/>
                  <a:pt x="13624" y="13668"/>
                </a:cubicBezTo>
                <a:cubicBezTo>
                  <a:pt x="13607" y="13711"/>
                  <a:pt x="13581" y="13748"/>
                  <a:pt x="13549" y="13781"/>
                </a:cubicBezTo>
                <a:cubicBezTo>
                  <a:pt x="13516" y="13814"/>
                  <a:pt x="13478" y="13839"/>
                  <a:pt x="13436" y="13856"/>
                </a:cubicBezTo>
                <a:cubicBezTo>
                  <a:pt x="13393" y="13874"/>
                  <a:pt x="13349" y="13883"/>
                  <a:pt x="13302" y="13883"/>
                </a:cubicBezTo>
                <a:lnTo>
                  <a:pt x="349" y="13883"/>
                </a:lnTo>
                <a:cubicBezTo>
                  <a:pt x="302" y="13883"/>
                  <a:pt x="258" y="13874"/>
                  <a:pt x="215" y="13856"/>
                </a:cubicBezTo>
                <a:cubicBezTo>
                  <a:pt x="173" y="13839"/>
                  <a:pt x="135" y="13814"/>
                  <a:pt x="102" y="13781"/>
                </a:cubicBezTo>
                <a:cubicBezTo>
                  <a:pt x="70" y="13748"/>
                  <a:pt x="45" y="13711"/>
                  <a:pt x="27" y="13668"/>
                </a:cubicBezTo>
                <a:cubicBezTo>
                  <a:pt x="9" y="13625"/>
                  <a:pt x="0" y="13581"/>
                  <a:pt x="0" y="13535"/>
                </a:cubicBezTo>
                <a:lnTo>
                  <a:pt x="0" y="349"/>
                </a:lnTo>
                <a:cubicBezTo>
                  <a:pt x="0" y="302"/>
                  <a:pt x="9" y="258"/>
                  <a:pt x="27" y="215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6" name="任意多邊形 485"/>
          <p:cNvSpPr/>
          <p:nvPr/>
        </p:nvSpPr>
        <p:spPr>
          <a:xfrm>
            <a:off x="5448240" y="743400"/>
            <a:ext cx="4914360" cy="4997880"/>
          </a:xfrm>
          <a:custGeom>
            <a:avLst/>
            <a:gdLst/>
            <a:ahLst/>
            <a:cxnLst/>
            <a:rect l="0" t="0" r="r" b="b"/>
            <a:pathLst>
              <a:path w="13651" h="13883">
                <a:moveTo>
                  <a:pt x="0" y="13535"/>
                </a:moveTo>
                <a:lnTo>
                  <a:pt x="0" y="349"/>
                </a:lnTo>
                <a:cubicBezTo>
                  <a:pt x="0" y="302"/>
                  <a:pt x="9" y="258"/>
                  <a:pt x="27" y="215"/>
                </a:cubicBezTo>
                <a:cubicBezTo>
                  <a:pt x="45" y="173"/>
                  <a:pt x="70" y="135"/>
                  <a:pt x="102" y="102"/>
                </a:cubicBezTo>
                <a:cubicBezTo>
                  <a:pt x="135" y="70"/>
                  <a:pt x="173" y="45"/>
                  <a:pt x="215" y="27"/>
                </a:cubicBezTo>
                <a:cubicBezTo>
                  <a:pt x="258" y="9"/>
                  <a:pt x="302" y="0"/>
                  <a:pt x="349" y="0"/>
                </a:cubicBezTo>
                <a:lnTo>
                  <a:pt x="13302" y="0"/>
                </a:lnTo>
                <a:cubicBezTo>
                  <a:pt x="13349" y="0"/>
                  <a:pt x="13393" y="9"/>
                  <a:pt x="13436" y="27"/>
                </a:cubicBezTo>
                <a:cubicBezTo>
                  <a:pt x="13478" y="45"/>
                  <a:pt x="13516" y="70"/>
                  <a:pt x="13549" y="102"/>
                </a:cubicBezTo>
                <a:cubicBezTo>
                  <a:pt x="13581" y="135"/>
                  <a:pt x="13607" y="173"/>
                  <a:pt x="13624" y="215"/>
                </a:cubicBezTo>
                <a:cubicBezTo>
                  <a:pt x="13642" y="258"/>
                  <a:pt x="13651" y="302"/>
                  <a:pt x="13651" y="349"/>
                </a:cubicBezTo>
                <a:lnTo>
                  <a:pt x="13651" y="13535"/>
                </a:lnTo>
                <a:cubicBezTo>
                  <a:pt x="13651" y="13581"/>
                  <a:pt x="13642" y="13625"/>
                  <a:pt x="13624" y="13668"/>
                </a:cubicBezTo>
                <a:cubicBezTo>
                  <a:pt x="13607" y="13711"/>
                  <a:pt x="13581" y="13748"/>
                  <a:pt x="13549" y="13781"/>
                </a:cubicBezTo>
                <a:cubicBezTo>
                  <a:pt x="13516" y="13814"/>
                  <a:pt x="13478" y="13839"/>
                  <a:pt x="13436" y="13856"/>
                </a:cubicBezTo>
                <a:cubicBezTo>
                  <a:pt x="13393" y="13874"/>
                  <a:pt x="13349" y="13883"/>
                  <a:pt x="13302" y="13883"/>
                </a:cubicBezTo>
                <a:lnTo>
                  <a:pt x="349" y="13883"/>
                </a:lnTo>
                <a:cubicBezTo>
                  <a:pt x="302" y="13883"/>
                  <a:pt x="258" y="13874"/>
                  <a:pt x="215" y="13856"/>
                </a:cubicBezTo>
                <a:cubicBezTo>
                  <a:pt x="173" y="13839"/>
                  <a:pt x="135" y="13814"/>
                  <a:pt x="102" y="13781"/>
                </a:cubicBezTo>
                <a:cubicBezTo>
                  <a:pt x="70" y="13748"/>
                  <a:pt x="45" y="13711"/>
                  <a:pt x="27" y="13668"/>
                </a:cubicBezTo>
                <a:cubicBezTo>
                  <a:pt x="9" y="13625"/>
                  <a:pt x="0" y="13581"/>
                  <a:pt x="0" y="13535"/>
                </a:cubicBezTo>
                <a:moveTo>
                  <a:pt x="24" y="349"/>
                </a:moveTo>
                <a:lnTo>
                  <a:pt x="24" y="13535"/>
                </a:lnTo>
                <a:cubicBezTo>
                  <a:pt x="24" y="13556"/>
                  <a:pt x="26" y="13577"/>
                  <a:pt x="30" y="13598"/>
                </a:cubicBezTo>
                <a:cubicBezTo>
                  <a:pt x="34" y="13619"/>
                  <a:pt x="40" y="13639"/>
                  <a:pt x="48" y="13659"/>
                </a:cubicBezTo>
                <a:cubicBezTo>
                  <a:pt x="57" y="13679"/>
                  <a:pt x="67" y="13697"/>
                  <a:pt x="78" y="13715"/>
                </a:cubicBezTo>
                <a:cubicBezTo>
                  <a:pt x="90" y="13733"/>
                  <a:pt x="104" y="13749"/>
                  <a:pt x="119" y="13764"/>
                </a:cubicBezTo>
                <a:cubicBezTo>
                  <a:pt x="134" y="13780"/>
                  <a:pt x="150" y="13793"/>
                  <a:pt x="168" y="13805"/>
                </a:cubicBezTo>
                <a:cubicBezTo>
                  <a:pt x="186" y="13817"/>
                  <a:pt x="205" y="13827"/>
                  <a:pt x="224" y="13835"/>
                </a:cubicBezTo>
                <a:cubicBezTo>
                  <a:pt x="244" y="13843"/>
                  <a:pt x="264" y="13849"/>
                  <a:pt x="285" y="13853"/>
                </a:cubicBezTo>
                <a:cubicBezTo>
                  <a:pt x="306" y="13858"/>
                  <a:pt x="327" y="13860"/>
                  <a:pt x="349" y="13860"/>
                </a:cubicBezTo>
                <a:lnTo>
                  <a:pt x="13302" y="13860"/>
                </a:lnTo>
                <a:cubicBezTo>
                  <a:pt x="13324" y="13860"/>
                  <a:pt x="13345" y="13858"/>
                  <a:pt x="13366" y="13853"/>
                </a:cubicBezTo>
                <a:cubicBezTo>
                  <a:pt x="13387" y="13849"/>
                  <a:pt x="13407" y="13843"/>
                  <a:pt x="13427" y="13835"/>
                </a:cubicBezTo>
                <a:cubicBezTo>
                  <a:pt x="13447" y="13827"/>
                  <a:pt x="13465" y="13817"/>
                  <a:pt x="13483" y="13805"/>
                </a:cubicBezTo>
                <a:cubicBezTo>
                  <a:pt x="13501" y="13793"/>
                  <a:pt x="13517" y="13780"/>
                  <a:pt x="13532" y="13764"/>
                </a:cubicBezTo>
                <a:cubicBezTo>
                  <a:pt x="13547" y="13749"/>
                  <a:pt x="13561" y="13733"/>
                  <a:pt x="13573" y="13715"/>
                </a:cubicBezTo>
                <a:cubicBezTo>
                  <a:pt x="13585" y="13697"/>
                  <a:pt x="13595" y="13679"/>
                  <a:pt x="13603" y="13659"/>
                </a:cubicBezTo>
                <a:cubicBezTo>
                  <a:pt x="13611" y="13639"/>
                  <a:pt x="13617" y="13619"/>
                  <a:pt x="13621" y="13598"/>
                </a:cubicBezTo>
                <a:cubicBezTo>
                  <a:pt x="13625" y="13577"/>
                  <a:pt x="13627" y="13556"/>
                  <a:pt x="13627" y="13535"/>
                </a:cubicBezTo>
                <a:lnTo>
                  <a:pt x="13627" y="349"/>
                </a:lnTo>
                <a:cubicBezTo>
                  <a:pt x="13627" y="327"/>
                  <a:pt x="13625" y="306"/>
                  <a:pt x="13621" y="285"/>
                </a:cubicBezTo>
                <a:cubicBezTo>
                  <a:pt x="13617" y="264"/>
                  <a:pt x="13611" y="244"/>
                  <a:pt x="13603" y="224"/>
                </a:cubicBezTo>
                <a:cubicBezTo>
                  <a:pt x="13595" y="205"/>
                  <a:pt x="13585" y="186"/>
                  <a:pt x="13573" y="168"/>
                </a:cubicBezTo>
                <a:cubicBezTo>
                  <a:pt x="13561" y="150"/>
                  <a:pt x="13547" y="134"/>
                  <a:pt x="13532" y="119"/>
                </a:cubicBezTo>
                <a:cubicBezTo>
                  <a:pt x="13517" y="104"/>
                  <a:pt x="13501" y="90"/>
                  <a:pt x="13483" y="78"/>
                </a:cubicBezTo>
                <a:cubicBezTo>
                  <a:pt x="13465" y="67"/>
                  <a:pt x="13447" y="57"/>
                  <a:pt x="13427" y="48"/>
                </a:cubicBezTo>
                <a:cubicBezTo>
                  <a:pt x="13407" y="40"/>
                  <a:pt x="13387" y="34"/>
                  <a:pt x="13366" y="30"/>
                </a:cubicBezTo>
                <a:cubicBezTo>
                  <a:pt x="13345" y="26"/>
                  <a:pt x="13324" y="24"/>
                  <a:pt x="13302" y="24"/>
                </a:cubicBezTo>
                <a:lnTo>
                  <a:pt x="349" y="24"/>
                </a:lnTo>
                <a:cubicBezTo>
                  <a:pt x="327" y="24"/>
                  <a:pt x="306" y="26"/>
                  <a:pt x="285" y="30"/>
                </a:cubicBezTo>
                <a:cubicBezTo>
                  <a:pt x="264" y="34"/>
                  <a:pt x="244" y="40"/>
                  <a:pt x="224" y="48"/>
                </a:cubicBezTo>
                <a:cubicBezTo>
                  <a:pt x="205" y="57"/>
                  <a:pt x="186" y="67"/>
                  <a:pt x="168" y="78"/>
                </a:cubicBezTo>
                <a:cubicBezTo>
                  <a:pt x="150" y="90"/>
                  <a:pt x="134" y="104"/>
                  <a:pt x="119" y="119"/>
                </a:cubicBezTo>
                <a:cubicBezTo>
                  <a:pt x="104" y="134"/>
                  <a:pt x="90" y="150"/>
                  <a:pt x="78" y="168"/>
                </a:cubicBezTo>
                <a:cubicBezTo>
                  <a:pt x="67" y="186"/>
                  <a:pt x="57" y="205"/>
                  <a:pt x="48" y="224"/>
                </a:cubicBezTo>
                <a:cubicBezTo>
                  <a:pt x="40" y="244"/>
                  <a:pt x="34" y="264"/>
                  <a:pt x="30" y="285"/>
                </a:cubicBezTo>
                <a:cubicBezTo>
                  <a:pt x="26" y="306"/>
                  <a:pt x="24" y="327"/>
                  <a:pt x="24" y="349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7" name="任意多邊形 486"/>
          <p:cNvSpPr/>
          <p:nvPr/>
        </p:nvSpPr>
        <p:spPr>
          <a:xfrm>
            <a:off x="5657400" y="4328640"/>
            <a:ext cx="4496040" cy="1203840"/>
          </a:xfrm>
          <a:custGeom>
            <a:avLst/>
            <a:gdLst/>
            <a:ahLst/>
            <a:cxnLst/>
            <a:rect l="0" t="0" r="r" b="b"/>
            <a:pathLst>
              <a:path w="12489" h="3344">
                <a:moveTo>
                  <a:pt x="0" y="3158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9" y="103"/>
                  <a:pt x="24" y="93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2304" y="0"/>
                </a:lnTo>
                <a:cubicBezTo>
                  <a:pt x="12316" y="0"/>
                  <a:pt x="12328" y="1"/>
                  <a:pt x="12340" y="3"/>
                </a:cubicBezTo>
                <a:cubicBezTo>
                  <a:pt x="12352" y="6"/>
                  <a:pt x="12363" y="9"/>
                  <a:pt x="12375" y="14"/>
                </a:cubicBezTo>
                <a:cubicBezTo>
                  <a:pt x="12386" y="19"/>
                  <a:pt x="12397" y="24"/>
                  <a:pt x="12407" y="31"/>
                </a:cubicBezTo>
                <a:cubicBezTo>
                  <a:pt x="12417" y="38"/>
                  <a:pt x="12426" y="46"/>
                  <a:pt x="12435" y="54"/>
                </a:cubicBezTo>
                <a:cubicBezTo>
                  <a:pt x="12444" y="63"/>
                  <a:pt x="12451" y="72"/>
                  <a:pt x="12458" y="82"/>
                </a:cubicBezTo>
                <a:cubicBezTo>
                  <a:pt x="12465" y="93"/>
                  <a:pt x="12471" y="103"/>
                  <a:pt x="12475" y="114"/>
                </a:cubicBezTo>
                <a:cubicBezTo>
                  <a:pt x="12480" y="126"/>
                  <a:pt x="12483" y="137"/>
                  <a:pt x="12486" y="149"/>
                </a:cubicBezTo>
                <a:cubicBezTo>
                  <a:pt x="12488" y="161"/>
                  <a:pt x="12489" y="173"/>
                  <a:pt x="12489" y="186"/>
                </a:cubicBezTo>
                <a:lnTo>
                  <a:pt x="12489" y="3158"/>
                </a:lnTo>
                <a:cubicBezTo>
                  <a:pt x="12489" y="3170"/>
                  <a:pt x="12488" y="3182"/>
                  <a:pt x="12486" y="3194"/>
                </a:cubicBezTo>
                <a:cubicBezTo>
                  <a:pt x="12483" y="3206"/>
                  <a:pt x="12480" y="3218"/>
                  <a:pt x="12475" y="3229"/>
                </a:cubicBezTo>
                <a:cubicBezTo>
                  <a:pt x="12471" y="3240"/>
                  <a:pt x="12465" y="3251"/>
                  <a:pt x="12458" y="3261"/>
                </a:cubicBezTo>
                <a:cubicBezTo>
                  <a:pt x="12451" y="3271"/>
                  <a:pt x="12444" y="3281"/>
                  <a:pt x="12435" y="3289"/>
                </a:cubicBezTo>
                <a:cubicBezTo>
                  <a:pt x="12426" y="3298"/>
                  <a:pt x="12417" y="3305"/>
                  <a:pt x="12407" y="3312"/>
                </a:cubicBezTo>
                <a:cubicBezTo>
                  <a:pt x="12397" y="3319"/>
                  <a:pt x="12386" y="3325"/>
                  <a:pt x="12375" y="3329"/>
                </a:cubicBezTo>
                <a:cubicBezTo>
                  <a:pt x="12363" y="3334"/>
                  <a:pt x="12352" y="3338"/>
                  <a:pt x="12340" y="3340"/>
                </a:cubicBezTo>
                <a:cubicBezTo>
                  <a:pt x="12328" y="3342"/>
                  <a:pt x="12316" y="3344"/>
                  <a:pt x="12304" y="3344"/>
                </a:cubicBezTo>
                <a:lnTo>
                  <a:pt x="185" y="3344"/>
                </a:lnTo>
                <a:cubicBezTo>
                  <a:pt x="173" y="3344"/>
                  <a:pt x="161" y="3342"/>
                  <a:pt x="149" y="3340"/>
                </a:cubicBezTo>
                <a:cubicBezTo>
                  <a:pt x="137" y="3338"/>
                  <a:pt x="126" y="3334"/>
                  <a:pt x="114" y="3329"/>
                </a:cubicBezTo>
                <a:cubicBezTo>
                  <a:pt x="103" y="3325"/>
                  <a:pt x="92" y="3319"/>
                  <a:pt x="82" y="3312"/>
                </a:cubicBezTo>
                <a:cubicBezTo>
                  <a:pt x="72" y="3305"/>
                  <a:pt x="63" y="3298"/>
                  <a:pt x="54" y="3289"/>
                </a:cubicBezTo>
                <a:cubicBezTo>
                  <a:pt x="46" y="3281"/>
                  <a:pt x="38" y="3271"/>
                  <a:pt x="31" y="3261"/>
                </a:cubicBezTo>
                <a:cubicBezTo>
                  <a:pt x="24" y="3251"/>
                  <a:pt x="19" y="3240"/>
                  <a:pt x="14" y="3229"/>
                </a:cubicBezTo>
                <a:cubicBezTo>
                  <a:pt x="9" y="3218"/>
                  <a:pt x="6" y="3206"/>
                  <a:pt x="3" y="3194"/>
                </a:cubicBezTo>
                <a:cubicBezTo>
                  <a:pt x="1" y="3182"/>
                  <a:pt x="0" y="3170"/>
                  <a:pt x="0" y="3158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488" name="圖片 487"/>
          <p:cNvPicPr/>
          <p:nvPr/>
        </p:nvPicPr>
        <p:blipFill>
          <a:blip r:embed="rId5"/>
          <a:stretch>
            <a:fillRect/>
          </a:stretch>
        </p:blipFill>
        <p:spPr>
          <a:xfrm>
            <a:off x="5657400" y="986040"/>
            <a:ext cx="25020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9" name="文字框 488"/>
          <p:cNvSpPr txBox="1"/>
          <p:nvPr/>
        </p:nvSpPr>
        <p:spPr>
          <a:xfrm>
            <a:off x="844200" y="380736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0" name="任意多邊形 489"/>
          <p:cNvSpPr/>
          <p:nvPr/>
        </p:nvSpPr>
        <p:spPr>
          <a:xfrm>
            <a:off x="5657400" y="1353600"/>
            <a:ext cx="4496040" cy="702360"/>
          </a:xfrm>
          <a:custGeom>
            <a:avLst/>
            <a:gdLst/>
            <a:ahLst/>
            <a:cxnLst/>
            <a:rect l="0" t="0" r="r" b="b"/>
            <a:pathLst>
              <a:path w="12489" h="1951">
                <a:moveTo>
                  <a:pt x="17" y="143"/>
                </a:moveTo>
                <a:cubicBezTo>
                  <a:pt x="29" y="115"/>
                  <a:pt x="46" y="90"/>
                  <a:pt x="68" y="68"/>
                </a:cubicBezTo>
                <a:cubicBezTo>
                  <a:pt x="89" y="46"/>
                  <a:pt x="115" y="29"/>
                  <a:pt x="143" y="18"/>
                </a:cubicBezTo>
                <a:cubicBezTo>
                  <a:pt x="171" y="6"/>
                  <a:pt x="201" y="0"/>
                  <a:pt x="232" y="0"/>
                </a:cubicBezTo>
                <a:lnTo>
                  <a:pt x="12257" y="0"/>
                </a:lnTo>
                <a:cubicBezTo>
                  <a:pt x="12288" y="0"/>
                  <a:pt x="12318" y="6"/>
                  <a:pt x="12346" y="18"/>
                </a:cubicBezTo>
                <a:cubicBezTo>
                  <a:pt x="12375" y="29"/>
                  <a:pt x="12400" y="46"/>
                  <a:pt x="12421" y="68"/>
                </a:cubicBezTo>
                <a:cubicBezTo>
                  <a:pt x="12443" y="90"/>
                  <a:pt x="12460" y="115"/>
                  <a:pt x="12472" y="143"/>
                </a:cubicBezTo>
                <a:cubicBezTo>
                  <a:pt x="12483" y="172"/>
                  <a:pt x="12489" y="201"/>
                  <a:pt x="12489" y="232"/>
                </a:cubicBezTo>
                <a:lnTo>
                  <a:pt x="12489" y="1719"/>
                </a:lnTo>
                <a:cubicBezTo>
                  <a:pt x="12489" y="1750"/>
                  <a:pt x="12483" y="1779"/>
                  <a:pt x="12472" y="1808"/>
                </a:cubicBezTo>
                <a:cubicBezTo>
                  <a:pt x="12460" y="1836"/>
                  <a:pt x="12443" y="1861"/>
                  <a:pt x="12421" y="1883"/>
                </a:cubicBezTo>
                <a:cubicBezTo>
                  <a:pt x="12400" y="1905"/>
                  <a:pt x="12375" y="1921"/>
                  <a:pt x="12346" y="1933"/>
                </a:cubicBezTo>
                <a:cubicBezTo>
                  <a:pt x="12318" y="1945"/>
                  <a:pt x="12288" y="1951"/>
                  <a:pt x="12257" y="1951"/>
                </a:cubicBezTo>
                <a:lnTo>
                  <a:pt x="232" y="1951"/>
                </a:lnTo>
                <a:cubicBezTo>
                  <a:pt x="201" y="1951"/>
                  <a:pt x="171" y="1945"/>
                  <a:pt x="143" y="1933"/>
                </a:cubicBezTo>
                <a:cubicBezTo>
                  <a:pt x="115" y="1921"/>
                  <a:pt x="89" y="1905"/>
                  <a:pt x="68" y="1883"/>
                </a:cubicBezTo>
                <a:cubicBezTo>
                  <a:pt x="46" y="1861"/>
                  <a:pt x="29" y="1836"/>
                  <a:pt x="17" y="1808"/>
                </a:cubicBezTo>
                <a:cubicBezTo>
                  <a:pt x="6" y="1779"/>
                  <a:pt x="0" y="1750"/>
                  <a:pt x="0" y="1719"/>
                </a:cubicBezTo>
                <a:lnTo>
                  <a:pt x="0" y="232"/>
                </a:lnTo>
                <a:cubicBezTo>
                  <a:pt x="0" y="201"/>
                  <a:pt x="6" y="172"/>
                  <a:pt x="17" y="143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1" name="任意多邊形 490"/>
          <p:cNvSpPr/>
          <p:nvPr/>
        </p:nvSpPr>
        <p:spPr>
          <a:xfrm>
            <a:off x="5657400" y="1353600"/>
            <a:ext cx="4496040" cy="702360"/>
          </a:xfrm>
          <a:custGeom>
            <a:avLst/>
            <a:gdLst/>
            <a:ahLst/>
            <a:cxnLst/>
            <a:rect l="0" t="0" r="r" b="b"/>
            <a:pathLst>
              <a:path w="12489" h="1951">
                <a:moveTo>
                  <a:pt x="0" y="1719"/>
                </a:moveTo>
                <a:lnTo>
                  <a:pt x="0" y="232"/>
                </a:lnTo>
                <a:cubicBezTo>
                  <a:pt x="0" y="201"/>
                  <a:pt x="6" y="172"/>
                  <a:pt x="17" y="143"/>
                </a:cubicBezTo>
                <a:cubicBezTo>
                  <a:pt x="29" y="115"/>
                  <a:pt x="46" y="90"/>
                  <a:pt x="68" y="68"/>
                </a:cubicBezTo>
                <a:cubicBezTo>
                  <a:pt x="89" y="46"/>
                  <a:pt x="115" y="29"/>
                  <a:pt x="143" y="18"/>
                </a:cubicBezTo>
                <a:cubicBezTo>
                  <a:pt x="171" y="6"/>
                  <a:pt x="201" y="0"/>
                  <a:pt x="232" y="0"/>
                </a:cubicBezTo>
                <a:lnTo>
                  <a:pt x="12257" y="0"/>
                </a:lnTo>
                <a:cubicBezTo>
                  <a:pt x="12288" y="0"/>
                  <a:pt x="12318" y="6"/>
                  <a:pt x="12346" y="18"/>
                </a:cubicBezTo>
                <a:cubicBezTo>
                  <a:pt x="12375" y="29"/>
                  <a:pt x="12400" y="46"/>
                  <a:pt x="12421" y="68"/>
                </a:cubicBezTo>
                <a:cubicBezTo>
                  <a:pt x="12443" y="90"/>
                  <a:pt x="12460" y="115"/>
                  <a:pt x="12472" y="143"/>
                </a:cubicBezTo>
                <a:cubicBezTo>
                  <a:pt x="12483" y="172"/>
                  <a:pt x="12489" y="201"/>
                  <a:pt x="12489" y="232"/>
                </a:cubicBezTo>
                <a:lnTo>
                  <a:pt x="12489" y="1719"/>
                </a:lnTo>
                <a:cubicBezTo>
                  <a:pt x="12489" y="1750"/>
                  <a:pt x="12483" y="1779"/>
                  <a:pt x="12472" y="1808"/>
                </a:cubicBezTo>
                <a:cubicBezTo>
                  <a:pt x="12460" y="1836"/>
                  <a:pt x="12443" y="1861"/>
                  <a:pt x="12421" y="1883"/>
                </a:cubicBezTo>
                <a:cubicBezTo>
                  <a:pt x="12400" y="1905"/>
                  <a:pt x="12375" y="1921"/>
                  <a:pt x="12346" y="1933"/>
                </a:cubicBezTo>
                <a:cubicBezTo>
                  <a:pt x="12318" y="1945"/>
                  <a:pt x="12288" y="1951"/>
                  <a:pt x="12257" y="1951"/>
                </a:cubicBezTo>
                <a:lnTo>
                  <a:pt x="232" y="1951"/>
                </a:lnTo>
                <a:cubicBezTo>
                  <a:pt x="201" y="1951"/>
                  <a:pt x="171" y="1945"/>
                  <a:pt x="143" y="1933"/>
                </a:cubicBezTo>
                <a:cubicBezTo>
                  <a:pt x="115" y="1921"/>
                  <a:pt x="89" y="1905"/>
                  <a:pt x="68" y="1883"/>
                </a:cubicBezTo>
                <a:cubicBezTo>
                  <a:pt x="46" y="1861"/>
                  <a:pt x="29" y="1836"/>
                  <a:pt x="17" y="1808"/>
                </a:cubicBezTo>
                <a:cubicBezTo>
                  <a:pt x="6" y="1779"/>
                  <a:pt x="0" y="1750"/>
                  <a:pt x="0" y="1719"/>
                </a:cubicBezTo>
                <a:moveTo>
                  <a:pt x="23" y="232"/>
                </a:moveTo>
                <a:lnTo>
                  <a:pt x="23" y="1719"/>
                </a:lnTo>
                <a:cubicBezTo>
                  <a:pt x="23" y="1732"/>
                  <a:pt x="24" y="1746"/>
                  <a:pt x="27" y="1760"/>
                </a:cubicBezTo>
                <a:cubicBezTo>
                  <a:pt x="30" y="1773"/>
                  <a:pt x="34" y="1786"/>
                  <a:pt x="39" y="1799"/>
                </a:cubicBezTo>
                <a:cubicBezTo>
                  <a:pt x="44" y="1811"/>
                  <a:pt x="51" y="1823"/>
                  <a:pt x="58" y="1835"/>
                </a:cubicBezTo>
                <a:cubicBezTo>
                  <a:pt x="66" y="1846"/>
                  <a:pt x="74" y="1857"/>
                  <a:pt x="84" y="1867"/>
                </a:cubicBezTo>
                <a:cubicBezTo>
                  <a:pt x="94" y="1876"/>
                  <a:pt x="104" y="1885"/>
                  <a:pt x="116" y="1892"/>
                </a:cubicBezTo>
                <a:cubicBezTo>
                  <a:pt x="127" y="1900"/>
                  <a:pt x="139" y="1907"/>
                  <a:pt x="152" y="1912"/>
                </a:cubicBezTo>
                <a:cubicBezTo>
                  <a:pt x="165" y="1917"/>
                  <a:pt x="178" y="1921"/>
                  <a:pt x="191" y="1924"/>
                </a:cubicBezTo>
                <a:cubicBezTo>
                  <a:pt x="205" y="1926"/>
                  <a:pt x="218" y="1928"/>
                  <a:pt x="232" y="1928"/>
                </a:cubicBezTo>
                <a:lnTo>
                  <a:pt x="12257" y="1928"/>
                </a:lnTo>
                <a:cubicBezTo>
                  <a:pt x="12271" y="1928"/>
                  <a:pt x="12285" y="1926"/>
                  <a:pt x="12298" y="1924"/>
                </a:cubicBezTo>
                <a:cubicBezTo>
                  <a:pt x="12311" y="1921"/>
                  <a:pt x="12325" y="1917"/>
                  <a:pt x="12337" y="1912"/>
                </a:cubicBezTo>
                <a:cubicBezTo>
                  <a:pt x="12350" y="1907"/>
                  <a:pt x="12362" y="1900"/>
                  <a:pt x="12373" y="1892"/>
                </a:cubicBezTo>
                <a:cubicBezTo>
                  <a:pt x="12385" y="1885"/>
                  <a:pt x="12395" y="1876"/>
                  <a:pt x="12405" y="1867"/>
                </a:cubicBezTo>
                <a:cubicBezTo>
                  <a:pt x="12415" y="1857"/>
                  <a:pt x="12423" y="1846"/>
                  <a:pt x="12431" y="1835"/>
                </a:cubicBezTo>
                <a:cubicBezTo>
                  <a:pt x="12439" y="1823"/>
                  <a:pt x="12445" y="1811"/>
                  <a:pt x="12450" y="1799"/>
                </a:cubicBezTo>
                <a:cubicBezTo>
                  <a:pt x="12455" y="1786"/>
                  <a:pt x="12459" y="1773"/>
                  <a:pt x="12462" y="1760"/>
                </a:cubicBezTo>
                <a:cubicBezTo>
                  <a:pt x="12465" y="1746"/>
                  <a:pt x="12466" y="1732"/>
                  <a:pt x="12466" y="1719"/>
                </a:cubicBezTo>
                <a:lnTo>
                  <a:pt x="12466" y="232"/>
                </a:lnTo>
                <a:cubicBezTo>
                  <a:pt x="12466" y="218"/>
                  <a:pt x="12465" y="205"/>
                  <a:pt x="12462" y="191"/>
                </a:cubicBezTo>
                <a:cubicBezTo>
                  <a:pt x="12459" y="178"/>
                  <a:pt x="12455" y="165"/>
                  <a:pt x="12450" y="152"/>
                </a:cubicBezTo>
                <a:cubicBezTo>
                  <a:pt x="12445" y="140"/>
                  <a:pt x="12439" y="127"/>
                  <a:pt x="12431" y="116"/>
                </a:cubicBezTo>
                <a:cubicBezTo>
                  <a:pt x="12423" y="105"/>
                  <a:pt x="12415" y="94"/>
                  <a:pt x="12405" y="84"/>
                </a:cubicBezTo>
                <a:cubicBezTo>
                  <a:pt x="12395" y="75"/>
                  <a:pt x="12385" y="66"/>
                  <a:pt x="12373" y="58"/>
                </a:cubicBezTo>
                <a:cubicBezTo>
                  <a:pt x="12362" y="51"/>
                  <a:pt x="12350" y="44"/>
                  <a:pt x="12337" y="39"/>
                </a:cubicBezTo>
                <a:cubicBezTo>
                  <a:pt x="12325" y="34"/>
                  <a:pt x="12311" y="30"/>
                  <a:pt x="12298" y="27"/>
                </a:cubicBezTo>
                <a:cubicBezTo>
                  <a:pt x="12285" y="25"/>
                  <a:pt x="12271" y="23"/>
                  <a:pt x="12257" y="23"/>
                </a:cubicBezTo>
                <a:lnTo>
                  <a:pt x="232" y="23"/>
                </a:lnTo>
                <a:cubicBezTo>
                  <a:pt x="218" y="23"/>
                  <a:pt x="205" y="25"/>
                  <a:pt x="191" y="27"/>
                </a:cubicBezTo>
                <a:cubicBezTo>
                  <a:pt x="178" y="30"/>
                  <a:pt x="165" y="34"/>
                  <a:pt x="152" y="39"/>
                </a:cubicBezTo>
                <a:cubicBezTo>
                  <a:pt x="139" y="44"/>
                  <a:pt x="127" y="51"/>
                  <a:pt x="116" y="58"/>
                </a:cubicBezTo>
                <a:cubicBezTo>
                  <a:pt x="104" y="66"/>
                  <a:pt x="94" y="75"/>
                  <a:pt x="84" y="84"/>
                </a:cubicBezTo>
                <a:cubicBezTo>
                  <a:pt x="74" y="94"/>
                  <a:pt x="66" y="105"/>
                  <a:pt x="58" y="116"/>
                </a:cubicBezTo>
                <a:cubicBezTo>
                  <a:pt x="51" y="127"/>
                  <a:pt x="44" y="140"/>
                  <a:pt x="39" y="152"/>
                </a:cubicBezTo>
                <a:cubicBezTo>
                  <a:pt x="34" y="165"/>
                  <a:pt x="30" y="178"/>
                  <a:pt x="27" y="191"/>
                </a:cubicBezTo>
                <a:cubicBezTo>
                  <a:pt x="24" y="205"/>
                  <a:pt x="23" y="218"/>
                  <a:pt x="23" y="2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2" name="任意多邊形 491"/>
          <p:cNvSpPr/>
          <p:nvPr/>
        </p:nvSpPr>
        <p:spPr>
          <a:xfrm>
            <a:off x="5799240" y="1495800"/>
            <a:ext cx="418320" cy="417960"/>
          </a:xfrm>
          <a:custGeom>
            <a:avLst/>
            <a:gdLst/>
            <a:ahLst/>
            <a:cxnLst/>
            <a:rect l="0" t="0" r="r" b="b"/>
            <a:pathLst>
              <a:path w="1162" h="1161">
                <a:moveTo>
                  <a:pt x="12" y="467"/>
                </a:moveTo>
                <a:cubicBezTo>
                  <a:pt x="19" y="429"/>
                  <a:pt x="30" y="393"/>
                  <a:pt x="45" y="358"/>
                </a:cubicBezTo>
                <a:cubicBezTo>
                  <a:pt x="59" y="323"/>
                  <a:pt x="77" y="289"/>
                  <a:pt x="98" y="258"/>
                </a:cubicBezTo>
                <a:cubicBezTo>
                  <a:pt x="119" y="226"/>
                  <a:pt x="143" y="197"/>
                  <a:pt x="170" y="170"/>
                </a:cubicBezTo>
                <a:cubicBezTo>
                  <a:pt x="197" y="143"/>
                  <a:pt x="227" y="119"/>
                  <a:pt x="258" y="97"/>
                </a:cubicBezTo>
                <a:cubicBezTo>
                  <a:pt x="290" y="76"/>
                  <a:pt x="323" y="58"/>
                  <a:pt x="359" y="44"/>
                </a:cubicBezTo>
                <a:cubicBezTo>
                  <a:pt x="394" y="29"/>
                  <a:pt x="430" y="18"/>
                  <a:pt x="467" y="11"/>
                </a:cubicBezTo>
                <a:cubicBezTo>
                  <a:pt x="505" y="3"/>
                  <a:pt x="543" y="0"/>
                  <a:pt x="581" y="0"/>
                </a:cubicBezTo>
                <a:cubicBezTo>
                  <a:pt x="619" y="0"/>
                  <a:pt x="657" y="3"/>
                  <a:pt x="694" y="11"/>
                </a:cubicBezTo>
                <a:cubicBezTo>
                  <a:pt x="732" y="18"/>
                  <a:pt x="769" y="29"/>
                  <a:pt x="804" y="44"/>
                </a:cubicBezTo>
                <a:cubicBezTo>
                  <a:pt x="839" y="58"/>
                  <a:pt x="872" y="76"/>
                  <a:pt x="904" y="97"/>
                </a:cubicBezTo>
                <a:cubicBezTo>
                  <a:pt x="936" y="119"/>
                  <a:pt x="965" y="143"/>
                  <a:pt x="992" y="170"/>
                </a:cubicBezTo>
                <a:cubicBezTo>
                  <a:pt x="1019" y="197"/>
                  <a:pt x="1043" y="226"/>
                  <a:pt x="1064" y="258"/>
                </a:cubicBezTo>
                <a:cubicBezTo>
                  <a:pt x="1085" y="289"/>
                  <a:pt x="1103" y="323"/>
                  <a:pt x="1118" y="358"/>
                </a:cubicBezTo>
                <a:cubicBezTo>
                  <a:pt x="1132" y="393"/>
                  <a:pt x="1143" y="429"/>
                  <a:pt x="1151" y="467"/>
                </a:cubicBezTo>
                <a:cubicBezTo>
                  <a:pt x="1158" y="504"/>
                  <a:pt x="1162" y="542"/>
                  <a:pt x="1162" y="580"/>
                </a:cubicBezTo>
                <a:cubicBezTo>
                  <a:pt x="1162" y="618"/>
                  <a:pt x="1158" y="656"/>
                  <a:pt x="1151" y="693"/>
                </a:cubicBezTo>
                <a:cubicBezTo>
                  <a:pt x="1143" y="731"/>
                  <a:pt x="1132" y="767"/>
                  <a:pt x="1118" y="802"/>
                </a:cubicBezTo>
                <a:cubicBezTo>
                  <a:pt x="1103" y="837"/>
                  <a:pt x="1085" y="871"/>
                  <a:pt x="1064" y="902"/>
                </a:cubicBezTo>
                <a:cubicBezTo>
                  <a:pt x="1043" y="934"/>
                  <a:pt x="1019" y="963"/>
                  <a:pt x="992" y="990"/>
                </a:cubicBezTo>
                <a:cubicBezTo>
                  <a:pt x="965" y="1017"/>
                  <a:pt x="936" y="1041"/>
                  <a:pt x="904" y="1062"/>
                </a:cubicBezTo>
                <a:cubicBezTo>
                  <a:pt x="872" y="1085"/>
                  <a:pt x="839" y="1103"/>
                  <a:pt x="804" y="1117"/>
                </a:cubicBezTo>
                <a:cubicBezTo>
                  <a:pt x="769" y="1132"/>
                  <a:pt x="732" y="1143"/>
                  <a:pt x="694" y="1150"/>
                </a:cubicBezTo>
                <a:cubicBezTo>
                  <a:pt x="657" y="1158"/>
                  <a:pt x="619" y="1161"/>
                  <a:pt x="581" y="1161"/>
                </a:cubicBezTo>
                <a:cubicBezTo>
                  <a:pt x="543" y="1161"/>
                  <a:pt x="505" y="1158"/>
                  <a:pt x="467" y="1150"/>
                </a:cubicBezTo>
                <a:cubicBezTo>
                  <a:pt x="430" y="1143"/>
                  <a:pt x="394" y="1132"/>
                  <a:pt x="359" y="1117"/>
                </a:cubicBezTo>
                <a:cubicBezTo>
                  <a:pt x="323" y="1103"/>
                  <a:pt x="290" y="1085"/>
                  <a:pt x="258" y="1062"/>
                </a:cubicBezTo>
                <a:cubicBezTo>
                  <a:pt x="227" y="1041"/>
                  <a:pt x="197" y="1017"/>
                  <a:pt x="170" y="990"/>
                </a:cubicBezTo>
                <a:cubicBezTo>
                  <a:pt x="143" y="963"/>
                  <a:pt x="119" y="934"/>
                  <a:pt x="98" y="902"/>
                </a:cubicBezTo>
                <a:cubicBezTo>
                  <a:pt x="77" y="871"/>
                  <a:pt x="59" y="837"/>
                  <a:pt x="45" y="802"/>
                </a:cubicBezTo>
                <a:cubicBezTo>
                  <a:pt x="30" y="767"/>
                  <a:pt x="19" y="731"/>
                  <a:pt x="12" y="693"/>
                </a:cubicBezTo>
                <a:cubicBezTo>
                  <a:pt x="4" y="656"/>
                  <a:pt x="0" y="618"/>
                  <a:pt x="0" y="580"/>
                </a:cubicBezTo>
                <a:cubicBezTo>
                  <a:pt x="0" y="542"/>
                  <a:pt x="4" y="504"/>
                  <a:pt x="12" y="467"/>
                </a:cubicBezTo>
                <a:close/>
              </a:path>
            </a:pathLst>
          </a:custGeom>
          <a:solidFill>
            <a:srgbClr val="4CD137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3" name="任意多邊形 492"/>
          <p:cNvSpPr/>
          <p:nvPr/>
        </p:nvSpPr>
        <p:spPr>
          <a:xfrm>
            <a:off x="5799240" y="1495800"/>
            <a:ext cx="418320" cy="417960"/>
          </a:xfrm>
          <a:custGeom>
            <a:avLst/>
            <a:gdLst/>
            <a:ahLst/>
            <a:cxnLst/>
            <a:rect l="0" t="0" r="r" b="b"/>
            <a:pathLst>
              <a:path w="1162" h="1161">
                <a:moveTo>
                  <a:pt x="0" y="580"/>
                </a:moveTo>
                <a:cubicBezTo>
                  <a:pt x="0" y="542"/>
                  <a:pt x="4" y="504"/>
                  <a:pt x="12" y="467"/>
                </a:cubicBezTo>
                <a:cubicBezTo>
                  <a:pt x="19" y="429"/>
                  <a:pt x="30" y="393"/>
                  <a:pt x="45" y="358"/>
                </a:cubicBezTo>
                <a:cubicBezTo>
                  <a:pt x="59" y="323"/>
                  <a:pt x="77" y="289"/>
                  <a:pt x="98" y="258"/>
                </a:cubicBezTo>
                <a:cubicBezTo>
                  <a:pt x="119" y="226"/>
                  <a:pt x="143" y="197"/>
                  <a:pt x="170" y="170"/>
                </a:cubicBezTo>
                <a:cubicBezTo>
                  <a:pt x="197" y="143"/>
                  <a:pt x="227" y="119"/>
                  <a:pt x="258" y="97"/>
                </a:cubicBezTo>
                <a:cubicBezTo>
                  <a:pt x="290" y="76"/>
                  <a:pt x="323" y="58"/>
                  <a:pt x="359" y="44"/>
                </a:cubicBezTo>
                <a:cubicBezTo>
                  <a:pt x="394" y="29"/>
                  <a:pt x="430" y="18"/>
                  <a:pt x="467" y="11"/>
                </a:cubicBezTo>
                <a:cubicBezTo>
                  <a:pt x="505" y="3"/>
                  <a:pt x="543" y="0"/>
                  <a:pt x="581" y="0"/>
                </a:cubicBezTo>
                <a:cubicBezTo>
                  <a:pt x="619" y="0"/>
                  <a:pt x="657" y="3"/>
                  <a:pt x="694" y="11"/>
                </a:cubicBezTo>
                <a:cubicBezTo>
                  <a:pt x="732" y="18"/>
                  <a:pt x="769" y="29"/>
                  <a:pt x="804" y="44"/>
                </a:cubicBezTo>
                <a:cubicBezTo>
                  <a:pt x="839" y="58"/>
                  <a:pt x="872" y="76"/>
                  <a:pt x="904" y="97"/>
                </a:cubicBezTo>
                <a:cubicBezTo>
                  <a:pt x="936" y="119"/>
                  <a:pt x="965" y="143"/>
                  <a:pt x="992" y="170"/>
                </a:cubicBezTo>
                <a:cubicBezTo>
                  <a:pt x="1019" y="197"/>
                  <a:pt x="1043" y="226"/>
                  <a:pt x="1064" y="258"/>
                </a:cubicBezTo>
                <a:cubicBezTo>
                  <a:pt x="1085" y="289"/>
                  <a:pt x="1103" y="323"/>
                  <a:pt x="1118" y="358"/>
                </a:cubicBezTo>
                <a:cubicBezTo>
                  <a:pt x="1132" y="393"/>
                  <a:pt x="1143" y="429"/>
                  <a:pt x="1151" y="467"/>
                </a:cubicBezTo>
                <a:cubicBezTo>
                  <a:pt x="1158" y="504"/>
                  <a:pt x="1162" y="542"/>
                  <a:pt x="1162" y="580"/>
                </a:cubicBezTo>
                <a:cubicBezTo>
                  <a:pt x="1162" y="618"/>
                  <a:pt x="1158" y="656"/>
                  <a:pt x="1151" y="693"/>
                </a:cubicBezTo>
                <a:cubicBezTo>
                  <a:pt x="1143" y="731"/>
                  <a:pt x="1132" y="767"/>
                  <a:pt x="1118" y="802"/>
                </a:cubicBezTo>
                <a:cubicBezTo>
                  <a:pt x="1103" y="837"/>
                  <a:pt x="1085" y="871"/>
                  <a:pt x="1064" y="902"/>
                </a:cubicBezTo>
                <a:cubicBezTo>
                  <a:pt x="1043" y="934"/>
                  <a:pt x="1019" y="963"/>
                  <a:pt x="992" y="990"/>
                </a:cubicBezTo>
                <a:cubicBezTo>
                  <a:pt x="965" y="1017"/>
                  <a:pt x="936" y="1041"/>
                  <a:pt x="904" y="1062"/>
                </a:cubicBezTo>
                <a:cubicBezTo>
                  <a:pt x="872" y="1085"/>
                  <a:pt x="839" y="1103"/>
                  <a:pt x="804" y="1117"/>
                </a:cubicBezTo>
                <a:cubicBezTo>
                  <a:pt x="769" y="1132"/>
                  <a:pt x="732" y="1143"/>
                  <a:pt x="694" y="1150"/>
                </a:cubicBezTo>
                <a:cubicBezTo>
                  <a:pt x="657" y="1158"/>
                  <a:pt x="619" y="1161"/>
                  <a:pt x="581" y="1161"/>
                </a:cubicBezTo>
                <a:cubicBezTo>
                  <a:pt x="543" y="1161"/>
                  <a:pt x="505" y="1158"/>
                  <a:pt x="467" y="1150"/>
                </a:cubicBezTo>
                <a:cubicBezTo>
                  <a:pt x="430" y="1143"/>
                  <a:pt x="394" y="1132"/>
                  <a:pt x="359" y="1117"/>
                </a:cubicBezTo>
                <a:cubicBezTo>
                  <a:pt x="323" y="1103"/>
                  <a:pt x="290" y="1085"/>
                  <a:pt x="258" y="1062"/>
                </a:cubicBezTo>
                <a:cubicBezTo>
                  <a:pt x="227" y="1041"/>
                  <a:pt x="197" y="1017"/>
                  <a:pt x="170" y="990"/>
                </a:cubicBezTo>
                <a:cubicBezTo>
                  <a:pt x="143" y="963"/>
                  <a:pt x="119" y="934"/>
                  <a:pt x="98" y="902"/>
                </a:cubicBezTo>
                <a:cubicBezTo>
                  <a:pt x="77" y="871"/>
                  <a:pt x="59" y="837"/>
                  <a:pt x="45" y="802"/>
                </a:cubicBezTo>
                <a:cubicBezTo>
                  <a:pt x="30" y="767"/>
                  <a:pt x="19" y="731"/>
                  <a:pt x="12" y="693"/>
                </a:cubicBezTo>
                <a:cubicBezTo>
                  <a:pt x="4" y="656"/>
                  <a:pt x="0" y="618"/>
                  <a:pt x="0" y="580"/>
                </a:cubicBezTo>
                <a:moveTo>
                  <a:pt x="581" y="23"/>
                </a:moveTo>
                <a:cubicBezTo>
                  <a:pt x="544" y="23"/>
                  <a:pt x="508" y="26"/>
                  <a:pt x="472" y="34"/>
                </a:cubicBezTo>
                <a:cubicBezTo>
                  <a:pt x="436" y="41"/>
                  <a:pt x="401" y="51"/>
                  <a:pt x="367" y="65"/>
                </a:cubicBezTo>
                <a:cubicBezTo>
                  <a:pt x="334" y="79"/>
                  <a:pt x="302" y="96"/>
                  <a:pt x="271" y="117"/>
                </a:cubicBezTo>
                <a:cubicBezTo>
                  <a:pt x="241" y="137"/>
                  <a:pt x="213" y="160"/>
                  <a:pt x="187" y="186"/>
                </a:cubicBezTo>
                <a:cubicBezTo>
                  <a:pt x="161" y="212"/>
                  <a:pt x="138" y="240"/>
                  <a:pt x="117" y="270"/>
                </a:cubicBezTo>
                <a:cubicBezTo>
                  <a:pt x="97" y="301"/>
                  <a:pt x="80" y="333"/>
                  <a:pt x="66" y="367"/>
                </a:cubicBezTo>
                <a:cubicBezTo>
                  <a:pt x="52" y="401"/>
                  <a:pt x="41" y="435"/>
                  <a:pt x="34" y="471"/>
                </a:cubicBezTo>
                <a:cubicBezTo>
                  <a:pt x="27" y="507"/>
                  <a:pt x="24" y="543"/>
                  <a:pt x="24" y="580"/>
                </a:cubicBezTo>
                <a:cubicBezTo>
                  <a:pt x="24" y="617"/>
                  <a:pt x="27" y="653"/>
                  <a:pt x="34" y="689"/>
                </a:cubicBezTo>
                <a:cubicBezTo>
                  <a:pt x="41" y="725"/>
                  <a:pt x="52" y="759"/>
                  <a:pt x="66" y="793"/>
                </a:cubicBezTo>
                <a:cubicBezTo>
                  <a:pt x="80" y="827"/>
                  <a:pt x="97" y="859"/>
                  <a:pt x="117" y="889"/>
                </a:cubicBezTo>
                <a:cubicBezTo>
                  <a:pt x="138" y="920"/>
                  <a:pt x="161" y="948"/>
                  <a:pt x="187" y="974"/>
                </a:cubicBezTo>
                <a:cubicBezTo>
                  <a:pt x="213" y="1000"/>
                  <a:pt x="241" y="1023"/>
                  <a:pt x="271" y="1043"/>
                </a:cubicBezTo>
                <a:cubicBezTo>
                  <a:pt x="302" y="1064"/>
                  <a:pt x="334" y="1082"/>
                  <a:pt x="367" y="1096"/>
                </a:cubicBezTo>
                <a:cubicBezTo>
                  <a:pt x="401" y="1110"/>
                  <a:pt x="436" y="1120"/>
                  <a:pt x="472" y="1127"/>
                </a:cubicBezTo>
                <a:cubicBezTo>
                  <a:pt x="508" y="1135"/>
                  <a:pt x="544" y="1138"/>
                  <a:pt x="581" y="1138"/>
                </a:cubicBezTo>
                <a:cubicBezTo>
                  <a:pt x="617" y="1138"/>
                  <a:pt x="653" y="1135"/>
                  <a:pt x="689" y="1127"/>
                </a:cubicBezTo>
                <a:cubicBezTo>
                  <a:pt x="726" y="1120"/>
                  <a:pt x="761" y="1110"/>
                  <a:pt x="795" y="1096"/>
                </a:cubicBezTo>
                <a:cubicBezTo>
                  <a:pt x="829" y="1082"/>
                  <a:pt x="861" y="1064"/>
                  <a:pt x="891" y="1043"/>
                </a:cubicBezTo>
                <a:cubicBezTo>
                  <a:pt x="922" y="1023"/>
                  <a:pt x="950" y="1000"/>
                  <a:pt x="976" y="974"/>
                </a:cubicBezTo>
                <a:cubicBezTo>
                  <a:pt x="1001" y="948"/>
                  <a:pt x="1025" y="920"/>
                  <a:pt x="1045" y="889"/>
                </a:cubicBezTo>
                <a:cubicBezTo>
                  <a:pt x="1065" y="859"/>
                  <a:pt x="1082" y="827"/>
                  <a:pt x="1096" y="793"/>
                </a:cubicBezTo>
                <a:cubicBezTo>
                  <a:pt x="1110" y="759"/>
                  <a:pt x="1121" y="725"/>
                  <a:pt x="1128" y="689"/>
                </a:cubicBezTo>
                <a:cubicBezTo>
                  <a:pt x="1135" y="653"/>
                  <a:pt x="1139" y="617"/>
                  <a:pt x="1139" y="580"/>
                </a:cubicBezTo>
                <a:cubicBezTo>
                  <a:pt x="1139" y="543"/>
                  <a:pt x="1135" y="507"/>
                  <a:pt x="1128" y="471"/>
                </a:cubicBezTo>
                <a:cubicBezTo>
                  <a:pt x="1121" y="435"/>
                  <a:pt x="1110" y="401"/>
                  <a:pt x="1096" y="367"/>
                </a:cubicBezTo>
                <a:cubicBezTo>
                  <a:pt x="1082" y="333"/>
                  <a:pt x="1065" y="301"/>
                  <a:pt x="1045" y="270"/>
                </a:cubicBezTo>
                <a:cubicBezTo>
                  <a:pt x="1025" y="240"/>
                  <a:pt x="1001" y="212"/>
                  <a:pt x="976" y="186"/>
                </a:cubicBezTo>
                <a:cubicBezTo>
                  <a:pt x="950" y="160"/>
                  <a:pt x="922" y="137"/>
                  <a:pt x="891" y="117"/>
                </a:cubicBezTo>
                <a:cubicBezTo>
                  <a:pt x="861" y="96"/>
                  <a:pt x="829" y="79"/>
                  <a:pt x="795" y="65"/>
                </a:cubicBezTo>
                <a:cubicBezTo>
                  <a:pt x="761" y="51"/>
                  <a:pt x="726" y="41"/>
                  <a:pt x="689" y="34"/>
                </a:cubicBezTo>
                <a:cubicBezTo>
                  <a:pt x="653" y="26"/>
                  <a:pt x="617" y="23"/>
                  <a:pt x="581" y="23"/>
                </a:cubicBezTo>
                <a:close/>
              </a:path>
            </a:pathLst>
          </a:custGeom>
          <a:solidFill>
            <a:srgbClr val="4CD137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494" name="圖片 493"/>
          <p:cNvPicPr/>
          <p:nvPr/>
        </p:nvPicPr>
        <p:blipFill>
          <a:blip r:embed="rId6"/>
          <a:stretch>
            <a:fillRect/>
          </a:stretch>
        </p:blipFill>
        <p:spPr>
          <a:xfrm>
            <a:off x="5916600" y="1621080"/>
            <a:ext cx="1918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5" name="文字框 494"/>
          <p:cNvSpPr txBox="1"/>
          <p:nvPr/>
        </p:nvSpPr>
        <p:spPr>
          <a:xfrm>
            <a:off x="6008400" y="960120"/>
            <a:ext cx="14090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主要市场参与者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6" name="文字框 495"/>
          <p:cNvSpPr txBox="1"/>
          <p:nvPr/>
        </p:nvSpPr>
        <p:spPr>
          <a:xfrm>
            <a:off x="6351120" y="1534320"/>
            <a:ext cx="268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京东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7" name="文字框 496"/>
          <p:cNvSpPr txBox="1"/>
          <p:nvPr/>
        </p:nvSpPr>
        <p:spPr>
          <a:xfrm>
            <a:off x="6618600" y="1539000"/>
            <a:ext cx="6094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Coinlink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8" name="任意多邊形 497"/>
          <p:cNvSpPr/>
          <p:nvPr/>
        </p:nvSpPr>
        <p:spPr>
          <a:xfrm>
            <a:off x="5657400" y="2189160"/>
            <a:ext cx="4496040" cy="702360"/>
          </a:xfrm>
          <a:custGeom>
            <a:avLst/>
            <a:gdLst/>
            <a:ahLst/>
            <a:cxnLst/>
            <a:rect l="0" t="0" r="r" b="b"/>
            <a:pathLst>
              <a:path w="12489" h="1951">
                <a:moveTo>
                  <a:pt x="17" y="144"/>
                </a:moveTo>
                <a:cubicBezTo>
                  <a:pt x="29" y="115"/>
                  <a:pt x="46" y="90"/>
                  <a:pt x="68" y="68"/>
                </a:cubicBezTo>
                <a:cubicBezTo>
                  <a:pt x="89" y="47"/>
                  <a:pt x="115" y="30"/>
                  <a:pt x="143" y="18"/>
                </a:cubicBezTo>
                <a:cubicBezTo>
                  <a:pt x="171" y="6"/>
                  <a:pt x="201" y="0"/>
                  <a:pt x="232" y="0"/>
                </a:cubicBezTo>
                <a:lnTo>
                  <a:pt x="12257" y="0"/>
                </a:lnTo>
                <a:cubicBezTo>
                  <a:pt x="12288" y="0"/>
                  <a:pt x="12318" y="6"/>
                  <a:pt x="12346" y="18"/>
                </a:cubicBezTo>
                <a:cubicBezTo>
                  <a:pt x="12375" y="30"/>
                  <a:pt x="12400" y="47"/>
                  <a:pt x="12421" y="68"/>
                </a:cubicBezTo>
                <a:cubicBezTo>
                  <a:pt x="12443" y="90"/>
                  <a:pt x="12460" y="115"/>
                  <a:pt x="12472" y="144"/>
                </a:cubicBezTo>
                <a:cubicBezTo>
                  <a:pt x="12483" y="172"/>
                  <a:pt x="12489" y="202"/>
                  <a:pt x="12489" y="232"/>
                </a:cubicBezTo>
                <a:lnTo>
                  <a:pt x="12489" y="1719"/>
                </a:lnTo>
                <a:cubicBezTo>
                  <a:pt x="12489" y="1750"/>
                  <a:pt x="12483" y="1779"/>
                  <a:pt x="12472" y="1808"/>
                </a:cubicBezTo>
                <a:cubicBezTo>
                  <a:pt x="12460" y="1836"/>
                  <a:pt x="12443" y="1861"/>
                  <a:pt x="12421" y="1883"/>
                </a:cubicBezTo>
                <a:cubicBezTo>
                  <a:pt x="12400" y="1905"/>
                  <a:pt x="12375" y="1922"/>
                  <a:pt x="12346" y="1934"/>
                </a:cubicBezTo>
                <a:cubicBezTo>
                  <a:pt x="12318" y="1945"/>
                  <a:pt x="12288" y="1951"/>
                  <a:pt x="12257" y="1951"/>
                </a:cubicBezTo>
                <a:lnTo>
                  <a:pt x="232" y="1951"/>
                </a:lnTo>
                <a:cubicBezTo>
                  <a:pt x="201" y="1951"/>
                  <a:pt x="171" y="1945"/>
                  <a:pt x="143" y="1934"/>
                </a:cubicBezTo>
                <a:cubicBezTo>
                  <a:pt x="115" y="1922"/>
                  <a:pt x="89" y="1905"/>
                  <a:pt x="68" y="1883"/>
                </a:cubicBezTo>
                <a:cubicBezTo>
                  <a:pt x="46" y="1861"/>
                  <a:pt x="29" y="1836"/>
                  <a:pt x="17" y="1808"/>
                </a:cubicBezTo>
                <a:cubicBezTo>
                  <a:pt x="6" y="1780"/>
                  <a:pt x="0" y="1750"/>
                  <a:pt x="0" y="1719"/>
                </a:cubicBezTo>
                <a:lnTo>
                  <a:pt x="0" y="232"/>
                </a:lnTo>
                <a:cubicBezTo>
                  <a:pt x="0" y="202"/>
                  <a:pt x="6" y="172"/>
                  <a:pt x="17" y="144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9" name="任意多邊形 498"/>
          <p:cNvSpPr/>
          <p:nvPr/>
        </p:nvSpPr>
        <p:spPr>
          <a:xfrm>
            <a:off x="5657400" y="2189160"/>
            <a:ext cx="4496040" cy="702360"/>
          </a:xfrm>
          <a:custGeom>
            <a:avLst/>
            <a:gdLst/>
            <a:ahLst/>
            <a:cxnLst/>
            <a:rect l="0" t="0" r="r" b="b"/>
            <a:pathLst>
              <a:path w="12489" h="1951">
                <a:moveTo>
                  <a:pt x="0" y="1719"/>
                </a:moveTo>
                <a:lnTo>
                  <a:pt x="0" y="232"/>
                </a:lnTo>
                <a:cubicBezTo>
                  <a:pt x="0" y="202"/>
                  <a:pt x="6" y="172"/>
                  <a:pt x="17" y="144"/>
                </a:cubicBezTo>
                <a:cubicBezTo>
                  <a:pt x="29" y="115"/>
                  <a:pt x="46" y="90"/>
                  <a:pt x="68" y="68"/>
                </a:cubicBezTo>
                <a:cubicBezTo>
                  <a:pt x="89" y="47"/>
                  <a:pt x="115" y="30"/>
                  <a:pt x="143" y="18"/>
                </a:cubicBezTo>
                <a:cubicBezTo>
                  <a:pt x="171" y="6"/>
                  <a:pt x="201" y="0"/>
                  <a:pt x="232" y="0"/>
                </a:cubicBezTo>
                <a:lnTo>
                  <a:pt x="12257" y="0"/>
                </a:lnTo>
                <a:cubicBezTo>
                  <a:pt x="12288" y="0"/>
                  <a:pt x="12318" y="6"/>
                  <a:pt x="12346" y="18"/>
                </a:cubicBezTo>
                <a:cubicBezTo>
                  <a:pt x="12375" y="30"/>
                  <a:pt x="12400" y="47"/>
                  <a:pt x="12421" y="68"/>
                </a:cubicBezTo>
                <a:cubicBezTo>
                  <a:pt x="12443" y="90"/>
                  <a:pt x="12460" y="115"/>
                  <a:pt x="12472" y="144"/>
                </a:cubicBezTo>
                <a:cubicBezTo>
                  <a:pt x="12483" y="172"/>
                  <a:pt x="12489" y="202"/>
                  <a:pt x="12489" y="232"/>
                </a:cubicBezTo>
                <a:lnTo>
                  <a:pt x="12489" y="1719"/>
                </a:lnTo>
                <a:cubicBezTo>
                  <a:pt x="12489" y="1750"/>
                  <a:pt x="12483" y="1779"/>
                  <a:pt x="12472" y="1808"/>
                </a:cubicBezTo>
                <a:cubicBezTo>
                  <a:pt x="12460" y="1836"/>
                  <a:pt x="12443" y="1861"/>
                  <a:pt x="12421" y="1883"/>
                </a:cubicBezTo>
                <a:cubicBezTo>
                  <a:pt x="12400" y="1905"/>
                  <a:pt x="12375" y="1922"/>
                  <a:pt x="12346" y="1934"/>
                </a:cubicBezTo>
                <a:cubicBezTo>
                  <a:pt x="12318" y="1945"/>
                  <a:pt x="12288" y="1951"/>
                  <a:pt x="12257" y="1951"/>
                </a:cubicBezTo>
                <a:lnTo>
                  <a:pt x="232" y="1951"/>
                </a:lnTo>
                <a:cubicBezTo>
                  <a:pt x="201" y="1951"/>
                  <a:pt x="171" y="1945"/>
                  <a:pt x="143" y="1934"/>
                </a:cubicBezTo>
                <a:cubicBezTo>
                  <a:pt x="115" y="1922"/>
                  <a:pt x="89" y="1905"/>
                  <a:pt x="68" y="1883"/>
                </a:cubicBezTo>
                <a:cubicBezTo>
                  <a:pt x="46" y="1861"/>
                  <a:pt x="29" y="1836"/>
                  <a:pt x="17" y="1808"/>
                </a:cubicBezTo>
                <a:cubicBezTo>
                  <a:pt x="6" y="1779"/>
                  <a:pt x="0" y="1750"/>
                  <a:pt x="0" y="1719"/>
                </a:cubicBezTo>
                <a:moveTo>
                  <a:pt x="23" y="232"/>
                </a:moveTo>
                <a:lnTo>
                  <a:pt x="23" y="1719"/>
                </a:lnTo>
                <a:cubicBezTo>
                  <a:pt x="23" y="1733"/>
                  <a:pt x="24" y="1746"/>
                  <a:pt x="27" y="1760"/>
                </a:cubicBezTo>
                <a:cubicBezTo>
                  <a:pt x="30" y="1773"/>
                  <a:pt x="34" y="1786"/>
                  <a:pt x="39" y="1799"/>
                </a:cubicBezTo>
                <a:cubicBezTo>
                  <a:pt x="44" y="1812"/>
                  <a:pt x="51" y="1824"/>
                  <a:pt x="58" y="1835"/>
                </a:cubicBezTo>
                <a:cubicBezTo>
                  <a:pt x="66" y="1847"/>
                  <a:pt x="74" y="1857"/>
                  <a:pt x="84" y="1867"/>
                </a:cubicBezTo>
                <a:cubicBezTo>
                  <a:pt x="94" y="1877"/>
                  <a:pt x="104" y="1885"/>
                  <a:pt x="116" y="1893"/>
                </a:cubicBezTo>
                <a:cubicBezTo>
                  <a:pt x="127" y="1900"/>
                  <a:pt x="139" y="1907"/>
                  <a:pt x="152" y="1912"/>
                </a:cubicBezTo>
                <a:cubicBezTo>
                  <a:pt x="165" y="1917"/>
                  <a:pt x="178" y="1921"/>
                  <a:pt x="191" y="1924"/>
                </a:cubicBezTo>
                <a:cubicBezTo>
                  <a:pt x="205" y="1927"/>
                  <a:pt x="218" y="1928"/>
                  <a:pt x="232" y="1928"/>
                </a:cubicBezTo>
                <a:lnTo>
                  <a:pt x="12257" y="1928"/>
                </a:lnTo>
                <a:cubicBezTo>
                  <a:pt x="12271" y="1928"/>
                  <a:pt x="12285" y="1927"/>
                  <a:pt x="12298" y="1924"/>
                </a:cubicBezTo>
                <a:cubicBezTo>
                  <a:pt x="12311" y="1921"/>
                  <a:pt x="12325" y="1917"/>
                  <a:pt x="12337" y="1912"/>
                </a:cubicBezTo>
                <a:cubicBezTo>
                  <a:pt x="12350" y="1907"/>
                  <a:pt x="12362" y="1900"/>
                  <a:pt x="12373" y="1893"/>
                </a:cubicBezTo>
                <a:cubicBezTo>
                  <a:pt x="12385" y="1885"/>
                  <a:pt x="12395" y="1877"/>
                  <a:pt x="12405" y="1867"/>
                </a:cubicBezTo>
                <a:cubicBezTo>
                  <a:pt x="12415" y="1857"/>
                  <a:pt x="12423" y="1847"/>
                  <a:pt x="12431" y="1835"/>
                </a:cubicBezTo>
                <a:cubicBezTo>
                  <a:pt x="12439" y="1824"/>
                  <a:pt x="12445" y="1812"/>
                  <a:pt x="12450" y="1799"/>
                </a:cubicBezTo>
                <a:cubicBezTo>
                  <a:pt x="12455" y="1786"/>
                  <a:pt x="12459" y="1773"/>
                  <a:pt x="12462" y="1760"/>
                </a:cubicBezTo>
                <a:cubicBezTo>
                  <a:pt x="12465" y="1746"/>
                  <a:pt x="12466" y="1733"/>
                  <a:pt x="12466" y="1719"/>
                </a:cubicBezTo>
                <a:lnTo>
                  <a:pt x="12466" y="232"/>
                </a:lnTo>
                <a:cubicBezTo>
                  <a:pt x="12466" y="219"/>
                  <a:pt x="12465" y="205"/>
                  <a:pt x="12462" y="192"/>
                </a:cubicBezTo>
                <a:cubicBezTo>
                  <a:pt x="12459" y="178"/>
                  <a:pt x="12455" y="165"/>
                  <a:pt x="12450" y="153"/>
                </a:cubicBezTo>
                <a:cubicBezTo>
                  <a:pt x="12445" y="140"/>
                  <a:pt x="12439" y="128"/>
                  <a:pt x="12431" y="116"/>
                </a:cubicBezTo>
                <a:cubicBezTo>
                  <a:pt x="12423" y="105"/>
                  <a:pt x="12415" y="94"/>
                  <a:pt x="12405" y="85"/>
                </a:cubicBezTo>
                <a:cubicBezTo>
                  <a:pt x="12395" y="75"/>
                  <a:pt x="12385" y="66"/>
                  <a:pt x="12373" y="59"/>
                </a:cubicBezTo>
                <a:cubicBezTo>
                  <a:pt x="12362" y="51"/>
                  <a:pt x="12350" y="45"/>
                  <a:pt x="12337" y="39"/>
                </a:cubicBezTo>
                <a:cubicBezTo>
                  <a:pt x="12325" y="34"/>
                  <a:pt x="12311" y="30"/>
                  <a:pt x="12298" y="28"/>
                </a:cubicBezTo>
                <a:cubicBezTo>
                  <a:pt x="12285" y="25"/>
                  <a:pt x="12271" y="24"/>
                  <a:pt x="12257" y="24"/>
                </a:cubicBezTo>
                <a:lnTo>
                  <a:pt x="232" y="24"/>
                </a:lnTo>
                <a:cubicBezTo>
                  <a:pt x="218" y="24"/>
                  <a:pt x="205" y="25"/>
                  <a:pt x="191" y="28"/>
                </a:cubicBezTo>
                <a:cubicBezTo>
                  <a:pt x="178" y="30"/>
                  <a:pt x="165" y="34"/>
                  <a:pt x="152" y="39"/>
                </a:cubicBezTo>
                <a:cubicBezTo>
                  <a:pt x="139" y="45"/>
                  <a:pt x="127" y="51"/>
                  <a:pt x="116" y="59"/>
                </a:cubicBezTo>
                <a:cubicBezTo>
                  <a:pt x="104" y="66"/>
                  <a:pt x="94" y="75"/>
                  <a:pt x="84" y="85"/>
                </a:cubicBezTo>
                <a:cubicBezTo>
                  <a:pt x="74" y="94"/>
                  <a:pt x="66" y="105"/>
                  <a:pt x="58" y="116"/>
                </a:cubicBezTo>
                <a:cubicBezTo>
                  <a:pt x="51" y="128"/>
                  <a:pt x="44" y="140"/>
                  <a:pt x="39" y="153"/>
                </a:cubicBezTo>
                <a:cubicBezTo>
                  <a:pt x="34" y="165"/>
                  <a:pt x="30" y="178"/>
                  <a:pt x="27" y="192"/>
                </a:cubicBezTo>
                <a:cubicBezTo>
                  <a:pt x="24" y="205"/>
                  <a:pt x="23" y="219"/>
                  <a:pt x="23" y="2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0" name="任意多邊形 499"/>
          <p:cNvSpPr/>
          <p:nvPr/>
        </p:nvSpPr>
        <p:spPr>
          <a:xfrm>
            <a:off x="5799240" y="2331360"/>
            <a:ext cx="418320" cy="418320"/>
          </a:xfrm>
          <a:custGeom>
            <a:avLst/>
            <a:gdLst/>
            <a:ahLst/>
            <a:cxnLst/>
            <a:rect l="0" t="0" r="r" b="b"/>
            <a:pathLst>
              <a:path w="1162" h="1162">
                <a:moveTo>
                  <a:pt x="12" y="467"/>
                </a:moveTo>
                <a:cubicBezTo>
                  <a:pt x="19" y="430"/>
                  <a:pt x="30" y="393"/>
                  <a:pt x="45" y="358"/>
                </a:cubicBezTo>
                <a:cubicBezTo>
                  <a:pt x="59" y="323"/>
                  <a:pt x="77" y="290"/>
                  <a:pt x="98" y="258"/>
                </a:cubicBezTo>
                <a:cubicBezTo>
                  <a:pt x="119" y="226"/>
                  <a:pt x="143" y="197"/>
                  <a:pt x="170" y="170"/>
                </a:cubicBezTo>
                <a:cubicBezTo>
                  <a:pt x="197" y="143"/>
                  <a:pt x="227" y="119"/>
                  <a:pt x="258" y="98"/>
                </a:cubicBezTo>
                <a:cubicBezTo>
                  <a:pt x="290" y="77"/>
                  <a:pt x="323" y="59"/>
                  <a:pt x="359" y="44"/>
                </a:cubicBezTo>
                <a:cubicBezTo>
                  <a:pt x="394" y="30"/>
                  <a:pt x="430" y="19"/>
                  <a:pt x="467" y="11"/>
                </a:cubicBezTo>
                <a:cubicBezTo>
                  <a:pt x="505" y="4"/>
                  <a:pt x="543" y="0"/>
                  <a:pt x="581" y="0"/>
                </a:cubicBezTo>
                <a:cubicBezTo>
                  <a:pt x="619" y="0"/>
                  <a:pt x="657" y="4"/>
                  <a:pt x="694" y="11"/>
                </a:cubicBezTo>
                <a:cubicBezTo>
                  <a:pt x="732" y="19"/>
                  <a:pt x="769" y="30"/>
                  <a:pt x="804" y="44"/>
                </a:cubicBezTo>
                <a:cubicBezTo>
                  <a:pt x="839" y="59"/>
                  <a:pt x="872" y="77"/>
                  <a:pt x="904" y="98"/>
                </a:cubicBezTo>
                <a:cubicBezTo>
                  <a:pt x="936" y="119"/>
                  <a:pt x="965" y="143"/>
                  <a:pt x="992" y="170"/>
                </a:cubicBezTo>
                <a:cubicBezTo>
                  <a:pt x="1019" y="197"/>
                  <a:pt x="1043" y="226"/>
                  <a:pt x="1064" y="258"/>
                </a:cubicBezTo>
                <a:cubicBezTo>
                  <a:pt x="1085" y="290"/>
                  <a:pt x="1103" y="323"/>
                  <a:pt x="1118" y="358"/>
                </a:cubicBezTo>
                <a:cubicBezTo>
                  <a:pt x="1132" y="393"/>
                  <a:pt x="1143" y="430"/>
                  <a:pt x="1151" y="467"/>
                </a:cubicBezTo>
                <a:cubicBezTo>
                  <a:pt x="1158" y="504"/>
                  <a:pt x="1162" y="542"/>
                  <a:pt x="1162" y="580"/>
                </a:cubicBezTo>
                <a:cubicBezTo>
                  <a:pt x="1162" y="618"/>
                  <a:pt x="1158" y="656"/>
                  <a:pt x="1151" y="693"/>
                </a:cubicBezTo>
                <a:cubicBezTo>
                  <a:pt x="1143" y="731"/>
                  <a:pt x="1132" y="767"/>
                  <a:pt x="1118" y="802"/>
                </a:cubicBezTo>
                <a:cubicBezTo>
                  <a:pt x="1103" y="838"/>
                  <a:pt x="1085" y="871"/>
                  <a:pt x="1064" y="903"/>
                </a:cubicBezTo>
                <a:cubicBezTo>
                  <a:pt x="1043" y="934"/>
                  <a:pt x="1019" y="964"/>
                  <a:pt x="992" y="991"/>
                </a:cubicBezTo>
                <a:cubicBezTo>
                  <a:pt x="965" y="1018"/>
                  <a:pt x="936" y="1042"/>
                  <a:pt x="904" y="1063"/>
                </a:cubicBezTo>
                <a:cubicBezTo>
                  <a:pt x="872" y="1085"/>
                  <a:pt x="839" y="1103"/>
                  <a:pt x="804" y="1117"/>
                </a:cubicBezTo>
                <a:cubicBezTo>
                  <a:pt x="769" y="1132"/>
                  <a:pt x="732" y="1143"/>
                  <a:pt x="694" y="1150"/>
                </a:cubicBezTo>
                <a:cubicBezTo>
                  <a:pt x="657" y="1158"/>
                  <a:pt x="619" y="1162"/>
                  <a:pt x="581" y="1162"/>
                </a:cubicBezTo>
                <a:cubicBezTo>
                  <a:pt x="543" y="1162"/>
                  <a:pt x="505" y="1158"/>
                  <a:pt x="467" y="1150"/>
                </a:cubicBezTo>
                <a:cubicBezTo>
                  <a:pt x="430" y="1143"/>
                  <a:pt x="394" y="1132"/>
                  <a:pt x="359" y="1117"/>
                </a:cubicBezTo>
                <a:cubicBezTo>
                  <a:pt x="323" y="1103"/>
                  <a:pt x="290" y="1085"/>
                  <a:pt x="258" y="1063"/>
                </a:cubicBezTo>
                <a:cubicBezTo>
                  <a:pt x="227" y="1042"/>
                  <a:pt x="197" y="1018"/>
                  <a:pt x="170" y="991"/>
                </a:cubicBezTo>
                <a:cubicBezTo>
                  <a:pt x="143" y="964"/>
                  <a:pt x="119" y="934"/>
                  <a:pt x="98" y="903"/>
                </a:cubicBezTo>
                <a:cubicBezTo>
                  <a:pt x="77" y="871"/>
                  <a:pt x="59" y="838"/>
                  <a:pt x="45" y="802"/>
                </a:cubicBezTo>
                <a:cubicBezTo>
                  <a:pt x="30" y="767"/>
                  <a:pt x="19" y="731"/>
                  <a:pt x="12" y="693"/>
                </a:cubicBezTo>
                <a:cubicBezTo>
                  <a:pt x="4" y="656"/>
                  <a:pt x="0" y="619"/>
                  <a:pt x="0" y="581"/>
                </a:cubicBezTo>
                <a:lnTo>
                  <a:pt x="0" y="580"/>
                </a:lnTo>
                <a:cubicBezTo>
                  <a:pt x="0" y="542"/>
                  <a:pt x="4" y="504"/>
                  <a:pt x="12" y="467"/>
                </a:cubicBezTo>
                <a:close/>
              </a:path>
            </a:pathLst>
          </a:custGeom>
          <a:solidFill>
            <a:srgbClr val="4CD137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1" name="任意多邊形 500"/>
          <p:cNvSpPr/>
          <p:nvPr/>
        </p:nvSpPr>
        <p:spPr>
          <a:xfrm>
            <a:off x="5799240" y="2331360"/>
            <a:ext cx="418320" cy="418320"/>
          </a:xfrm>
          <a:custGeom>
            <a:avLst/>
            <a:gdLst/>
            <a:ahLst/>
            <a:cxnLst/>
            <a:rect l="0" t="0" r="r" b="b"/>
            <a:pathLst>
              <a:path w="1162" h="1162">
                <a:moveTo>
                  <a:pt x="0" y="580"/>
                </a:moveTo>
                <a:cubicBezTo>
                  <a:pt x="0" y="542"/>
                  <a:pt x="4" y="504"/>
                  <a:pt x="12" y="467"/>
                </a:cubicBezTo>
                <a:cubicBezTo>
                  <a:pt x="19" y="430"/>
                  <a:pt x="30" y="393"/>
                  <a:pt x="45" y="358"/>
                </a:cubicBezTo>
                <a:cubicBezTo>
                  <a:pt x="59" y="323"/>
                  <a:pt x="77" y="290"/>
                  <a:pt x="98" y="258"/>
                </a:cubicBezTo>
                <a:cubicBezTo>
                  <a:pt x="119" y="226"/>
                  <a:pt x="143" y="197"/>
                  <a:pt x="170" y="170"/>
                </a:cubicBezTo>
                <a:cubicBezTo>
                  <a:pt x="197" y="143"/>
                  <a:pt x="227" y="119"/>
                  <a:pt x="258" y="98"/>
                </a:cubicBezTo>
                <a:cubicBezTo>
                  <a:pt x="290" y="77"/>
                  <a:pt x="323" y="59"/>
                  <a:pt x="359" y="44"/>
                </a:cubicBezTo>
                <a:cubicBezTo>
                  <a:pt x="394" y="30"/>
                  <a:pt x="430" y="19"/>
                  <a:pt x="467" y="11"/>
                </a:cubicBezTo>
                <a:cubicBezTo>
                  <a:pt x="505" y="4"/>
                  <a:pt x="543" y="0"/>
                  <a:pt x="581" y="0"/>
                </a:cubicBezTo>
                <a:cubicBezTo>
                  <a:pt x="619" y="0"/>
                  <a:pt x="657" y="4"/>
                  <a:pt x="694" y="11"/>
                </a:cubicBezTo>
                <a:cubicBezTo>
                  <a:pt x="732" y="19"/>
                  <a:pt x="769" y="30"/>
                  <a:pt x="804" y="44"/>
                </a:cubicBezTo>
                <a:cubicBezTo>
                  <a:pt x="839" y="59"/>
                  <a:pt x="872" y="77"/>
                  <a:pt x="904" y="98"/>
                </a:cubicBezTo>
                <a:cubicBezTo>
                  <a:pt x="936" y="119"/>
                  <a:pt x="965" y="143"/>
                  <a:pt x="992" y="170"/>
                </a:cubicBezTo>
                <a:cubicBezTo>
                  <a:pt x="1019" y="197"/>
                  <a:pt x="1043" y="226"/>
                  <a:pt x="1064" y="258"/>
                </a:cubicBezTo>
                <a:cubicBezTo>
                  <a:pt x="1085" y="290"/>
                  <a:pt x="1103" y="323"/>
                  <a:pt x="1118" y="358"/>
                </a:cubicBezTo>
                <a:cubicBezTo>
                  <a:pt x="1132" y="393"/>
                  <a:pt x="1143" y="430"/>
                  <a:pt x="1151" y="467"/>
                </a:cubicBezTo>
                <a:cubicBezTo>
                  <a:pt x="1158" y="504"/>
                  <a:pt x="1162" y="542"/>
                  <a:pt x="1162" y="580"/>
                </a:cubicBezTo>
                <a:cubicBezTo>
                  <a:pt x="1162" y="618"/>
                  <a:pt x="1158" y="656"/>
                  <a:pt x="1151" y="693"/>
                </a:cubicBezTo>
                <a:cubicBezTo>
                  <a:pt x="1143" y="731"/>
                  <a:pt x="1132" y="767"/>
                  <a:pt x="1118" y="802"/>
                </a:cubicBezTo>
                <a:cubicBezTo>
                  <a:pt x="1103" y="838"/>
                  <a:pt x="1085" y="871"/>
                  <a:pt x="1064" y="903"/>
                </a:cubicBezTo>
                <a:cubicBezTo>
                  <a:pt x="1043" y="934"/>
                  <a:pt x="1019" y="964"/>
                  <a:pt x="992" y="991"/>
                </a:cubicBezTo>
                <a:cubicBezTo>
                  <a:pt x="965" y="1018"/>
                  <a:pt x="936" y="1042"/>
                  <a:pt x="904" y="1063"/>
                </a:cubicBezTo>
                <a:cubicBezTo>
                  <a:pt x="872" y="1085"/>
                  <a:pt x="839" y="1103"/>
                  <a:pt x="804" y="1117"/>
                </a:cubicBezTo>
                <a:cubicBezTo>
                  <a:pt x="769" y="1132"/>
                  <a:pt x="732" y="1143"/>
                  <a:pt x="694" y="1150"/>
                </a:cubicBezTo>
                <a:cubicBezTo>
                  <a:pt x="657" y="1158"/>
                  <a:pt x="619" y="1162"/>
                  <a:pt x="581" y="1162"/>
                </a:cubicBezTo>
                <a:cubicBezTo>
                  <a:pt x="543" y="1162"/>
                  <a:pt x="505" y="1158"/>
                  <a:pt x="467" y="1150"/>
                </a:cubicBezTo>
                <a:cubicBezTo>
                  <a:pt x="430" y="1143"/>
                  <a:pt x="394" y="1132"/>
                  <a:pt x="359" y="1117"/>
                </a:cubicBezTo>
                <a:cubicBezTo>
                  <a:pt x="323" y="1103"/>
                  <a:pt x="290" y="1085"/>
                  <a:pt x="258" y="1063"/>
                </a:cubicBezTo>
                <a:cubicBezTo>
                  <a:pt x="227" y="1042"/>
                  <a:pt x="197" y="1018"/>
                  <a:pt x="170" y="991"/>
                </a:cubicBezTo>
                <a:cubicBezTo>
                  <a:pt x="143" y="964"/>
                  <a:pt x="119" y="934"/>
                  <a:pt x="98" y="903"/>
                </a:cubicBezTo>
                <a:cubicBezTo>
                  <a:pt x="77" y="871"/>
                  <a:pt x="59" y="838"/>
                  <a:pt x="45" y="802"/>
                </a:cubicBezTo>
                <a:cubicBezTo>
                  <a:pt x="30" y="767"/>
                  <a:pt x="19" y="731"/>
                  <a:pt x="12" y="693"/>
                </a:cubicBezTo>
                <a:cubicBezTo>
                  <a:pt x="4" y="656"/>
                  <a:pt x="0" y="618"/>
                  <a:pt x="0" y="580"/>
                </a:cubicBezTo>
                <a:moveTo>
                  <a:pt x="581" y="23"/>
                </a:moveTo>
                <a:cubicBezTo>
                  <a:pt x="544" y="23"/>
                  <a:pt x="508" y="27"/>
                  <a:pt x="472" y="34"/>
                </a:cubicBezTo>
                <a:cubicBezTo>
                  <a:pt x="436" y="41"/>
                  <a:pt x="401" y="52"/>
                  <a:pt x="367" y="66"/>
                </a:cubicBezTo>
                <a:cubicBezTo>
                  <a:pt x="334" y="80"/>
                  <a:pt x="302" y="97"/>
                  <a:pt x="271" y="117"/>
                </a:cubicBezTo>
                <a:cubicBezTo>
                  <a:pt x="241" y="137"/>
                  <a:pt x="213" y="160"/>
                  <a:pt x="187" y="186"/>
                </a:cubicBezTo>
                <a:cubicBezTo>
                  <a:pt x="161" y="212"/>
                  <a:pt x="138" y="240"/>
                  <a:pt x="117" y="271"/>
                </a:cubicBezTo>
                <a:cubicBezTo>
                  <a:pt x="97" y="301"/>
                  <a:pt x="80" y="333"/>
                  <a:pt x="66" y="367"/>
                </a:cubicBezTo>
                <a:cubicBezTo>
                  <a:pt x="52" y="401"/>
                  <a:pt x="41" y="436"/>
                  <a:pt x="34" y="472"/>
                </a:cubicBezTo>
                <a:cubicBezTo>
                  <a:pt x="27" y="507"/>
                  <a:pt x="24" y="544"/>
                  <a:pt x="24" y="580"/>
                </a:cubicBezTo>
                <a:cubicBezTo>
                  <a:pt x="24" y="617"/>
                  <a:pt x="27" y="653"/>
                  <a:pt x="34" y="689"/>
                </a:cubicBezTo>
                <a:cubicBezTo>
                  <a:pt x="41" y="725"/>
                  <a:pt x="52" y="760"/>
                  <a:pt x="66" y="793"/>
                </a:cubicBezTo>
                <a:cubicBezTo>
                  <a:pt x="80" y="827"/>
                  <a:pt x="97" y="859"/>
                  <a:pt x="117" y="890"/>
                </a:cubicBezTo>
                <a:cubicBezTo>
                  <a:pt x="138" y="920"/>
                  <a:pt x="161" y="948"/>
                  <a:pt x="187" y="974"/>
                </a:cubicBezTo>
                <a:cubicBezTo>
                  <a:pt x="213" y="1000"/>
                  <a:pt x="241" y="1023"/>
                  <a:pt x="271" y="1043"/>
                </a:cubicBezTo>
                <a:cubicBezTo>
                  <a:pt x="302" y="1065"/>
                  <a:pt x="334" y="1082"/>
                  <a:pt x="367" y="1096"/>
                </a:cubicBezTo>
                <a:cubicBezTo>
                  <a:pt x="401" y="1110"/>
                  <a:pt x="436" y="1121"/>
                  <a:pt x="472" y="1128"/>
                </a:cubicBezTo>
                <a:cubicBezTo>
                  <a:pt x="508" y="1135"/>
                  <a:pt x="544" y="1138"/>
                  <a:pt x="581" y="1138"/>
                </a:cubicBezTo>
                <a:cubicBezTo>
                  <a:pt x="617" y="1138"/>
                  <a:pt x="653" y="1135"/>
                  <a:pt x="689" y="1128"/>
                </a:cubicBezTo>
                <a:cubicBezTo>
                  <a:pt x="726" y="1121"/>
                  <a:pt x="761" y="1110"/>
                  <a:pt x="795" y="1096"/>
                </a:cubicBezTo>
                <a:cubicBezTo>
                  <a:pt x="829" y="1082"/>
                  <a:pt x="861" y="1065"/>
                  <a:pt x="891" y="1043"/>
                </a:cubicBezTo>
                <a:cubicBezTo>
                  <a:pt x="922" y="1023"/>
                  <a:pt x="950" y="1000"/>
                  <a:pt x="976" y="974"/>
                </a:cubicBezTo>
                <a:cubicBezTo>
                  <a:pt x="1001" y="948"/>
                  <a:pt x="1025" y="920"/>
                  <a:pt x="1045" y="890"/>
                </a:cubicBezTo>
                <a:cubicBezTo>
                  <a:pt x="1065" y="859"/>
                  <a:pt x="1082" y="827"/>
                  <a:pt x="1096" y="793"/>
                </a:cubicBezTo>
                <a:cubicBezTo>
                  <a:pt x="1110" y="760"/>
                  <a:pt x="1121" y="725"/>
                  <a:pt x="1128" y="689"/>
                </a:cubicBezTo>
                <a:cubicBezTo>
                  <a:pt x="1135" y="653"/>
                  <a:pt x="1139" y="617"/>
                  <a:pt x="1139" y="580"/>
                </a:cubicBezTo>
                <a:cubicBezTo>
                  <a:pt x="1139" y="544"/>
                  <a:pt x="1135" y="507"/>
                  <a:pt x="1128" y="472"/>
                </a:cubicBezTo>
                <a:cubicBezTo>
                  <a:pt x="1121" y="436"/>
                  <a:pt x="1110" y="401"/>
                  <a:pt x="1096" y="367"/>
                </a:cubicBezTo>
                <a:cubicBezTo>
                  <a:pt x="1082" y="333"/>
                  <a:pt x="1065" y="301"/>
                  <a:pt x="1045" y="271"/>
                </a:cubicBezTo>
                <a:cubicBezTo>
                  <a:pt x="1025" y="240"/>
                  <a:pt x="1001" y="212"/>
                  <a:pt x="976" y="186"/>
                </a:cubicBezTo>
                <a:cubicBezTo>
                  <a:pt x="950" y="160"/>
                  <a:pt x="922" y="137"/>
                  <a:pt x="891" y="117"/>
                </a:cubicBezTo>
                <a:cubicBezTo>
                  <a:pt x="861" y="97"/>
                  <a:pt x="829" y="80"/>
                  <a:pt x="795" y="66"/>
                </a:cubicBezTo>
                <a:cubicBezTo>
                  <a:pt x="761" y="52"/>
                  <a:pt x="726" y="41"/>
                  <a:pt x="689" y="34"/>
                </a:cubicBezTo>
                <a:cubicBezTo>
                  <a:pt x="653" y="27"/>
                  <a:pt x="617" y="23"/>
                  <a:pt x="581" y="23"/>
                </a:cubicBezTo>
                <a:close/>
              </a:path>
            </a:pathLst>
          </a:custGeom>
          <a:solidFill>
            <a:srgbClr val="4CD137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502" name="圖片 501"/>
          <p:cNvPicPr/>
          <p:nvPr/>
        </p:nvPicPr>
        <p:blipFill>
          <a:blip r:embed="rId7"/>
          <a:stretch>
            <a:fillRect/>
          </a:stretch>
        </p:blipFill>
        <p:spPr>
          <a:xfrm>
            <a:off x="5924880" y="245700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3" name="文字框 502"/>
          <p:cNvSpPr txBox="1"/>
          <p:nvPr/>
        </p:nvSpPr>
        <p:spPr>
          <a:xfrm>
            <a:off x="6351120" y="1734120"/>
            <a:ext cx="15264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京东集团旗下的虚拟资产平台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4" name="文字框 503"/>
          <p:cNvSpPr txBox="1"/>
          <p:nvPr/>
        </p:nvSpPr>
        <p:spPr>
          <a:xfrm>
            <a:off x="6351120" y="2369880"/>
            <a:ext cx="6714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圆币科技（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5" name="文字框 504"/>
          <p:cNvSpPr txBox="1"/>
          <p:nvPr/>
        </p:nvSpPr>
        <p:spPr>
          <a:xfrm>
            <a:off x="7019640" y="2374560"/>
            <a:ext cx="9525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RD InnoTech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6" name="文字框 505"/>
          <p:cNvSpPr txBox="1"/>
          <p:nvPr/>
        </p:nvSpPr>
        <p:spPr>
          <a:xfrm>
            <a:off x="7950600" y="236988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）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7" name="任意多邊形 506"/>
          <p:cNvSpPr/>
          <p:nvPr/>
        </p:nvSpPr>
        <p:spPr>
          <a:xfrm>
            <a:off x="5657400" y="3025080"/>
            <a:ext cx="4496040" cy="702360"/>
          </a:xfrm>
          <a:custGeom>
            <a:avLst/>
            <a:gdLst/>
            <a:ahLst/>
            <a:cxnLst/>
            <a:rect l="0" t="0" r="r" b="b"/>
            <a:pathLst>
              <a:path w="12489" h="1951">
                <a:moveTo>
                  <a:pt x="17" y="143"/>
                </a:moveTo>
                <a:cubicBezTo>
                  <a:pt x="29" y="114"/>
                  <a:pt x="46" y="89"/>
                  <a:pt x="68" y="68"/>
                </a:cubicBezTo>
                <a:cubicBezTo>
                  <a:pt x="89" y="46"/>
                  <a:pt x="115" y="29"/>
                  <a:pt x="143" y="17"/>
                </a:cubicBezTo>
                <a:cubicBezTo>
                  <a:pt x="171" y="6"/>
                  <a:pt x="201" y="0"/>
                  <a:pt x="232" y="0"/>
                </a:cubicBezTo>
                <a:lnTo>
                  <a:pt x="12257" y="0"/>
                </a:lnTo>
                <a:cubicBezTo>
                  <a:pt x="12288" y="0"/>
                  <a:pt x="12318" y="6"/>
                  <a:pt x="12346" y="17"/>
                </a:cubicBezTo>
                <a:cubicBezTo>
                  <a:pt x="12375" y="29"/>
                  <a:pt x="12400" y="46"/>
                  <a:pt x="12421" y="68"/>
                </a:cubicBezTo>
                <a:cubicBezTo>
                  <a:pt x="12443" y="89"/>
                  <a:pt x="12460" y="114"/>
                  <a:pt x="12472" y="143"/>
                </a:cubicBezTo>
                <a:cubicBezTo>
                  <a:pt x="12483" y="171"/>
                  <a:pt x="12489" y="201"/>
                  <a:pt x="12489" y="232"/>
                </a:cubicBezTo>
                <a:lnTo>
                  <a:pt x="12489" y="1718"/>
                </a:lnTo>
                <a:cubicBezTo>
                  <a:pt x="12489" y="1749"/>
                  <a:pt x="12483" y="1779"/>
                  <a:pt x="12472" y="1807"/>
                </a:cubicBezTo>
                <a:cubicBezTo>
                  <a:pt x="12460" y="1836"/>
                  <a:pt x="12443" y="1861"/>
                  <a:pt x="12421" y="1883"/>
                </a:cubicBezTo>
                <a:cubicBezTo>
                  <a:pt x="12400" y="1904"/>
                  <a:pt x="12375" y="1921"/>
                  <a:pt x="12346" y="1933"/>
                </a:cubicBezTo>
                <a:cubicBezTo>
                  <a:pt x="12318" y="1945"/>
                  <a:pt x="12288" y="1951"/>
                  <a:pt x="12257" y="1951"/>
                </a:cubicBezTo>
                <a:lnTo>
                  <a:pt x="232" y="1951"/>
                </a:lnTo>
                <a:cubicBezTo>
                  <a:pt x="201" y="1951"/>
                  <a:pt x="171" y="1945"/>
                  <a:pt x="143" y="1933"/>
                </a:cubicBezTo>
                <a:cubicBezTo>
                  <a:pt x="115" y="1921"/>
                  <a:pt x="89" y="1904"/>
                  <a:pt x="68" y="1883"/>
                </a:cubicBezTo>
                <a:cubicBezTo>
                  <a:pt x="46" y="1861"/>
                  <a:pt x="29" y="1836"/>
                  <a:pt x="17" y="1807"/>
                </a:cubicBezTo>
                <a:cubicBezTo>
                  <a:pt x="6" y="1779"/>
                  <a:pt x="0" y="1749"/>
                  <a:pt x="0" y="1719"/>
                </a:cubicBezTo>
                <a:lnTo>
                  <a:pt x="0" y="232"/>
                </a:lnTo>
                <a:cubicBezTo>
                  <a:pt x="0" y="201"/>
                  <a:pt x="6" y="171"/>
                  <a:pt x="17" y="143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8" name="任意多邊形 507"/>
          <p:cNvSpPr/>
          <p:nvPr/>
        </p:nvSpPr>
        <p:spPr>
          <a:xfrm>
            <a:off x="5657400" y="3025080"/>
            <a:ext cx="4496040" cy="702360"/>
          </a:xfrm>
          <a:custGeom>
            <a:avLst/>
            <a:gdLst/>
            <a:ahLst/>
            <a:cxnLst/>
            <a:rect l="0" t="0" r="r" b="b"/>
            <a:pathLst>
              <a:path w="12489" h="1951">
                <a:moveTo>
                  <a:pt x="0" y="1718"/>
                </a:moveTo>
                <a:lnTo>
                  <a:pt x="0" y="232"/>
                </a:lnTo>
                <a:cubicBezTo>
                  <a:pt x="0" y="201"/>
                  <a:pt x="6" y="171"/>
                  <a:pt x="17" y="143"/>
                </a:cubicBezTo>
                <a:cubicBezTo>
                  <a:pt x="29" y="114"/>
                  <a:pt x="46" y="89"/>
                  <a:pt x="68" y="68"/>
                </a:cubicBezTo>
                <a:cubicBezTo>
                  <a:pt x="89" y="46"/>
                  <a:pt x="115" y="29"/>
                  <a:pt x="143" y="17"/>
                </a:cubicBezTo>
                <a:cubicBezTo>
                  <a:pt x="171" y="6"/>
                  <a:pt x="201" y="0"/>
                  <a:pt x="232" y="0"/>
                </a:cubicBezTo>
                <a:lnTo>
                  <a:pt x="12257" y="0"/>
                </a:lnTo>
                <a:cubicBezTo>
                  <a:pt x="12288" y="0"/>
                  <a:pt x="12318" y="6"/>
                  <a:pt x="12346" y="17"/>
                </a:cubicBezTo>
                <a:cubicBezTo>
                  <a:pt x="12375" y="29"/>
                  <a:pt x="12400" y="46"/>
                  <a:pt x="12421" y="68"/>
                </a:cubicBezTo>
                <a:cubicBezTo>
                  <a:pt x="12443" y="89"/>
                  <a:pt x="12460" y="114"/>
                  <a:pt x="12472" y="143"/>
                </a:cubicBezTo>
                <a:cubicBezTo>
                  <a:pt x="12483" y="171"/>
                  <a:pt x="12489" y="201"/>
                  <a:pt x="12489" y="232"/>
                </a:cubicBezTo>
                <a:lnTo>
                  <a:pt x="12489" y="1718"/>
                </a:lnTo>
                <a:cubicBezTo>
                  <a:pt x="12489" y="1749"/>
                  <a:pt x="12483" y="1779"/>
                  <a:pt x="12472" y="1807"/>
                </a:cubicBezTo>
                <a:cubicBezTo>
                  <a:pt x="12460" y="1836"/>
                  <a:pt x="12443" y="1861"/>
                  <a:pt x="12421" y="1883"/>
                </a:cubicBezTo>
                <a:cubicBezTo>
                  <a:pt x="12400" y="1904"/>
                  <a:pt x="12375" y="1921"/>
                  <a:pt x="12346" y="1933"/>
                </a:cubicBezTo>
                <a:cubicBezTo>
                  <a:pt x="12318" y="1945"/>
                  <a:pt x="12288" y="1951"/>
                  <a:pt x="12257" y="1951"/>
                </a:cubicBezTo>
                <a:lnTo>
                  <a:pt x="232" y="1951"/>
                </a:lnTo>
                <a:cubicBezTo>
                  <a:pt x="201" y="1951"/>
                  <a:pt x="171" y="1945"/>
                  <a:pt x="143" y="1933"/>
                </a:cubicBezTo>
                <a:cubicBezTo>
                  <a:pt x="115" y="1921"/>
                  <a:pt x="89" y="1904"/>
                  <a:pt x="68" y="1883"/>
                </a:cubicBezTo>
                <a:cubicBezTo>
                  <a:pt x="46" y="1861"/>
                  <a:pt x="29" y="1836"/>
                  <a:pt x="17" y="1807"/>
                </a:cubicBezTo>
                <a:cubicBezTo>
                  <a:pt x="6" y="1779"/>
                  <a:pt x="0" y="1749"/>
                  <a:pt x="0" y="1718"/>
                </a:cubicBezTo>
                <a:moveTo>
                  <a:pt x="23" y="232"/>
                </a:moveTo>
                <a:lnTo>
                  <a:pt x="23" y="1718"/>
                </a:lnTo>
                <a:cubicBezTo>
                  <a:pt x="23" y="1732"/>
                  <a:pt x="24" y="1746"/>
                  <a:pt x="27" y="1759"/>
                </a:cubicBezTo>
                <a:cubicBezTo>
                  <a:pt x="30" y="1773"/>
                  <a:pt x="34" y="1786"/>
                  <a:pt x="39" y="1798"/>
                </a:cubicBezTo>
                <a:cubicBezTo>
                  <a:pt x="44" y="1811"/>
                  <a:pt x="51" y="1823"/>
                  <a:pt x="58" y="1834"/>
                </a:cubicBezTo>
                <a:cubicBezTo>
                  <a:pt x="66" y="1846"/>
                  <a:pt x="74" y="1856"/>
                  <a:pt x="84" y="1866"/>
                </a:cubicBezTo>
                <a:cubicBezTo>
                  <a:pt x="94" y="1876"/>
                  <a:pt x="104" y="1884"/>
                  <a:pt x="116" y="1892"/>
                </a:cubicBezTo>
                <a:cubicBezTo>
                  <a:pt x="127" y="1900"/>
                  <a:pt x="139" y="1906"/>
                  <a:pt x="152" y="1911"/>
                </a:cubicBezTo>
                <a:cubicBezTo>
                  <a:pt x="165" y="1917"/>
                  <a:pt x="178" y="1921"/>
                  <a:pt x="191" y="1923"/>
                </a:cubicBezTo>
                <a:cubicBezTo>
                  <a:pt x="205" y="1926"/>
                  <a:pt x="218" y="1927"/>
                  <a:pt x="232" y="1927"/>
                </a:cubicBezTo>
                <a:lnTo>
                  <a:pt x="12257" y="1927"/>
                </a:lnTo>
                <a:cubicBezTo>
                  <a:pt x="12271" y="1927"/>
                  <a:pt x="12285" y="1926"/>
                  <a:pt x="12298" y="1923"/>
                </a:cubicBezTo>
                <a:cubicBezTo>
                  <a:pt x="12311" y="1921"/>
                  <a:pt x="12325" y="1917"/>
                  <a:pt x="12337" y="1911"/>
                </a:cubicBezTo>
                <a:cubicBezTo>
                  <a:pt x="12350" y="1906"/>
                  <a:pt x="12362" y="1900"/>
                  <a:pt x="12373" y="1892"/>
                </a:cubicBezTo>
                <a:cubicBezTo>
                  <a:pt x="12385" y="1884"/>
                  <a:pt x="12395" y="1876"/>
                  <a:pt x="12405" y="1866"/>
                </a:cubicBezTo>
                <a:cubicBezTo>
                  <a:pt x="12415" y="1856"/>
                  <a:pt x="12423" y="1846"/>
                  <a:pt x="12431" y="1834"/>
                </a:cubicBezTo>
                <a:cubicBezTo>
                  <a:pt x="12439" y="1823"/>
                  <a:pt x="12445" y="1811"/>
                  <a:pt x="12450" y="1798"/>
                </a:cubicBezTo>
                <a:cubicBezTo>
                  <a:pt x="12455" y="1786"/>
                  <a:pt x="12459" y="1773"/>
                  <a:pt x="12462" y="1759"/>
                </a:cubicBezTo>
                <a:cubicBezTo>
                  <a:pt x="12465" y="1746"/>
                  <a:pt x="12466" y="1732"/>
                  <a:pt x="12466" y="1718"/>
                </a:cubicBezTo>
                <a:lnTo>
                  <a:pt x="12466" y="232"/>
                </a:lnTo>
                <a:cubicBezTo>
                  <a:pt x="12466" y="218"/>
                  <a:pt x="12465" y="204"/>
                  <a:pt x="12462" y="191"/>
                </a:cubicBezTo>
                <a:cubicBezTo>
                  <a:pt x="12459" y="178"/>
                  <a:pt x="12455" y="164"/>
                  <a:pt x="12450" y="152"/>
                </a:cubicBezTo>
                <a:cubicBezTo>
                  <a:pt x="12445" y="139"/>
                  <a:pt x="12439" y="127"/>
                  <a:pt x="12431" y="116"/>
                </a:cubicBezTo>
                <a:cubicBezTo>
                  <a:pt x="12423" y="104"/>
                  <a:pt x="12415" y="94"/>
                  <a:pt x="12405" y="84"/>
                </a:cubicBezTo>
                <a:cubicBezTo>
                  <a:pt x="12395" y="74"/>
                  <a:pt x="12385" y="66"/>
                  <a:pt x="12373" y="58"/>
                </a:cubicBezTo>
                <a:cubicBezTo>
                  <a:pt x="12362" y="50"/>
                  <a:pt x="12350" y="44"/>
                  <a:pt x="12337" y="39"/>
                </a:cubicBezTo>
                <a:cubicBezTo>
                  <a:pt x="12325" y="33"/>
                  <a:pt x="12311" y="30"/>
                  <a:pt x="12298" y="27"/>
                </a:cubicBezTo>
                <a:cubicBezTo>
                  <a:pt x="12285" y="24"/>
                  <a:pt x="12271" y="23"/>
                  <a:pt x="12257" y="23"/>
                </a:cubicBezTo>
                <a:lnTo>
                  <a:pt x="232" y="23"/>
                </a:lnTo>
                <a:cubicBezTo>
                  <a:pt x="218" y="23"/>
                  <a:pt x="205" y="24"/>
                  <a:pt x="191" y="27"/>
                </a:cubicBezTo>
                <a:cubicBezTo>
                  <a:pt x="178" y="30"/>
                  <a:pt x="165" y="33"/>
                  <a:pt x="152" y="39"/>
                </a:cubicBezTo>
                <a:cubicBezTo>
                  <a:pt x="139" y="44"/>
                  <a:pt x="127" y="50"/>
                  <a:pt x="116" y="58"/>
                </a:cubicBezTo>
                <a:cubicBezTo>
                  <a:pt x="104" y="66"/>
                  <a:pt x="94" y="74"/>
                  <a:pt x="84" y="84"/>
                </a:cubicBezTo>
                <a:cubicBezTo>
                  <a:pt x="74" y="94"/>
                  <a:pt x="66" y="104"/>
                  <a:pt x="58" y="116"/>
                </a:cubicBezTo>
                <a:cubicBezTo>
                  <a:pt x="51" y="127"/>
                  <a:pt x="44" y="139"/>
                  <a:pt x="39" y="152"/>
                </a:cubicBezTo>
                <a:cubicBezTo>
                  <a:pt x="34" y="164"/>
                  <a:pt x="30" y="178"/>
                  <a:pt x="27" y="191"/>
                </a:cubicBezTo>
                <a:cubicBezTo>
                  <a:pt x="24" y="204"/>
                  <a:pt x="23" y="218"/>
                  <a:pt x="23" y="2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9" name="任意多邊形 508"/>
          <p:cNvSpPr/>
          <p:nvPr/>
        </p:nvSpPr>
        <p:spPr>
          <a:xfrm>
            <a:off x="5799240" y="3166920"/>
            <a:ext cx="418320" cy="418320"/>
          </a:xfrm>
          <a:custGeom>
            <a:avLst/>
            <a:gdLst/>
            <a:ahLst/>
            <a:cxnLst/>
            <a:rect l="0" t="0" r="r" b="b"/>
            <a:pathLst>
              <a:path w="1162" h="1162">
                <a:moveTo>
                  <a:pt x="12" y="467"/>
                </a:moveTo>
                <a:cubicBezTo>
                  <a:pt x="19" y="430"/>
                  <a:pt x="30" y="394"/>
                  <a:pt x="45" y="358"/>
                </a:cubicBezTo>
                <a:cubicBezTo>
                  <a:pt x="59" y="323"/>
                  <a:pt x="77" y="290"/>
                  <a:pt x="98" y="258"/>
                </a:cubicBezTo>
                <a:cubicBezTo>
                  <a:pt x="119" y="226"/>
                  <a:pt x="143" y="197"/>
                  <a:pt x="170" y="170"/>
                </a:cubicBezTo>
                <a:cubicBezTo>
                  <a:pt x="197" y="143"/>
                  <a:pt x="227" y="119"/>
                  <a:pt x="258" y="98"/>
                </a:cubicBezTo>
                <a:cubicBezTo>
                  <a:pt x="290" y="77"/>
                  <a:pt x="323" y="59"/>
                  <a:pt x="359" y="44"/>
                </a:cubicBezTo>
                <a:cubicBezTo>
                  <a:pt x="394" y="30"/>
                  <a:pt x="430" y="19"/>
                  <a:pt x="467" y="11"/>
                </a:cubicBezTo>
                <a:cubicBezTo>
                  <a:pt x="505" y="4"/>
                  <a:pt x="543" y="0"/>
                  <a:pt x="581" y="0"/>
                </a:cubicBezTo>
                <a:cubicBezTo>
                  <a:pt x="619" y="0"/>
                  <a:pt x="657" y="4"/>
                  <a:pt x="694" y="11"/>
                </a:cubicBezTo>
                <a:cubicBezTo>
                  <a:pt x="732" y="19"/>
                  <a:pt x="769" y="30"/>
                  <a:pt x="804" y="44"/>
                </a:cubicBezTo>
                <a:cubicBezTo>
                  <a:pt x="839" y="59"/>
                  <a:pt x="872" y="77"/>
                  <a:pt x="904" y="98"/>
                </a:cubicBezTo>
                <a:cubicBezTo>
                  <a:pt x="936" y="119"/>
                  <a:pt x="965" y="143"/>
                  <a:pt x="992" y="170"/>
                </a:cubicBezTo>
                <a:cubicBezTo>
                  <a:pt x="1019" y="197"/>
                  <a:pt x="1043" y="226"/>
                  <a:pt x="1064" y="258"/>
                </a:cubicBezTo>
                <a:cubicBezTo>
                  <a:pt x="1085" y="290"/>
                  <a:pt x="1103" y="323"/>
                  <a:pt x="1118" y="358"/>
                </a:cubicBezTo>
                <a:cubicBezTo>
                  <a:pt x="1132" y="394"/>
                  <a:pt x="1143" y="430"/>
                  <a:pt x="1151" y="467"/>
                </a:cubicBezTo>
                <a:cubicBezTo>
                  <a:pt x="1158" y="505"/>
                  <a:pt x="1162" y="542"/>
                  <a:pt x="1162" y="581"/>
                </a:cubicBezTo>
                <a:cubicBezTo>
                  <a:pt x="1162" y="619"/>
                  <a:pt x="1158" y="656"/>
                  <a:pt x="1151" y="694"/>
                </a:cubicBezTo>
                <a:cubicBezTo>
                  <a:pt x="1143" y="731"/>
                  <a:pt x="1132" y="767"/>
                  <a:pt x="1118" y="803"/>
                </a:cubicBezTo>
                <a:cubicBezTo>
                  <a:pt x="1103" y="838"/>
                  <a:pt x="1085" y="871"/>
                  <a:pt x="1064" y="903"/>
                </a:cubicBezTo>
                <a:cubicBezTo>
                  <a:pt x="1043" y="935"/>
                  <a:pt x="1019" y="964"/>
                  <a:pt x="992" y="991"/>
                </a:cubicBezTo>
                <a:cubicBezTo>
                  <a:pt x="965" y="1018"/>
                  <a:pt x="936" y="1042"/>
                  <a:pt x="904" y="1064"/>
                </a:cubicBezTo>
                <a:cubicBezTo>
                  <a:pt x="872" y="1085"/>
                  <a:pt x="839" y="1103"/>
                  <a:pt x="804" y="1118"/>
                </a:cubicBezTo>
                <a:cubicBezTo>
                  <a:pt x="769" y="1132"/>
                  <a:pt x="732" y="1143"/>
                  <a:pt x="694" y="1151"/>
                </a:cubicBezTo>
                <a:cubicBezTo>
                  <a:pt x="657" y="1158"/>
                  <a:pt x="619" y="1162"/>
                  <a:pt x="581" y="1162"/>
                </a:cubicBezTo>
                <a:cubicBezTo>
                  <a:pt x="543" y="1162"/>
                  <a:pt x="505" y="1158"/>
                  <a:pt x="467" y="1151"/>
                </a:cubicBezTo>
                <a:cubicBezTo>
                  <a:pt x="430" y="1143"/>
                  <a:pt x="394" y="1132"/>
                  <a:pt x="359" y="1118"/>
                </a:cubicBezTo>
                <a:cubicBezTo>
                  <a:pt x="323" y="1103"/>
                  <a:pt x="290" y="1085"/>
                  <a:pt x="258" y="1064"/>
                </a:cubicBezTo>
                <a:cubicBezTo>
                  <a:pt x="227" y="1042"/>
                  <a:pt x="197" y="1018"/>
                  <a:pt x="170" y="991"/>
                </a:cubicBezTo>
                <a:cubicBezTo>
                  <a:pt x="143" y="964"/>
                  <a:pt x="119" y="935"/>
                  <a:pt x="98" y="903"/>
                </a:cubicBezTo>
                <a:cubicBezTo>
                  <a:pt x="77" y="871"/>
                  <a:pt x="59" y="838"/>
                  <a:pt x="45" y="803"/>
                </a:cubicBezTo>
                <a:cubicBezTo>
                  <a:pt x="30" y="767"/>
                  <a:pt x="19" y="731"/>
                  <a:pt x="12" y="694"/>
                </a:cubicBezTo>
                <a:cubicBezTo>
                  <a:pt x="4" y="657"/>
                  <a:pt x="0" y="619"/>
                  <a:pt x="0" y="581"/>
                </a:cubicBezTo>
                <a:lnTo>
                  <a:pt x="0" y="580"/>
                </a:lnTo>
                <a:cubicBezTo>
                  <a:pt x="0" y="542"/>
                  <a:pt x="4" y="505"/>
                  <a:pt x="12" y="467"/>
                </a:cubicBezTo>
                <a:close/>
              </a:path>
            </a:pathLst>
          </a:custGeom>
          <a:solidFill>
            <a:srgbClr val="4CD137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0" name="任意多邊形 509"/>
          <p:cNvSpPr/>
          <p:nvPr/>
        </p:nvSpPr>
        <p:spPr>
          <a:xfrm>
            <a:off x="5799240" y="3166920"/>
            <a:ext cx="418320" cy="418320"/>
          </a:xfrm>
          <a:custGeom>
            <a:avLst/>
            <a:gdLst/>
            <a:ahLst/>
            <a:cxnLst/>
            <a:rect l="0" t="0" r="r" b="b"/>
            <a:pathLst>
              <a:path w="1162" h="1162">
                <a:moveTo>
                  <a:pt x="0" y="581"/>
                </a:moveTo>
                <a:cubicBezTo>
                  <a:pt x="0" y="542"/>
                  <a:pt x="4" y="505"/>
                  <a:pt x="12" y="467"/>
                </a:cubicBezTo>
                <a:cubicBezTo>
                  <a:pt x="19" y="430"/>
                  <a:pt x="30" y="394"/>
                  <a:pt x="45" y="358"/>
                </a:cubicBezTo>
                <a:cubicBezTo>
                  <a:pt x="59" y="323"/>
                  <a:pt x="77" y="290"/>
                  <a:pt x="98" y="258"/>
                </a:cubicBezTo>
                <a:cubicBezTo>
                  <a:pt x="119" y="226"/>
                  <a:pt x="143" y="197"/>
                  <a:pt x="170" y="170"/>
                </a:cubicBezTo>
                <a:cubicBezTo>
                  <a:pt x="197" y="143"/>
                  <a:pt x="227" y="119"/>
                  <a:pt x="258" y="98"/>
                </a:cubicBezTo>
                <a:cubicBezTo>
                  <a:pt x="290" y="77"/>
                  <a:pt x="323" y="59"/>
                  <a:pt x="359" y="44"/>
                </a:cubicBezTo>
                <a:cubicBezTo>
                  <a:pt x="394" y="30"/>
                  <a:pt x="430" y="19"/>
                  <a:pt x="467" y="11"/>
                </a:cubicBezTo>
                <a:cubicBezTo>
                  <a:pt x="505" y="4"/>
                  <a:pt x="543" y="0"/>
                  <a:pt x="581" y="0"/>
                </a:cubicBezTo>
                <a:cubicBezTo>
                  <a:pt x="619" y="0"/>
                  <a:pt x="657" y="4"/>
                  <a:pt x="694" y="11"/>
                </a:cubicBezTo>
                <a:cubicBezTo>
                  <a:pt x="732" y="19"/>
                  <a:pt x="769" y="30"/>
                  <a:pt x="804" y="44"/>
                </a:cubicBezTo>
                <a:cubicBezTo>
                  <a:pt x="839" y="59"/>
                  <a:pt x="872" y="77"/>
                  <a:pt x="904" y="98"/>
                </a:cubicBezTo>
                <a:cubicBezTo>
                  <a:pt x="936" y="119"/>
                  <a:pt x="965" y="143"/>
                  <a:pt x="992" y="170"/>
                </a:cubicBezTo>
                <a:cubicBezTo>
                  <a:pt x="1019" y="197"/>
                  <a:pt x="1043" y="226"/>
                  <a:pt x="1064" y="258"/>
                </a:cubicBezTo>
                <a:cubicBezTo>
                  <a:pt x="1085" y="290"/>
                  <a:pt x="1103" y="323"/>
                  <a:pt x="1118" y="358"/>
                </a:cubicBezTo>
                <a:cubicBezTo>
                  <a:pt x="1132" y="394"/>
                  <a:pt x="1143" y="430"/>
                  <a:pt x="1151" y="467"/>
                </a:cubicBezTo>
                <a:cubicBezTo>
                  <a:pt x="1158" y="505"/>
                  <a:pt x="1162" y="542"/>
                  <a:pt x="1162" y="581"/>
                </a:cubicBezTo>
                <a:cubicBezTo>
                  <a:pt x="1162" y="619"/>
                  <a:pt x="1158" y="656"/>
                  <a:pt x="1151" y="694"/>
                </a:cubicBezTo>
                <a:cubicBezTo>
                  <a:pt x="1143" y="731"/>
                  <a:pt x="1132" y="767"/>
                  <a:pt x="1118" y="803"/>
                </a:cubicBezTo>
                <a:cubicBezTo>
                  <a:pt x="1103" y="838"/>
                  <a:pt x="1085" y="871"/>
                  <a:pt x="1064" y="903"/>
                </a:cubicBezTo>
                <a:cubicBezTo>
                  <a:pt x="1043" y="935"/>
                  <a:pt x="1019" y="964"/>
                  <a:pt x="992" y="991"/>
                </a:cubicBezTo>
                <a:cubicBezTo>
                  <a:pt x="965" y="1018"/>
                  <a:pt x="936" y="1042"/>
                  <a:pt x="904" y="1064"/>
                </a:cubicBezTo>
                <a:cubicBezTo>
                  <a:pt x="872" y="1085"/>
                  <a:pt x="839" y="1103"/>
                  <a:pt x="804" y="1118"/>
                </a:cubicBezTo>
                <a:cubicBezTo>
                  <a:pt x="769" y="1132"/>
                  <a:pt x="732" y="1143"/>
                  <a:pt x="694" y="1151"/>
                </a:cubicBezTo>
                <a:cubicBezTo>
                  <a:pt x="657" y="1158"/>
                  <a:pt x="619" y="1162"/>
                  <a:pt x="581" y="1162"/>
                </a:cubicBezTo>
                <a:cubicBezTo>
                  <a:pt x="543" y="1162"/>
                  <a:pt x="505" y="1158"/>
                  <a:pt x="467" y="1151"/>
                </a:cubicBezTo>
                <a:cubicBezTo>
                  <a:pt x="430" y="1143"/>
                  <a:pt x="394" y="1132"/>
                  <a:pt x="359" y="1118"/>
                </a:cubicBezTo>
                <a:cubicBezTo>
                  <a:pt x="323" y="1103"/>
                  <a:pt x="290" y="1085"/>
                  <a:pt x="258" y="1064"/>
                </a:cubicBezTo>
                <a:cubicBezTo>
                  <a:pt x="227" y="1042"/>
                  <a:pt x="197" y="1018"/>
                  <a:pt x="170" y="991"/>
                </a:cubicBezTo>
                <a:cubicBezTo>
                  <a:pt x="143" y="964"/>
                  <a:pt x="119" y="935"/>
                  <a:pt x="98" y="903"/>
                </a:cubicBezTo>
                <a:cubicBezTo>
                  <a:pt x="77" y="871"/>
                  <a:pt x="59" y="838"/>
                  <a:pt x="45" y="803"/>
                </a:cubicBezTo>
                <a:cubicBezTo>
                  <a:pt x="30" y="767"/>
                  <a:pt x="19" y="731"/>
                  <a:pt x="12" y="694"/>
                </a:cubicBezTo>
                <a:cubicBezTo>
                  <a:pt x="4" y="656"/>
                  <a:pt x="0" y="619"/>
                  <a:pt x="0" y="581"/>
                </a:cubicBezTo>
                <a:moveTo>
                  <a:pt x="581" y="23"/>
                </a:moveTo>
                <a:cubicBezTo>
                  <a:pt x="544" y="23"/>
                  <a:pt x="508" y="27"/>
                  <a:pt x="472" y="34"/>
                </a:cubicBezTo>
                <a:cubicBezTo>
                  <a:pt x="436" y="41"/>
                  <a:pt x="401" y="52"/>
                  <a:pt x="367" y="66"/>
                </a:cubicBezTo>
                <a:cubicBezTo>
                  <a:pt x="334" y="80"/>
                  <a:pt x="302" y="97"/>
                  <a:pt x="271" y="117"/>
                </a:cubicBezTo>
                <a:cubicBezTo>
                  <a:pt x="241" y="138"/>
                  <a:pt x="213" y="161"/>
                  <a:pt x="187" y="187"/>
                </a:cubicBezTo>
                <a:cubicBezTo>
                  <a:pt x="161" y="213"/>
                  <a:pt x="138" y="241"/>
                  <a:pt x="117" y="271"/>
                </a:cubicBezTo>
                <a:cubicBezTo>
                  <a:pt x="97" y="301"/>
                  <a:pt x="80" y="334"/>
                  <a:pt x="66" y="367"/>
                </a:cubicBezTo>
                <a:cubicBezTo>
                  <a:pt x="52" y="401"/>
                  <a:pt x="41" y="436"/>
                  <a:pt x="34" y="472"/>
                </a:cubicBezTo>
                <a:cubicBezTo>
                  <a:pt x="27" y="508"/>
                  <a:pt x="24" y="544"/>
                  <a:pt x="24" y="581"/>
                </a:cubicBezTo>
                <a:cubicBezTo>
                  <a:pt x="24" y="617"/>
                  <a:pt x="27" y="653"/>
                  <a:pt x="34" y="689"/>
                </a:cubicBezTo>
                <a:cubicBezTo>
                  <a:pt x="41" y="725"/>
                  <a:pt x="52" y="760"/>
                  <a:pt x="66" y="794"/>
                </a:cubicBezTo>
                <a:cubicBezTo>
                  <a:pt x="80" y="828"/>
                  <a:pt x="97" y="860"/>
                  <a:pt x="117" y="890"/>
                </a:cubicBezTo>
                <a:cubicBezTo>
                  <a:pt x="138" y="921"/>
                  <a:pt x="161" y="949"/>
                  <a:pt x="187" y="975"/>
                </a:cubicBezTo>
                <a:cubicBezTo>
                  <a:pt x="213" y="1000"/>
                  <a:pt x="241" y="1023"/>
                  <a:pt x="271" y="1044"/>
                </a:cubicBezTo>
                <a:cubicBezTo>
                  <a:pt x="302" y="1065"/>
                  <a:pt x="334" y="1082"/>
                  <a:pt x="367" y="1096"/>
                </a:cubicBezTo>
                <a:cubicBezTo>
                  <a:pt x="401" y="1110"/>
                  <a:pt x="436" y="1121"/>
                  <a:pt x="472" y="1128"/>
                </a:cubicBezTo>
                <a:cubicBezTo>
                  <a:pt x="508" y="1135"/>
                  <a:pt x="544" y="1139"/>
                  <a:pt x="581" y="1139"/>
                </a:cubicBezTo>
                <a:cubicBezTo>
                  <a:pt x="617" y="1139"/>
                  <a:pt x="653" y="1135"/>
                  <a:pt x="689" y="1128"/>
                </a:cubicBezTo>
                <a:cubicBezTo>
                  <a:pt x="726" y="1121"/>
                  <a:pt x="761" y="1110"/>
                  <a:pt x="795" y="1096"/>
                </a:cubicBezTo>
                <a:cubicBezTo>
                  <a:pt x="829" y="1082"/>
                  <a:pt x="861" y="1065"/>
                  <a:pt x="891" y="1044"/>
                </a:cubicBezTo>
                <a:cubicBezTo>
                  <a:pt x="922" y="1023"/>
                  <a:pt x="950" y="1000"/>
                  <a:pt x="976" y="975"/>
                </a:cubicBezTo>
                <a:cubicBezTo>
                  <a:pt x="1001" y="949"/>
                  <a:pt x="1025" y="921"/>
                  <a:pt x="1045" y="890"/>
                </a:cubicBezTo>
                <a:cubicBezTo>
                  <a:pt x="1065" y="860"/>
                  <a:pt x="1082" y="828"/>
                  <a:pt x="1096" y="794"/>
                </a:cubicBezTo>
                <a:cubicBezTo>
                  <a:pt x="1110" y="760"/>
                  <a:pt x="1121" y="725"/>
                  <a:pt x="1128" y="689"/>
                </a:cubicBezTo>
                <a:cubicBezTo>
                  <a:pt x="1135" y="653"/>
                  <a:pt x="1139" y="617"/>
                  <a:pt x="1139" y="581"/>
                </a:cubicBezTo>
                <a:cubicBezTo>
                  <a:pt x="1139" y="544"/>
                  <a:pt x="1135" y="508"/>
                  <a:pt x="1128" y="472"/>
                </a:cubicBezTo>
                <a:cubicBezTo>
                  <a:pt x="1121" y="436"/>
                  <a:pt x="1110" y="401"/>
                  <a:pt x="1096" y="367"/>
                </a:cubicBezTo>
                <a:cubicBezTo>
                  <a:pt x="1082" y="334"/>
                  <a:pt x="1065" y="301"/>
                  <a:pt x="1045" y="271"/>
                </a:cubicBezTo>
                <a:cubicBezTo>
                  <a:pt x="1025" y="241"/>
                  <a:pt x="1001" y="213"/>
                  <a:pt x="976" y="187"/>
                </a:cubicBezTo>
                <a:cubicBezTo>
                  <a:pt x="950" y="161"/>
                  <a:pt x="922" y="138"/>
                  <a:pt x="891" y="117"/>
                </a:cubicBezTo>
                <a:cubicBezTo>
                  <a:pt x="861" y="97"/>
                  <a:pt x="829" y="80"/>
                  <a:pt x="795" y="66"/>
                </a:cubicBezTo>
                <a:cubicBezTo>
                  <a:pt x="761" y="52"/>
                  <a:pt x="726" y="41"/>
                  <a:pt x="689" y="34"/>
                </a:cubicBezTo>
                <a:cubicBezTo>
                  <a:pt x="653" y="27"/>
                  <a:pt x="617" y="23"/>
                  <a:pt x="581" y="23"/>
                </a:cubicBezTo>
                <a:close/>
              </a:path>
            </a:pathLst>
          </a:custGeom>
          <a:solidFill>
            <a:srgbClr val="4CD137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511" name="圖片 510"/>
          <p:cNvPicPr/>
          <p:nvPr/>
        </p:nvPicPr>
        <p:blipFill>
          <a:blip r:embed="rId8"/>
          <a:stretch>
            <a:fillRect/>
          </a:stretch>
        </p:blipFill>
        <p:spPr>
          <a:xfrm>
            <a:off x="5908320" y="3292560"/>
            <a:ext cx="20844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2" name="文字框 511"/>
          <p:cNvSpPr txBox="1"/>
          <p:nvPr/>
        </p:nvSpPr>
        <p:spPr>
          <a:xfrm>
            <a:off x="6351120" y="2569680"/>
            <a:ext cx="16437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专注于数字资产技术的创新企业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3" name="文字框 512"/>
          <p:cNvSpPr txBox="1"/>
          <p:nvPr/>
        </p:nvSpPr>
        <p:spPr>
          <a:xfrm>
            <a:off x="6351120" y="3205440"/>
            <a:ext cx="9396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渣打银行联合体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4" name="文字框 513"/>
          <p:cNvSpPr txBox="1"/>
          <p:nvPr/>
        </p:nvSpPr>
        <p:spPr>
          <a:xfrm>
            <a:off x="6351120" y="3405600"/>
            <a:ext cx="7048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由渣打银行、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5" name="文字框 514"/>
          <p:cNvSpPr txBox="1"/>
          <p:nvPr/>
        </p:nvSpPr>
        <p:spPr>
          <a:xfrm>
            <a:off x="7053120" y="3409560"/>
            <a:ext cx="9583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Animoca Brands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516" name="圖片 515"/>
          <p:cNvPicPr/>
          <p:nvPr/>
        </p:nvPicPr>
        <p:blipFill>
          <a:blip r:embed="rId9"/>
          <a:stretch>
            <a:fillRect/>
          </a:stretch>
        </p:blipFill>
        <p:spPr>
          <a:xfrm>
            <a:off x="5657400" y="396108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7" name="文字框 516"/>
          <p:cNvSpPr txBox="1"/>
          <p:nvPr/>
        </p:nvSpPr>
        <p:spPr>
          <a:xfrm>
            <a:off x="8007840" y="3405600"/>
            <a:ext cx="1291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和香港电讯组成的联合体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518" name="圖片 517"/>
          <p:cNvPicPr/>
          <p:nvPr/>
        </p:nvPicPr>
        <p:blipFill>
          <a:blip r:embed="rId10"/>
          <a:stretch>
            <a:fillRect/>
          </a:stretch>
        </p:blipFill>
        <p:spPr>
          <a:xfrm>
            <a:off x="5791320" y="4496040"/>
            <a:ext cx="15012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9" name="文字框 518"/>
          <p:cNvSpPr txBox="1"/>
          <p:nvPr/>
        </p:nvSpPr>
        <p:spPr>
          <a:xfrm>
            <a:off x="5958360" y="3935160"/>
            <a:ext cx="8053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发展前景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0" name="文字框 519"/>
          <p:cNvSpPr txBox="1"/>
          <p:nvPr/>
        </p:nvSpPr>
        <p:spPr>
          <a:xfrm>
            <a:off x="6008400" y="4475880"/>
            <a:ext cx="1744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香港新规强调发行商必须持有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1" name="文字框 520"/>
          <p:cNvSpPr txBox="1"/>
          <p:nvPr/>
        </p:nvSpPr>
        <p:spPr>
          <a:xfrm>
            <a:off x="7746840" y="4480560"/>
            <a:ext cx="3841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100%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2" name="文字框 521"/>
          <p:cNvSpPr txBox="1"/>
          <p:nvPr/>
        </p:nvSpPr>
        <p:spPr>
          <a:xfrm>
            <a:off x="8128800" y="4475880"/>
            <a:ext cx="1744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抵押品，并遵守严格合规标准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523" name="圖片 522"/>
          <p:cNvPicPr/>
          <p:nvPr/>
        </p:nvPicPr>
        <p:blipFill>
          <a:blip r:embed="rId11"/>
          <a:stretch>
            <a:fillRect/>
          </a:stretch>
        </p:blipFill>
        <p:spPr>
          <a:xfrm>
            <a:off x="5791320" y="503064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4" name="文字框 523"/>
          <p:cNvSpPr txBox="1"/>
          <p:nvPr/>
        </p:nvSpPr>
        <p:spPr>
          <a:xfrm>
            <a:off x="5857920" y="4743360"/>
            <a:ext cx="21466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有望吸引机构投资者并促进跨境交易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5" name="文字框 524"/>
          <p:cNvSpPr txBox="1"/>
          <p:nvPr/>
        </p:nvSpPr>
        <p:spPr>
          <a:xfrm>
            <a:off x="5991840" y="5010480"/>
            <a:ext cx="40240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通过建立稳健的监管环境，支持稳定币及更广泛数字资产生态系统的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6" name="文字框 525"/>
          <p:cNvSpPr txBox="1"/>
          <p:nvPr/>
        </p:nvSpPr>
        <p:spPr>
          <a:xfrm>
            <a:off x="5991840" y="5211000"/>
            <a:ext cx="537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健康发展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7" name="文字框 526"/>
          <p:cNvSpPr txBox="1"/>
          <p:nvPr/>
        </p:nvSpPr>
        <p:spPr>
          <a:xfrm>
            <a:off x="9442080" y="562896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第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8" name="文字框 527"/>
          <p:cNvSpPr txBox="1"/>
          <p:nvPr/>
        </p:nvSpPr>
        <p:spPr>
          <a:xfrm>
            <a:off x="9576000" y="563364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9" name="文字框 528"/>
          <p:cNvSpPr txBox="1"/>
          <p:nvPr/>
        </p:nvSpPr>
        <p:spPr>
          <a:xfrm>
            <a:off x="9660960" y="562896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页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0" name="文字框 529"/>
          <p:cNvSpPr txBox="1"/>
          <p:nvPr/>
        </p:nvSpPr>
        <p:spPr>
          <a:xfrm>
            <a:off x="9794520" y="563364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/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1" name="文字框 530"/>
          <p:cNvSpPr txBox="1"/>
          <p:nvPr/>
        </p:nvSpPr>
        <p:spPr>
          <a:xfrm>
            <a:off x="9924840" y="562896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共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2" name="文字框 531"/>
          <p:cNvSpPr txBox="1"/>
          <p:nvPr/>
        </p:nvSpPr>
        <p:spPr>
          <a:xfrm>
            <a:off x="10058400" y="5633640"/>
            <a:ext cx="171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15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3" name="文字框 532"/>
          <p:cNvSpPr txBox="1"/>
          <p:nvPr/>
        </p:nvSpPr>
        <p:spPr>
          <a:xfrm>
            <a:off x="10228680" y="562896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页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" name="圖片 533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6320" cy="645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5" name="任意多邊形 534"/>
          <p:cNvSpPr/>
          <p:nvPr/>
        </p:nvSpPr>
        <p:spPr>
          <a:xfrm>
            <a:off x="334080" y="735120"/>
            <a:ext cx="668880" cy="33840"/>
          </a:xfrm>
          <a:custGeom>
            <a:avLst/>
            <a:gdLst/>
            <a:ahLst/>
            <a:cxnLst/>
            <a:rect l="0" t="0" r="r" b="b"/>
            <a:pathLst>
              <a:path w="1858" h="94">
                <a:moveTo>
                  <a:pt x="0" y="0"/>
                </a:moveTo>
                <a:lnTo>
                  <a:pt x="1858" y="0"/>
                </a:lnTo>
                <a:lnTo>
                  <a:pt x="1858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34D3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6" name="任意多邊形 535"/>
          <p:cNvSpPr/>
          <p:nvPr/>
        </p:nvSpPr>
        <p:spPr>
          <a:xfrm>
            <a:off x="334080" y="250560"/>
            <a:ext cx="10028520" cy="6418440"/>
          </a:xfrm>
          <a:custGeom>
            <a:avLst/>
            <a:gdLst/>
            <a:ahLst/>
            <a:cxnLst/>
            <a:rect l="0" t="0" r="r" b="b"/>
            <a:pathLst>
              <a:path w="27857" h="17829">
                <a:moveTo>
                  <a:pt x="27" y="215"/>
                </a:moveTo>
                <a:cubicBezTo>
                  <a:pt x="44" y="172"/>
                  <a:pt x="69" y="135"/>
                  <a:pt x="102" y="102"/>
                </a:cubicBezTo>
                <a:cubicBezTo>
                  <a:pt x="135" y="69"/>
                  <a:pt x="172" y="44"/>
                  <a:pt x="215" y="26"/>
                </a:cubicBezTo>
                <a:cubicBezTo>
                  <a:pt x="258" y="9"/>
                  <a:pt x="302" y="0"/>
                  <a:pt x="348" y="0"/>
                </a:cubicBezTo>
                <a:lnTo>
                  <a:pt x="27508" y="0"/>
                </a:lnTo>
                <a:cubicBezTo>
                  <a:pt x="27555" y="0"/>
                  <a:pt x="27599" y="9"/>
                  <a:pt x="27642" y="26"/>
                </a:cubicBezTo>
                <a:cubicBezTo>
                  <a:pt x="27684" y="44"/>
                  <a:pt x="27722" y="69"/>
                  <a:pt x="27755" y="102"/>
                </a:cubicBezTo>
                <a:cubicBezTo>
                  <a:pt x="27787" y="135"/>
                  <a:pt x="27813" y="172"/>
                  <a:pt x="27830" y="215"/>
                </a:cubicBezTo>
                <a:cubicBezTo>
                  <a:pt x="27848" y="257"/>
                  <a:pt x="27857" y="302"/>
                  <a:pt x="27857" y="348"/>
                </a:cubicBezTo>
                <a:lnTo>
                  <a:pt x="27857" y="17480"/>
                </a:lnTo>
                <a:cubicBezTo>
                  <a:pt x="27857" y="17526"/>
                  <a:pt x="27848" y="17571"/>
                  <a:pt x="27830" y="17614"/>
                </a:cubicBezTo>
                <a:cubicBezTo>
                  <a:pt x="27813" y="17656"/>
                  <a:pt x="27787" y="17694"/>
                  <a:pt x="27755" y="17727"/>
                </a:cubicBezTo>
                <a:cubicBezTo>
                  <a:pt x="27722" y="17759"/>
                  <a:pt x="27684" y="17784"/>
                  <a:pt x="27642" y="17802"/>
                </a:cubicBezTo>
                <a:cubicBezTo>
                  <a:pt x="27599" y="17820"/>
                  <a:pt x="27555" y="17829"/>
                  <a:pt x="27509" y="17829"/>
                </a:cubicBezTo>
                <a:lnTo>
                  <a:pt x="348" y="17829"/>
                </a:lnTo>
                <a:cubicBezTo>
                  <a:pt x="302" y="17829"/>
                  <a:pt x="258" y="17820"/>
                  <a:pt x="215" y="17802"/>
                </a:cubicBezTo>
                <a:cubicBezTo>
                  <a:pt x="172" y="17784"/>
                  <a:pt x="135" y="17759"/>
                  <a:pt x="102" y="17727"/>
                </a:cubicBezTo>
                <a:cubicBezTo>
                  <a:pt x="69" y="17694"/>
                  <a:pt x="44" y="17656"/>
                  <a:pt x="27" y="17614"/>
                </a:cubicBezTo>
                <a:cubicBezTo>
                  <a:pt x="9" y="17571"/>
                  <a:pt x="0" y="17526"/>
                  <a:pt x="0" y="17480"/>
                </a:cubicBezTo>
                <a:lnTo>
                  <a:pt x="0" y="348"/>
                </a:lnTo>
                <a:cubicBezTo>
                  <a:pt x="0" y="302"/>
                  <a:pt x="9" y="257"/>
                  <a:pt x="27" y="215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7" name="任意多邊形 536"/>
          <p:cNvSpPr/>
          <p:nvPr/>
        </p:nvSpPr>
        <p:spPr>
          <a:xfrm>
            <a:off x="334080" y="250560"/>
            <a:ext cx="10028520" cy="6418440"/>
          </a:xfrm>
          <a:custGeom>
            <a:avLst/>
            <a:gdLst/>
            <a:ahLst/>
            <a:cxnLst/>
            <a:rect l="0" t="0" r="r" b="b"/>
            <a:pathLst>
              <a:path w="27857" h="17829">
                <a:moveTo>
                  <a:pt x="0" y="17480"/>
                </a:moveTo>
                <a:lnTo>
                  <a:pt x="0" y="348"/>
                </a:lnTo>
                <a:cubicBezTo>
                  <a:pt x="0" y="302"/>
                  <a:pt x="9" y="257"/>
                  <a:pt x="27" y="215"/>
                </a:cubicBezTo>
                <a:cubicBezTo>
                  <a:pt x="44" y="172"/>
                  <a:pt x="69" y="135"/>
                  <a:pt x="102" y="102"/>
                </a:cubicBezTo>
                <a:cubicBezTo>
                  <a:pt x="135" y="69"/>
                  <a:pt x="172" y="44"/>
                  <a:pt x="215" y="26"/>
                </a:cubicBezTo>
                <a:cubicBezTo>
                  <a:pt x="258" y="9"/>
                  <a:pt x="302" y="0"/>
                  <a:pt x="348" y="0"/>
                </a:cubicBezTo>
                <a:lnTo>
                  <a:pt x="27508" y="0"/>
                </a:lnTo>
                <a:cubicBezTo>
                  <a:pt x="27555" y="0"/>
                  <a:pt x="27599" y="9"/>
                  <a:pt x="27642" y="26"/>
                </a:cubicBezTo>
                <a:cubicBezTo>
                  <a:pt x="27684" y="44"/>
                  <a:pt x="27722" y="69"/>
                  <a:pt x="27755" y="102"/>
                </a:cubicBezTo>
                <a:cubicBezTo>
                  <a:pt x="27787" y="135"/>
                  <a:pt x="27813" y="172"/>
                  <a:pt x="27830" y="215"/>
                </a:cubicBezTo>
                <a:cubicBezTo>
                  <a:pt x="27848" y="257"/>
                  <a:pt x="27857" y="302"/>
                  <a:pt x="27857" y="348"/>
                </a:cubicBezTo>
                <a:lnTo>
                  <a:pt x="27857" y="17480"/>
                </a:lnTo>
                <a:cubicBezTo>
                  <a:pt x="27857" y="17526"/>
                  <a:pt x="27848" y="17571"/>
                  <a:pt x="27830" y="17614"/>
                </a:cubicBezTo>
                <a:cubicBezTo>
                  <a:pt x="27813" y="17656"/>
                  <a:pt x="27787" y="17694"/>
                  <a:pt x="27755" y="17727"/>
                </a:cubicBezTo>
                <a:cubicBezTo>
                  <a:pt x="27722" y="17759"/>
                  <a:pt x="27684" y="17784"/>
                  <a:pt x="27642" y="17802"/>
                </a:cubicBezTo>
                <a:cubicBezTo>
                  <a:pt x="27599" y="17820"/>
                  <a:pt x="27555" y="17829"/>
                  <a:pt x="27508" y="17829"/>
                </a:cubicBezTo>
                <a:lnTo>
                  <a:pt x="348" y="17829"/>
                </a:lnTo>
                <a:cubicBezTo>
                  <a:pt x="302" y="17829"/>
                  <a:pt x="258" y="17820"/>
                  <a:pt x="215" y="17802"/>
                </a:cubicBezTo>
                <a:cubicBezTo>
                  <a:pt x="172" y="17784"/>
                  <a:pt x="135" y="17759"/>
                  <a:pt x="102" y="17727"/>
                </a:cubicBezTo>
                <a:cubicBezTo>
                  <a:pt x="69" y="17694"/>
                  <a:pt x="44" y="17656"/>
                  <a:pt x="27" y="17614"/>
                </a:cubicBezTo>
                <a:cubicBezTo>
                  <a:pt x="9" y="17571"/>
                  <a:pt x="0" y="17526"/>
                  <a:pt x="0" y="17480"/>
                </a:cubicBezTo>
                <a:moveTo>
                  <a:pt x="23" y="348"/>
                </a:moveTo>
                <a:lnTo>
                  <a:pt x="23" y="17480"/>
                </a:lnTo>
                <a:cubicBezTo>
                  <a:pt x="23" y="17502"/>
                  <a:pt x="25" y="17523"/>
                  <a:pt x="29" y="17544"/>
                </a:cubicBezTo>
                <a:cubicBezTo>
                  <a:pt x="34" y="17565"/>
                  <a:pt x="40" y="17585"/>
                  <a:pt x="48" y="17605"/>
                </a:cubicBezTo>
                <a:cubicBezTo>
                  <a:pt x="56" y="17624"/>
                  <a:pt x="66" y="17643"/>
                  <a:pt x="78" y="17661"/>
                </a:cubicBezTo>
                <a:cubicBezTo>
                  <a:pt x="90" y="17679"/>
                  <a:pt x="103" y="17695"/>
                  <a:pt x="118" y="17710"/>
                </a:cubicBezTo>
                <a:cubicBezTo>
                  <a:pt x="134" y="17725"/>
                  <a:pt x="150" y="17739"/>
                  <a:pt x="168" y="17751"/>
                </a:cubicBezTo>
                <a:cubicBezTo>
                  <a:pt x="185" y="17762"/>
                  <a:pt x="204" y="17772"/>
                  <a:pt x="224" y="17781"/>
                </a:cubicBezTo>
                <a:cubicBezTo>
                  <a:pt x="244" y="17789"/>
                  <a:pt x="264" y="17795"/>
                  <a:pt x="285" y="17799"/>
                </a:cubicBezTo>
                <a:cubicBezTo>
                  <a:pt x="306" y="17803"/>
                  <a:pt x="327" y="17805"/>
                  <a:pt x="348" y="17805"/>
                </a:cubicBezTo>
                <a:lnTo>
                  <a:pt x="27508" y="17805"/>
                </a:lnTo>
                <a:cubicBezTo>
                  <a:pt x="27530" y="17805"/>
                  <a:pt x="27551" y="17803"/>
                  <a:pt x="27572" y="17799"/>
                </a:cubicBezTo>
                <a:cubicBezTo>
                  <a:pt x="27593" y="17795"/>
                  <a:pt x="27613" y="17789"/>
                  <a:pt x="27633" y="17781"/>
                </a:cubicBezTo>
                <a:cubicBezTo>
                  <a:pt x="27653" y="17772"/>
                  <a:pt x="27671" y="17762"/>
                  <a:pt x="27689" y="17751"/>
                </a:cubicBezTo>
                <a:cubicBezTo>
                  <a:pt x="27707" y="17739"/>
                  <a:pt x="27723" y="17725"/>
                  <a:pt x="27738" y="17710"/>
                </a:cubicBezTo>
                <a:cubicBezTo>
                  <a:pt x="27753" y="17695"/>
                  <a:pt x="27767" y="17679"/>
                  <a:pt x="27779" y="17661"/>
                </a:cubicBezTo>
                <a:cubicBezTo>
                  <a:pt x="27791" y="17643"/>
                  <a:pt x="27801" y="17624"/>
                  <a:pt x="27809" y="17605"/>
                </a:cubicBezTo>
                <a:cubicBezTo>
                  <a:pt x="27817" y="17585"/>
                  <a:pt x="27823" y="17565"/>
                  <a:pt x="27827" y="17544"/>
                </a:cubicBezTo>
                <a:cubicBezTo>
                  <a:pt x="27831" y="17523"/>
                  <a:pt x="27833" y="17502"/>
                  <a:pt x="27833" y="17480"/>
                </a:cubicBezTo>
                <a:lnTo>
                  <a:pt x="27833" y="348"/>
                </a:lnTo>
                <a:cubicBezTo>
                  <a:pt x="27833" y="327"/>
                  <a:pt x="27831" y="306"/>
                  <a:pt x="27827" y="285"/>
                </a:cubicBezTo>
                <a:cubicBezTo>
                  <a:pt x="27823" y="264"/>
                  <a:pt x="27817" y="243"/>
                  <a:pt x="27809" y="224"/>
                </a:cubicBezTo>
                <a:cubicBezTo>
                  <a:pt x="27801" y="204"/>
                  <a:pt x="27791" y="185"/>
                  <a:pt x="27779" y="168"/>
                </a:cubicBezTo>
                <a:cubicBezTo>
                  <a:pt x="27767" y="150"/>
                  <a:pt x="27753" y="133"/>
                  <a:pt x="27738" y="118"/>
                </a:cubicBezTo>
                <a:cubicBezTo>
                  <a:pt x="27723" y="103"/>
                  <a:pt x="27707" y="90"/>
                  <a:pt x="27689" y="78"/>
                </a:cubicBezTo>
                <a:cubicBezTo>
                  <a:pt x="27671" y="66"/>
                  <a:pt x="27653" y="56"/>
                  <a:pt x="27633" y="48"/>
                </a:cubicBezTo>
                <a:cubicBezTo>
                  <a:pt x="27613" y="40"/>
                  <a:pt x="27593" y="34"/>
                  <a:pt x="27572" y="29"/>
                </a:cubicBezTo>
                <a:cubicBezTo>
                  <a:pt x="27551" y="25"/>
                  <a:pt x="27530" y="23"/>
                  <a:pt x="27508" y="23"/>
                </a:cubicBezTo>
                <a:lnTo>
                  <a:pt x="348" y="23"/>
                </a:lnTo>
                <a:cubicBezTo>
                  <a:pt x="327" y="23"/>
                  <a:pt x="306" y="25"/>
                  <a:pt x="285" y="29"/>
                </a:cubicBezTo>
                <a:cubicBezTo>
                  <a:pt x="264" y="34"/>
                  <a:pt x="244" y="40"/>
                  <a:pt x="224" y="48"/>
                </a:cubicBezTo>
                <a:cubicBezTo>
                  <a:pt x="204" y="56"/>
                  <a:pt x="185" y="66"/>
                  <a:pt x="168" y="78"/>
                </a:cubicBezTo>
                <a:cubicBezTo>
                  <a:pt x="150" y="90"/>
                  <a:pt x="134" y="103"/>
                  <a:pt x="118" y="118"/>
                </a:cubicBezTo>
                <a:cubicBezTo>
                  <a:pt x="103" y="133"/>
                  <a:pt x="90" y="150"/>
                  <a:pt x="78" y="168"/>
                </a:cubicBezTo>
                <a:cubicBezTo>
                  <a:pt x="66" y="185"/>
                  <a:pt x="56" y="204"/>
                  <a:pt x="48" y="224"/>
                </a:cubicBezTo>
                <a:cubicBezTo>
                  <a:pt x="40" y="243"/>
                  <a:pt x="34" y="264"/>
                  <a:pt x="29" y="285"/>
                </a:cubicBezTo>
                <a:cubicBezTo>
                  <a:pt x="25" y="306"/>
                  <a:pt x="23" y="327"/>
                  <a:pt x="23" y="348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8" name="任意多邊形 537"/>
          <p:cNvSpPr/>
          <p:nvPr/>
        </p:nvSpPr>
        <p:spPr>
          <a:xfrm>
            <a:off x="542880" y="5439960"/>
            <a:ext cx="9610560" cy="1019880"/>
          </a:xfrm>
          <a:custGeom>
            <a:avLst/>
            <a:gdLst/>
            <a:ahLst/>
            <a:cxnLst/>
            <a:rect l="0" t="0" r="r" b="b"/>
            <a:pathLst>
              <a:path w="26696" h="2833">
                <a:moveTo>
                  <a:pt x="14" y="115"/>
                </a:moveTo>
                <a:cubicBezTo>
                  <a:pt x="24" y="92"/>
                  <a:pt x="37" y="72"/>
                  <a:pt x="55" y="55"/>
                </a:cubicBezTo>
                <a:cubicBezTo>
                  <a:pt x="72" y="37"/>
                  <a:pt x="92" y="24"/>
                  <a:pt x="115" y="14"/>
                </a:cubicBezTo>
                <a:cubicBezTo>
                  <a:pt x="138" y="5"/>
                  <a:pt x="161" y="0"/>
                  <a:pt x="186" y="0"/>
                </a:cubicBezTo>
                <a:lnTo>
                  <a:pt x="26511" y="0"/>
                </a:lnTo>
                <a:cubicBezTo>
                  <a:pt x="26535" y="0"/>
                  <a:pt x="26559" y="5"/>
                  <a:pt x="26582" y="14"/>
                </a:cubicBezTo>
                <a:cubicBezTo>
                  <a:pt x="26604" y="24"/>
                  <a:pt x="26625" y="37"/>
                  <a:pt x="26642" y="55"/>
                </a:cubicBezTo>
                <a:cubicBezTo>
                  <a:pt x="26659" y="72"/>
                  <a:pt x="26673" y="92"/>
                  <a:pt x="26682" y="115"/>
                </a:cubicBezTo>
                <a:cubicBezTo>
                  <a:pt x="26692" y="138"/>
                  <a:pt x="26696" y="161"/>
                  <a:pt x="26696" y="186"/>
                </a:cubicBezTo>
                <a:lnTo>
                  <a:pt x="26696" y="2647"/>
                </a:lnTo>
                <a:cubicBezTo>
                  <a:pt x="26696" y="2672"/>
                  <a:pt x="26692" y="2696"/>
                  <a:pt x="26682" y="2719"/>
                </a:cubicBezTo>
                <a:cubicBezTo>
                  <a:pt x="26673" y="2741"/>
                  <a:pt x="26659" y="2761"/>
                  <a:pt x="26642" y="2779"/>
                </a:cubicBezTo>
                <a:cubicBezTo>
                  <a:pt x="26625" y="2796"/>
                  <a:pt x="26604" y="2810"/>
                  <a:pt x="26582" y="2819"/>
                </a:cubicBezTo>
                <a:cubicBezTo>
                  <a:pt x="26559" y="2828"/>
                  <a:pt x="26535" y="2833"/>
                  <a:pt x="26511" y="2833"/>
                </a:cubicBezTo>
                <a:lnTo>
                  <a:pt x="186" y="2833"/>
                </a:lnTo>
                <a:cubicBezTo>
                  <a:pt x="161" y="2833"/>
                  <a:pt x="138" y="2828"/>
                  <a:pt x="115" y="2819"/>
                </a:cubicBezTo>
                <a:cubicBezTo>
                  <a:pt x="92" y="2810"/>
                  <a:pt x="72" y="2796"/>
                  <a:pt x="55" y="2779"/>
                </a:cubicBezTo>
                <a:cubicBezTo>
                  <a:pt x="37" y="2761"/>
                  <a:pt x="24" y="2741"/>
                  <a:pt x="14" y="2719"/>
                </a:cubicBezTo>
                <a:cubicBezTo>
                  <a:pt x="5" y="2696"/>
                  <a:pt x="0" y="2672"/>
                  <a:pt x="0" y="2647"/>
                </a:cubicBezTo>
                <a:lnTo>
                  <a:pt x="0" y="186"/>
                </a:lnTo>
                <a:cubicBezTo>
                  <a:pt x="0" y="161"/>
                  <a:pt x="5" y="138"/>
                  <a:pt x="14" y="115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9" name="任意多邊形 538"/>
          <p:cNvSpPr/>
          <p:nvPr/>
        </p:nvSpPr>
        <p:spPr>
          <a:xfrm>
            <a:off x="542880" y="5439960"/>
            <a:ext cx="9610560" cy="1019880"/>
          </a:xfrm>
          <a:custGeom>
            <a:avLst/>
            <a:gdLst/>
            <a:ahLst/>
            <a:cxnLst/>
            <a:rect l="0" t="0" r="r" b="b"/>
            <a:pathLst>
              <a:path w="26696" h="2833">
                <a:moveTo>
                  <a:pt x="0" y="2647"/>
                </a:moveTo>
                <a:lnTo>
                  <a:pt x="0" y="186"/>
                </a:lnTo>
                <a:cubicBezTo>
                  <a:pt x="0" y="161"/>
                  <a:pt x="5" y="138"/>
                  <a:pt x="14" y="115"/>
                </a:cubicBezTo>
                <a:cubicBezTo>
                  <a:pt x="24" y="92"/>
                  <a:pt x="37" y="72"/>
                  <a:pt x="55" y="55"/>
                </a:cubicBezTo>
                <a:cubicBezTo>
                  <a:pt x="72" y="37"/>
                  <a:pt x="92" y="24"/>
                  <a:pt x="115" y="14"/>
                </a:cubicBezTo>
                <a:cubicBezTo>
                  <a:pt x="138" y="5"/>
                  <a:pt x="161" y="0"/>
                  <a:pt x="186" y="0"/>
                </a:cubicBezTo>
                <a:lnTo>
                  <a:pt x="26511" y="0"/>
                </a:lnTo>
                <a:cubicBezTo>
                  <a:pt x="26535" y="0"/>
                  <a:pt x="26559" y="5"/>
                  <a:pt x="26582" y="14"/>
                </a:cubicBezTo>
                <a:cubicBezTo>
                  <a:pt x="26604" y="24"/>
                  <a:pt x="26625" y="37"/>
                  <a:pt x="26642" y="55"/>
                </a:cubicBezTo>
                <a:cubicBezTo>
                  <a:pt x="26659" y="72"/>
                  <a:pt x="26673" y="92"/>
                  <a:pt x="26682" y="115"/>
                </a:cubicBezTo>
                <a:cubicBezTo>
                  <a:pt x="26692" y="138"/>
                  <a:pt x="26696" y="161"/>
                  <a:pt x="26696" y="186"/>
                </a:cubicBezTo>
                <a:lnTo>
                  <a:pt x="26696" y="2647"/>
                </a:lnTo>
                <a:cubicBezTo>
                  <a:pt x="26696" y="2672"/>
                  <a:pt x="26692" y="2696"/>
                  <a:pt x="26682" y="2719"/>
                </a:cubicBezTo>
                <a:cubicBezTo>
                  <a:pt x="26673" y="2741"/>
                  <a:pt x="26659" y="2761"/>
                  <a:pt x="26642" y="2779"/>
                </a:cubicBezTo>
                <a:cubicBezTo>
                  <a:pt x="26625" y="2796"/>
                  <a:pt x="26604" y="2810"/>
                  <a:pt x="26582" y="2819"/>
                </a:cubicBezTo>
                <a:cubicBezTo>
                  <a:pt x="26559" y="2828"/>
                  <a:pt x="26535" y="2833"/>
                  <a:pt x="26511" y="2833"/>
                </a:cubicBezTo>
                <a:lnTo>
                  <a:pt x="186" y="2833"/>
                </a:lnTo>
                <a:cubicBezTo>
                  <a:pt x="161" y="2833"/>
                  <a:pt x="138" y="2828"/>
                  <a:pt x="115" y="2819"/>
                </a:cubicBezTo>
                <a:cubicBezTo>
                  <a:pt x="92" y="2810"/>
                  <a:pt x="72" y="2796"/>
                  <a:pt x="55" y="2779"/>
                </a:cubicBezTo>
                <a:cubicBezTo>
                  <a:pt x="37" y="2761"/>
                  <a:pt x="24" y="2741"/>
                  <a:pt x="14" y="2719"/>
                </a:cubicBezTo>
                <a:cubicBezTo>
                  <a:pt x="5" y="2696"/>
                  <a:pt x="0" y="2672"/>
                  <a:pt x="0" y="2647"/>
                </a:cubicBezTo>
                <a:moveTo>
                  <a:pt x="24" y="186"/>
                </a:moveTo>
                <a:lnTo>
                  <a:pt x="24" y="2647"/>
                </a:lnTo>
                <a:cubicBezTo>
                  <a:pt x="24" y="2658"/>
                  <a:pt x="25" y="2669"/>
                  <a:pt x="27" y="2679"/>
                </a:cubicBezTo>
                <a:cubicBezTo>
                  <a:pt x="29" y="2690"/>
                  <a:pt x="32" y="2700"/>
                  <a:pt x="36" y="2710"/>
                </a:cubicBezTo>
                <a:cubicBezTo>
                  <a:pt x="40" y="2720"/>
                  <a:pt x="45" y="2729"/>
                  <a:pt x="51" y="2738"/>
                </a:cubicBezTo>
                <a:cubicBezTo>
                  <a:pt x="57" y="2747"/>
                  <a:pt x="64" y="2755"/>
                  <a:pt x="71" y="2762"/>
                </a:cubicBezTo>
                <a:cubicBezTo>
                  <a:pt x="79" y="2770"/>
                  <a:pt x="87" y="2777"/>
                  <a:pt x="96" y="2783"/>
                </a:cubicBezTo>
                <a:cubicBezTo>
                  <a:pt x="105" y="2789"/>
                  <a:pt x="114" y="2794"/>
                  <a:pt x="124" y="2798"/>
                </a:cubicBezTo>
                <a:cubicBezTo>
                  <a:pt x="134" y="2802"/>
                  <a:pt x="144" y="2805"/>
                  <a:pt x="154" y="2807"/>
                </a:cubicBezTo>
                <a:cubicBezTo>
                  <a:pt x="165" y="2809"/>
                  <a:pt x="175" y="2810"/>
                  <a:pt x="186" y="2810"/>
                </a:cubicBezTo>
                <a:lnTo>
                  <a:pt x="26511" y="2810"/>
                </a:lnTo>
                <a:cubicBezTo>
                  <a:pt x="26521" y="2810"/>
                  <a:pt x="26532" y="2809"/>
                  <a:pt x="26542" y="2807"/>
                </a:cubicBezTo>
                <a:cubicBezTo>
                  <a:pt x="26553" y="2805"/>
                  <a:pt x="26563" y="2802"/>
                  <a:pt x="26573" y="2798"/>
                </a:cubicBezTo>
                <a:cubicBezTo>
                  <a:pt x="26583" y="2794"/>
                  <a:pt x="26592" y="2789"/>
                  <a:pt x="26601" y="2783"/>
                </a:cubicBezTo>
                <a:cubicBezTo>
                  <a:pt x="26610" y="2777"/>
                  <a:pt x="26618" y="2770"/>
                  <a:pt x="26626" y="2762"/>
                </a:cubicBezTo>
                <a:cubicBezTo>
                  <a:pt x="26633" y="2755"/>
                  <a:pt x="26640" y="2747"/>
                  <a:pt x="26646" y="2738"/>
                </a:cubicBezTo>
                <a:cubicBezTo>
                  <a:pt x="26652" y="2729"/>
                  <a:pt x="26657" y="2720"/>
                  <a:pt x="26661" y="2710"/>
                </a:cubicBezTo>
                <a:cubicBezTo>
                  <a:pt x="26665" y="2700"/>
                  <a:pt x="26668" y="2690"/>
                  <a:pt x="26670" y="2679"/>
                </a:cubicBezTo>
                <a:cubicBezTo>
                  <a:pt x="26672" y="2669"/>
                  <a:pt x="26673" y="2658"/>
                  <a:pt x="26673" y="2647"/>
                </a:cubicBezTo>
                <a:lnTo>
                  <a:pt x="26673" y="186"/>
                </a:lnTo>
                <a:cubicBezTo>
                  <a:pt x="26673" y="175"/>
                  <a:pt x="26672" y="165"/>
                  <a:pt x="26670" y="154"/>
                </a:cubicBezTo>
                <a:cubicBezTo>
                  <a:pt x="26668" y="144"/>
                  <a:pt x="26665" y="134"/>
                  <a:pt x="26661" y="124"/>
                </a:cubicBezTo>
                <a:cubicBezTo>
                  <a:pt x="26657" y="114"/>
                  <a:pt x="26652" y="104"/>
                  <a:pt x="26646" y="96"/>
                </a:cubicBezTo>
                <a:cubicBezTo>
                  <a:pt x="26640" y="87"/>
                  <a:pt x="26633" y="79"/>
                  <a:pt x="26626" y="71"/>
                </a:cubicBezTo>
                <a:cubicBezTo>
                  <a:pt x="26618" y="63"/>
                  <a:pt x="26610" y="57"/>
                  <a:pt x="26601" y="51"/>
                </a:cubicBezTo>
                <a:cubicBezTo>
                  <a:pt x="26592" y="45"/>
                  <a:pt x="26583" y="40"/>
                  <a:pt x="26573" y="36"/>
                </a:cubicBezTo>
                <a:cubicBezTo>
                  <a:pt x="26563" y="32"/>
                  <a:pt x="26553" y="29"/>
                  <a:pt x="26542" y="27"/>
                </a:cubicBezTo>
                <a:cubicBezTo>
                  <a:pt x="26532" y="24"/>
                  <a:pt x="26521" y="23"/>
                  <a:pt x="26511" y="23"/>
                </a:cubicBezTo>
                <a:lnTo>
                  <a:pt x="186" y="23"/>
                </a:lnTo>
                <a:cubicBezTo>
                  <a:pt x="175" y="23"/>
                  <a:pt x="165" y="24"/>
                  <a:pt x="154" y="27"/>
                </a:cubicBezTo>
                <a:cubicBezTo>
                  <a:pt x="144" y="29"/>
                  <a:pt x="134" y="32"/>
                  <a:pt x="124" y="36"/>
                </a:cubicBezTo>
                <a:cubicBezTo>
                  <a:pt x="114" y="40"/>
                  <a:pt x="105" y="45"/>
                  <a:pt x="96" y="51"/>
                </a:cubicBezTo>
                <a:cubicBezTo>
                  <a:pt x="87" y="57"/>
                  <a:pt x="79" y="63"/>
                  <a:pt x="71" y="71"/>
                </a:cubicBezTo>
                <a:cubicBezTo>
                  <a:pt x="64" y="79"/>
                  <a:pt x="57" y="87"/>
                  <a:pt x="51" y="96"/>
                </a:cubicBezTo>
                <a:cubicBezTo>
                  <a:pt x="45" y="104"/>
                  <a:pt x="40" y="114"/>
                  <a:pt x="36" y="124"/>
                </a:cubicBezTo>
                <a:cubicBezTo>
                  <a:pt x="32" y="134"/>
                  <a:pt x="29" y="144"/>
                  <a:pt x="27" y="154"/>
                </a:cubicBezTo>
                <a:cubicBezTo>
                  <a:pt x="25" y="165"/>
                  <a:pt x="24" y="175"/>
                  <a:pt x="24" y="186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0" name="文字框 539"/>
          <p:cNvSpPr txBox="1"/>
          <p:nvPr/>
        </p:nvSpPr>
        <p:spPr>
          <a:xfrm>
            <a:off x="334440" y="312120"/>
            <a:ext cx="2702880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37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香港稳定币监管框架</a:t>
            </a:r>
            <a:endParaRPr lang="en-US" sz="23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1" name="文字框 540"/>
          <p:cNvSpPr txBox="1"/>
          <p:nvPr/>
        </p:nvSpPr>
        <p:spPr>
          <a:xfrm>
            <a:off x="543240" y="482040"/>
            <a:ext cx="48286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中国香港正致力于成为全球领先的虚拟资产中心，其稳定币监管策略体现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2" name="文字框 541"/>
          <p:cNvSpPr txBox="1"/>
          <p:nvPr/>
        </p:nvSpPr>
        <p:spPr>
          <a:xfrm>
            <a:off x="5356800" y="487080"/>
            <a:ext cx="1501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"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3" name="文字框 542"/>
          <p:cNvSpPr txBox="1"/>
          <p:nvPr/>
        </p:nvSpPr>
        <p:spPr>
          <a:xfrm>
            <a:off x="5425920" y="482040"/>
            <a:ext cx="13586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相同风险、相同监管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4" name="文字框 543"/>
          <p:cNvSpPr txBox="1"/>
          <p:nvPr/>
        </p:nvSpPr>
        <p:spPr>
          <a:xfrm>
            <a:off x="6779520" y="487080"/>
            <a:ext cx="1501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"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5" name="文字框 544"/>
          <p:cNvSpPr txBox="1"/>
          <p:nvPr/>
        </p:nvSpPr>
        <p:spPr>
          <a:xfrm>
            <a:off x="6848640" y="482040"/>
            <a:ext cx="31690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原则，旨在建立明确、稳健且有利于创新的监管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6" name="任意多邊形 545"/>
          <p:cNvSpPr/>
          <p:nvPr/>
        </p:nvSpPr>
        <p:spPr>
          <a:xfrm>
            <a:off x="542880" y="1127880"/>
            <a:ext cx="3067560" cy="2122920"/>
          </a:xfrm>
          <a:custGeom>
            <a:avLst/>
            <a:gdLst/>
            <a:ahLst/>
            <a:cxnLst/>
            <a:rect l="0" t="0" r="r" b="b"/>
            <a:pathLst>
              <a:path w="8521" h="5897">
                <a:moveTo>
                  <a:pt x="22" y="172"/>
                </a:moveTo>
                <a:cubicBezTo>
                  <a:pt x="36" y="138"/>
                  <a:pt x="56" y="108"/>
                  <a:pt x="82" y="82"/>
                </a:cubicBezTo>
                <a:cubicBezTo>
                  <a:pt x="108" y="56"/>
                  <a:pt x="138" y="36"/>
                  <a:pt x="172" y="21"/>
                </a:cubicBezTo>
                <a:cubicBezTo>
                  <a:pt x="206" y="7"/>
                  <a:pt x="242" y="0"/>
                  <a:pt x="279" y="0"/>
                </a:cubicBezTo>
                <a:lnTo>
                  <a:pt x="8242" y="0"/>
                </a:lnTo>
                <a:cubicBezTo>
                  <a:pt x="8279" y="0"/>
                  <a:pt x="8314" y="7"/>
                  <a:pt x="8349" y="21"/>
                </a:cubicBezTo>
                <a:cubicBezTo>
                  <a:pt x="8383" y="36"/>
                  <a:pt x="8413" y="56"/>
                  <a:pt x="8439" y="82"/>
                </a:cubicBezTo>
                <a:cubicBezTo>
                  <a:pt x="8465" y="108"/>
                  <a:pt x="8485" y="138"/>
                  <a:pt x="8499" y="172"/>
                </a:cubicBezTo>
                <a:cubicBezTo>
                  <a:pt x="8513" y="206"/>
                  <a:pt x="8521" y="242"/>
                  <a:pt x="8521" y="279"/>
                </a:cubicBezTo>
                <a:lnTo>
                  <a:pt x="8521" y="5618"/>
                </a:lnTo>
                <a:cubicBezTo>
                  <a:pt x="8521" y="5655"/>
                  <a:pt x="8513" y="5690"/>
                  <a:pt x="8499" y="5725"/>
                </a:cubicBezTo>
                <a:cubicBezTo>
                  <a:pt x="8485" y="5760"/>
                  <a:pt x="8465" y="5790"/>
                  <a:pt x="8439" y="5816"/>
                </a:cubicBezTo>
                <a:cubicBezTo>
                  <a:pt x="8413" y="5842"/>
                  <a:pt x="8383" y="5862"/>
                  <a:pt x="8349" y="5876"/>
                </a:cubicBezTo>
                <a:cubicBezTo>
                  <a:pt x="8314" y="5890"/>
                  <a:pt x="8279" y="5897"/>
                  <a:pt x="8242" y="5897"/>
                </a:cubicBezTo>
                <a:lnTo>
                  <a:pt x="279" y="5897"/>
                </a:lnTo>
                <a:cubicBezTo>
                  <a:pt x="242" y="5897"/>
                  <a:pt x="206" y="5890"/>
                  <a:pt x="172" y="5876"/>
                </a:cubicBezTo>
                <a:cubicBezTo>
                  <a:pt x="138" y="5862"/>
                  <a:pt x="108" y="5842"/>
                  <a:pt x="82" y="5816"/>
                </a:cubicBezTo>
                <a:cubicBezTo>
                  <a:pt x="56" y="5790"/>
                  <a:pt x="36" y="5760"/>
                  <a:pt x="22" y="5725"/>
                </a:cubicBezTo>
                <a:cubicBezTo>
                  <a:pt x="7" y="5690"/>
                  <a:pt x="0" y="5655"/>
                  <a:pt x="0" y="5618"/>
                </a:cubicBezTo>
                <a:lnTo>
                  <a:pt x="0" y="279"/>
                </a:lnTo>
                <a:cubicBezTo>
                  <a:pt x="0" y="242"/>
                  <a:pt x="7" y="206"/>
                  <a:pt x="22" y="172"/>
                </a:cubicBezTo>
                <a:close/>
              </a:path>
            </a:pathLst>
          </a:custGeom>
          <a:solidFill>
            <a:srgbClr val="FFFFFF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7" name="任意多邊形 546"/>
          <p:cNvSpPr/>
          <p:nvPr/>
        </p:nvSpPr>
        <p:spPr>
          <a:xfrm>
            <a:off x="542880" y="1127880"/>
            <a:ext cx="3067560" cy="2122920"/>
          </a:xfrm>
          <a:custGeom>
            <a:avLst/>
            <a:gdLst/>
            <a:ahLst/>
            <a:cxnLst/>
            <a:rect l="0" t="0" r="r" b="b"/>
            <a:pathLst>
              <a:path w="8521" h="5897">
                <a:moveTo>
                  <a:pt x="0" y="5618"/>
                </a:moveTo>
                <a:lnTo>
                  <a:pt x="0" y="279"/>
                </a:lnTo>
                <a:cubicBezTo>
                  <a:pt x="0" y="242"/>
                  <a:pt x="7" y="206"/>
                  <a:pt x="22" y="172"/>
                </a:cubicBezTo>
                <a:cubicBezTo>
                  <a:pt x="36" y="138"/>
                  <a:pt x="56" y="108"/>
                  <a:pt x="82" y="82"/>
                </a:cubicBezTo>
                <a:cubicBezTo>
                  <a:pt x="108" y="56"/>
                  <a:pt x="138" y="36"/>
                  <a:pt x="172" y="21"/>
                </a:cubicBezTo>
                <a:cubicBezTo>
                  <a:pt x="206" y="7"/>
                  <a:pt x="242" y="0"/>
                  <a:pt x="279" y="0"/>
                </a:cubicBezTo>
                <a:lnTo>
                  <a:pt x="8242" y="0"/>
                </a:lnTo>
                <a:cubicBezTo>
                  <a:pt x="8279" y="0"/>
                  <a:pt x="8314" y="7"/>
                  <a:pt x="8349" y="21"/>
                </a:cubicBezTo>
                <a:cubicBezTo>
                  <a:pt x="8383" y="36"/>
                  <a:pt x="8413" y="56"/>
                  <a:pt x="8439" y="82"/>
                </a:cubicBezTo>
                <a:cubicBezTo>
                  <a:pt x="8465" y="108"/>
                  <a:pt x="8485" y="138"/>
                  <a:pt x="8499" y="172"/>
                </a:cubicBezTo>
                <a:cubicBezTo>
                  <a:pt x="8513" y="206"/>
                  <a:pt x="8521" y="242"/>
                  <a:pt x="8521" y="279"/>
                </a:cubicBezTo>
                <a:lnTo>
                  <a:pt x="8521" y="5618"/>
                </a:lnTo>
                <a:cubicBezTo>
                  <a:pt x="8521" y="5655"/>
                  <a:pt x="8513" y="5690"/>
                  <a:pt x="8499" y="5725"/>
                </a:cubicBezTo>
                <a:cubicBezTo>
                  <a:pt x="8485" y="5760"/>
                  <a:pt x="8465" y="5790"/>
                  <a:pt x="8439" y="5816"/>
                </a:cubicBezTo>
                <a:cubicBezTo>
                  <a:pt x="8413" y="5842"/>
                  <a:pt x="8383" y="5862"/>
                  <a:pt x="8349" y="5876"/>
                </a:cubicBezTo>
                <a:cubicBezTo>
                  <a:pt x="8314" y="5890"/>
                  <a:pt x="8279" y="5897"/>
                  <a:pt x="8242" y="5897"/>
                </a:cubicBezTo>
                <a:lnTo>
                  <a:pt x="279" y="5897"/>
                </a:lnTo>
                <a:cubicBezTo>
                  <a:pt x="242" y="5897"/>
                  <a:pt x="206" y="5890"/>
                  <a:pt x="172" y="5876"/>
                </a:cubicBezTo>
                <a:cubicBezTo>
                  <a:pt x="138" y="5862"/>
                  <a:pt x="108" y="5842"/>
                  <a:pt x="82" y="5816"/>
                </a:cubicBezTo>
                <a:cubicBezTo>
                  <a:pt x="56" y="5790"/>
                  <a:pt x="36" y="5760"/>
                  <a:pt x="22" y="5725"/>
                </a:cubicBezTo>
                <a:cubicBezTo>
                  <a:pt x="7" y="5690"/>
                  <a:pt x="0" y="5655"/>
                  <a:pt x="0" y="5618"/>
                </a:cubicBezTo>
                <a:moveTo>
                  <a:pt x="24" y="279"/>
                </a:moveTo>
                <a:lnTo>
                  <a:pt x="24" y="5618"/>
                </a:lnTo>
                <a:cubicBezTo>
                  <a:pt x="24" y="5635"/>
                  <a:pt x="25" y="5651"/>
                  <a:pt x="28" y="5668"/>
                </a:cubicBezTo>
                <a:cubicBezTo>
                  <a:pt x="32" y="5684"/>
                  <a:pt x="37" y="5700"/>
                  <a:pt x="43" y="5717"/>
                </a:cubicBezTo>
                <a:cubicBezTo>
                  <a:pt x="49" y="5732"/>
                  <a:pt x="57" y="5747"/>
                  <a:pt x="67" y="5761"/>
                </a:cubicBezTo>
                <a:cubicBezTo>
                  <a:pt x="76" y="5775"/>
                  <a:pt x="86" y="5788"/>
                  <a:pt x="98" y="5799"/>
                </a:cubicBezTo>
                <a:cubicBezTo>
                  <a:pt x="110" y="5811"/>
                  <a:pt x="123" y="5822"/>
                  <a:pt x="137" y="5831"/>
                </a:cubicBezTo>
                <a:cubicBezTo>
                  <a:pt x="151" y="5840"/>
                  <a:pt x="166" y="5848"/>
                  <a:pt x="181" y="5855"/>
                </a:cubicBezTo>
                <a:cubicBezTo>
                  <a:pt x="197" y="5861"/>
                  <a:pt x="213" y="5866"/>
                  <a:pt x="229" y="5869"/>
                </a:cubicBezTo>
                <a:cubicBezTo>
                  <a:pt x="246" y="5873"/>
                  <a:pt x="262" y="5874"/>
                  <a:pt x="279" y="5874"/>
                </a:cubicBezTo>
                <a:lnTo>
                  <a:pt x="8242" y="5874"/>
                </a:lnTo>
                <a:cubicBezTo>
                  <a:pt x="8259" y="5874"/>
                  <a:pt x="8275" y="5873"/>
                  <a:pt x="8292" y="5869"/>
                </a:cubicBezTo>
                <a:cubicBezTo>
                  <a:pt x="8308" y="5866"/>
                  <a:pt x="8324" y="5861"/>
                  <a:pt x="8340" y="5855"/>
                </a:cubicBezTo>
                <a:cubicBezTo>
                  <a:pt x="8355" y="5848"/>
                  <a:pt x="8370" y="5840"/>
                  <a:pt x="8384" y="5831"/>
                </a:cubicBezTo>
                <a:cubicBezTo>
                  <a:pt x="8398" y="5822"/>
                  <a:pt x="8411" y="5811"/>
                  <a:pt x="8423" y="5799"/>
                </a:cubicBezTo>
                <a:cubicBezTo>
                  <a:pt x="8434" y="5788"/>
                  <a:pt x="8445" y="5775"/>
                  <a:pt x="8454" y="5761"/>
                </a:cubicBezTo>
                <a:cubicBezTo>
                  <a:pt x="8464" y="5747"/>
                  <a:pt x="8471" y="5732"/>
                  <a:pt x="8478" y="5717"/>
                </a:cubicBezTo>
                <a:cubicBezTo>
                  <a:pt x="8484" y="5700"/>
                  <a:pt x="8489" y="5684"/>
                  <a:pt x="8492" y="5668"/>
                </a:cubicBezTo>
                <a:cubicBezTo>
                  <a:pt x="8496" y="5651"/>
                  <a:pt x="8497" y="5635"/>
                  <a:pt x="8497" y="5618"/>
                </a:cubicBezTo>
                <a:lnTo>
                  <a:pt x="8497" y="279"/>
                </a:lnTo>
                <a:cubicBezTo>
                  <a:pt x="8497" y="262"/>
                  <a:pt x="8496" y="245"/>
                  <a:pt x="8492" y="229"/>
                </a:cubicBezTo>
                <a:cubicBezTo>
                  <a:pt x="8489" y="213"/>
                  <a:pt x="8484" y="197"/>
                  <a:pt x="8478" y="181"/>
                </a:cubicBezTo>
                <a:cubicBezTo>
                  <a:pt x="8471" y="166"/>
                  <a:pt x="8464" y="151"/>
                  <a:pt x="8454" y="137"/>
                </a:cubicBezTo>
                <a:cubicBezTo>
                  <a:pt x="8445" y="123"/>
                  <a:pt x="8434" y="110"/>
                  <a:pt x="8423" y="98"/>
                </a:cubicBezTo>
                <a:cubicBezTo>
                  <a:pt x="8411" y="86"/>
                  <a:pt x="8398" y="76"/>
                  <a:pt x="8384" y="67"/>
                </a:cubicBezTo>
                <a:cubicBezTo>
                  <a:pt x="8370" y="57"/>
                  <a:pt x="8355" y="49"/>
                  <a:pt x="8340" y="43"/>
                </a:cubicBezTo>
                <a:cubicBezTo>
                  <a:pt x="8324" y="36"/>
                  <a:pt x="8308" y="32"/>
                  <a:pt x="8292" y="28"/>
                </a:cubicBezTo>
                <a:cubicBezTo>
                  <a:pt x="8275" y="25"/>
                  <a:pt x="8259" y="23"/>
                  <a:pt x="8242" y="23"/>
                </a:cubicBezTo>
                <a:lnTo>
                  <a:pt x="279" y="23"/>
                </a:lnTo>
                <a:cubicBezTo>
                  <a:pt x="262" y="23"/>
                  <a:pt x="246" y="25"/>
                  <a:pt x="229" y="28"/>
                </a:cubicBezTo>
                <a:cubicBezTo>
                  <a:pt x="213" y="32"/>
                  <a:pt x="197" y="36"/>
                  <a:pt x="181" y="43"/>
                </a:cubicBezTo>
                <a:cubicBezTo>
                  <a:pt x="166" y="49"/>
                  <a:pt x="151" y="57"/>
                  <a:pt x="137" y="67"/>
                </a:cubicBezTo>
                <a:cubicBezTo>
                  <a:pt x="123" y="76"/>
                  <a:pt x="110" y="86"/>
                  <a:pt x="98" y="98"/>
                </a:cubicBezTo>
                <a:cubicBezTo>
                  <a:pt x="86" y="110"/>
                  <a:pt x="76" y="123"/>
                  <a:pt x="67" y="137"/>
                </a:cubicBezTo>
                <a:cubicBezTo>
                  <a:pt x="57" y="151"/>
                  <a:pt x="49" y="166"/>
                  <a:pt x="43" y="181"/>
                </a:cubicBezTo>
                <a:cubicBezTo>
                  <a:pt x="37" y="197"/>
                  <a:pt x="32" y="213"/>
                  <a:pt x="28" y="229"/>
                </a:cubicBezTo>
                <a:cubicBezTo>
                  <a:pt x="25" y="245"/>
                  <a:pt x="24" y="262"/>
                  <a:pt x="24" y="279"/>
                </a:cubicBezTo>
                <a:close/>
              </a:path>
            </a:pathLst>
          </a:custGeom>
          <a:solidFill>
            <a:srgbClr val="FFFFFF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8" name="任意多邊形 547"/>
          <p:cNvSpPr/>
          <p:nvPr/>
        </p:nvSpPr>
        <p:spPr>
          <a:xfrm>
            <a:off x="718560" y="1303560"/>
            <a:ext cx="334440" cy="334440"/>
          </a:xfrm>
          <a:custGeom>
            <a:avLst/>
            <a:gdLst/>
            <a:ahLst/>
            <a:cxnLst/>
            <a:rect l="0" t="0" r="r" b="b"/>
            <a:pathLst>
              <a:path w="929" h="929">
                <a:moveTo>
                  <a:pt x="35" y="286"/>
                </a:moveTo>
                <a:cubicBezTo>
                  <a:pt x="59" y="229"/>
                  <a:pt x="92" y="179"/>
                  <a:pt x="136" y="136"/>
                </a:cubicBezTo>
                <a:cubicBezTo>
                  <a:pt x="179" y="92"/>
                  <a:pt x="230" y="59"/>
                  <a:pt x="286" y="35"/>
                </a:cubicBezTo>
                <a:cubicBezTo>
                  <a:pt x="344" y="12"/>
                  <a:pt x="404" y="0"/>
                  <a:pt x="465" y="0"/>
                </a:cubicBezTo>
                <a:cubicBezTo>
                  <a:pt x="527" y="0"/>
                  <a:pt x="586" y="12"/>
                  <a:pt x="643" y="35"/>
                </a:cubicBezTo>
                <a:cubicBezTo>
                  <a:pt x="700" y="59"/>
                  <a:pt x="750" y="92"/>
                  <a:pt x="793" y="136"/>
                </a:cubicBezTo>
                <a:cubicBezTo>
                  <a:pt x="837" y="179"/>
                  <a:pt x="870" y="229"/>
                  <a:pt x="894" y="286"/>
                </a:cubicBezTo>
                <a:cubicBezTo>
                  <a:pt x="918" y="343"/>
                  <a:pt x="929" y="402"/>
                  <a:pt x="929" y="464"/>
                </a:cubicBezTo>
                <a:cubicBezTo>
                  <a:pt x="929" y="526"/>
                  <a:pt x="918" y="586"/>
                  <a:pt x="894" y="643"/>
                </a:cubicBezTo>
                <a:cubicBezTo>
                  <a:pt x="870" y="700"/>
                  <a:pt x="837" y="750"/>
                  <a:pt x="793" y="793"/>
                </a:cubicBezTo>
                <a:cubicBezTo>
                  <a:pt x="750" y="837"/>
                  <a:pt x="700" y="870"/>
                  <a:pt x="643" y="894"/>
                </a:cubicBezTo>
                <a:cubicBezTo>
                  <a:pt x="586" y="917"/>
                  <a:pt x="527" y="929"/>
                  <a:pt x="465" y="929"/>
                </a:cubicBezTo>
                <a:cubicBezTo>
                  <a:pt x="404" y="929"/>
                  <a:pt x="344" y="917"/>
                  <a:pt x="286" y="894"/>
                </a:cubicBezTo>
                <a:cubicBezTo>
                  <a:pt x="230" y="870"/>
                  <a:pt x="179" y="837"/>
                  <a:pt x="136" y="793"/>
                </a:cubicBezTo>
                <a:cubicBezTo>
                  <a:pt x="92" y="750"/>
                  <a:pt x="59" y="700"/>
                  <a:pt x="35" y="643"/>
                </a:cubicBezTo>
                <a:cubicBezTo>
                  <a:pt x="12" y="586"/>
                  <a:pt x="0" y="526"/>
                  <a:pt x="0" y="464"/>
                </a:cubicBezTo>
                <a:cubicBezTo>
                  <a:pt x="0" y="402"/>
                  <a:pt x="12" y="343"/>
                  <a:pt x="35" y="286"/>
                </a:cubicBezTo>
                <a:close/>
              </a:path>
            </a:pathLst>
          </a:custGeom>
          <a:solidFill>
            <a:srgbClr val="4CD137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9" name="任意多邊形 548"/>
          <p:cNvSpPr/>
          <p:nvPr/>
        </p:nvSpPr>
        <p:spPr>
          <a:xfrm>
            <a:off x="718560" y="1303560"/>
            <a:ext cx="334440" cy="334440"/>
          </a:xfrm>
          <a:custGeom>
            <a:avLst/>
            <a:gdLst/>
            <a:ahLst/>
            <a:cxnLst/>
            <a:rect l="0" t="0" r="r" b="b"/>
            <a:pathLst>
              <a:path w="929" h="929">
                <a:moveTo>
                  <a:pt x="0" y="464"/>
                </a:moveTo>
                <a:cubicBezTo>
                  <a:pt x="0" y="402"/>
                  <a:pt x="12" y="343"/>
                  <a:pt x="35" y="286"/>
                </a:cubicBezTo>
                <a:cubicBezTo>
                  <a:pt x="59" y="229"/>
                  <a:pt x="92" y="179"/>
                  <a:pt x="136" y="136"/>
                </a:cubicBezTo>
                <a:cubicBezTo>
                  <a:pt x="179" y="92"/>
                  <a:pt x="230" y="59"/>
                  <a:pt x="286" y="35"/>
                </a:cubicBezTo>
                <a:cubicBezTo>
                  <a:pt x="344" y="12"/>
                  <a:pt x="404" y="0"/>
                  <a:pt x="465" y="0"/>
                </a:cubicBezTo>
                <a:cubicBezTo>
                  <a:pt x="527" y="0"/>
                  <a:pt x="586" y="12"/>
                  <a:pt x="643" y="35"/>
                </a:cubicBezTo>
                <a:cubicBezTo>
                  <a:pt x="700" y="59"/>
                  <a:pt x="750" y="92"/>
                  <a:pt x="793" y="136"/>
                </a:cubicBezTo>
                <a:cubicBezTo>
                  <a:pt x="837" y="179"/>
                  <a:pt x="870" y="229"/>
                  <a:pt x="894" y="286"/>
                </a:cubicBezTo>
                <a:cubicBezTo>
                  <a:pt x="918" y="343"/>
                  <a:pt x="929" y="402"/>
                  <a:pt x="929" y="464"/>
                </a:cubicBezTo>
                <a:cubicBezTo>
                  <a:pt x="929" y="526"/>
                  <a:pt x="918" y="586"/>
                  <a:pt x="894" y="643"/>
                </a:cubicBezTo>
                <a:cubicBezTo>
                  <a:pt x="870" y="700"/>
                  <a:pt x="837" y="750"/>
                  <a:pt x="793" y="793"/>
                </a:cubicBezTo>
                <a:cubicBezTo>
                  <a:pt x="750" y="837"/>
                  <a:pt x="700" y="870"/>
                  <a:pt x="643" y="894"/>
                </a:cubicBezTo>
                <a:cubicBezTo>
                  <a:pt x="586" y="917"/>
                  <a:pt x="527" y="929"/>
                  <a:pt x="465" y="929"/>
                </a:cubicBezTo>
                <a:cubicBezTo>
                  <a:pt x="404" y="929"/>
                  <a:pt x="344" y="917"/>
                  <a:pt x="286" y="894"/>
                </a:cubicBezTo>
                <a:cubicBezTo>
                  <a:pt x="230" y="870"/>
                  <a:pt x="179" y="837"/>
                  <a:pt x="136" y="793"/>
                </a:cubicBezTo>
                <a:cubicBezTo>
                  <a:pt x="92" y="750"/>
                  <a:pt x="59" y="700"/>
                  <a:pt x="35" y="643"/>
                </a:cubicBezTo>
                <a:cubicBezTo>
                  <a:pt x="12" y="586"/>
                  <a:pt x="0" y="526"/>
                  <a:pt x="0" y="464"/>
                </a:cubicBezTo>
                <a:moveTo>
                  <a:pt x="465" y="23"/>
                </a:moveTo>
                <a:cubicBezTo>
                  <a:pt x="436" y="23"/>
                  <a:pt x="407" y="26"/>
                  <a:pt x="379" y="31"/>
                </a:cubicBezTo>
                <a:cubicBezTo>
                  <a:pt x="351" y="37"/>
                  <a:pt x="322" y="45"/>
                  <a:pt x="295" y="57"/>
                </a:cubicBezTo>
                <a:cubicBezTo>
                  <a:pt x="269" y="68"/>
                  <a:pt x="243" y="81"/>
                  <a:pt x="219" y="97"/>
                </a:cubicBezTo>
                <a:cubicBezTo>
                  <a:pt x="195" y="113"/>
                  <a:pt x="173" y="132"/>
                  <a:pt x="152" y="152"/>
                </a:cubicBezTo>
                <a:cubicBezTo>
                  <a:pt x="132" y="173"/>
                  <a:pt x="113" y="195"/>
                  <a:pt x="97" y="219"/>
                </a:cubicBezTo>
                <a:cubicBezTo>
                  <a:pt x="81" y="243"/>
                  <a:pt x="68" y="268"/>
                  <a:pt x="57" y="295"/>
                </a:cubicBezTo>
                <a:cubicBezTo>
                  <a:pt x="46" y="322"/>
                  <a:pt x="37" y="350"/>
                  <a:pt x="32" y="378"/>
                </a:cubicBezTo>
                <a:cubicBezTo>
                  <a:pt x="26" y="406"/>
                  <a:pt x="23" y="435"/>
                  <a:pt x="23" y="464"/>
                </a:cubicBezTo>
                <a:cubicBezTo>
                  <a:pt x="23" y="493"/>
                  <a:pt x="26" y="522"/>
                  <a:pt x="32" y="550"/>
                </a:cubicBezTo>
                <a:cubicBezTo>
                  <a:pt x="37" y="579"/>
                  <a:pt x="46" y="607"/>
                  <a:pt x="57" y="634"/>
                </a:cubicBezTo>
                <a:cubicBezTo>
                  <a:pt x="68" y="661"/>
                  <a:pt x="81" y="686"/>
                  <a:pt x="97" y="710"/>
                </a:cubicBezTo>
                <a:cubicBezTo>
                  <a:pt x="113" y="734"/>
                  <a:pt x="132" y="756"/>
                  <a:pt x="152" y="777"/>
                </a:cubicBezTo>
                <a:cubicBezTo>
                  <a:pt x="173" y="797"/>
                  <a:pt x="195" y="816"/>
                  <a:pt x="219" y="832"/>
                </a:cubicBezTo>
                <a:cubicBezTo>
                  <a:pt x="243" y="848"/>
                  <a:pt x="269" y="861"/>
                  <a:pt x="295" y="872"/>
                </a:cubicBezTo>
                <a:cubicBezTo>
                  <a:pt x="322" y="884"/>
                  <a:pt x="351" y="892"/>
                  <a:pt x="379" y="898"/>
                </a:cubicBezTo>
                <a:cubicBezTo>
                  <a:pt x="407" y="903"/>
                  <a:pt x="436" y="906"/>
                  <a:pt x="465" y="906"/>
                </a:cubicBezTo>
                <a:cubicBezTo>
                  <a:pt x="494" y="906"/>
                  <a:pt x="523" y="903"/>
                  <a:pt x="551" y="898"/>
                </a:cubicBezTo>
                <a:cubicBezTo>
                  <a:pt x="580" y="892"/>
                  <a:pt x="607" y="884"/>
                  <a:pt x="634" y="872"/>
                </a:cubicBezTo>
                <a:cubicBezTo>
                  <a:pt x="661" y="861"/>
                  <a:pt x="686" y="848"/>
                  <a:pt x="710" y="832"/>
                </a:cubicBezTo>
                <a:cubicBezTo>
                  <a:pt x="734" y="816"/>
                  <a:pt x="756" y="797"/>
                  <a:pt x="777" y="777"/>
                </a:cubicBezTo>
                <a:cubicBezTo>
                  <a:pt x="797" y="756"/>
                  <a:pt x="816" y="734"/>
                  <a:pt x="832" y="710"/>
                </a:cubicBezTo>
                <a:cubicBezTo>
                  <a:pt x="848" y="686"/>
                  <a:pt x="861" y="661"/>
                  <a:pt x="873" y="634"/>
                </a:cubicBezTo>
                <a:cubicBezTo>
                  <a:pt x="884" y="607"/>
                  <a:pt x="892" y="579"/>
                  <a:pt x="898" y="550"/>
                </a:cubicBezTo>
                <a:cubicBezTo>
                  <a:pt x="903" y="522"/>
                  <a:pt x="906" y="493"/>
                  <a:pt x="906" y="464"/>
                </a:cubicBezTo>
                <a:cubicBezTo>
                  <a:pt x="906" y="435"/>
                  <a:pt x="903" y="406"/>
                  <a:pt x="898" y="378"/>
                </a:cubicBezTo>
                <a:cubicBezTo>
                  <a:pt x="892" y="350"/>
                  <a:pt x="884" y="322"/>
                  <a:pt x="873" y="295"/>
                </a:cubicBezTo>
                <a:cubicBezTo>
                  <a:pt x="861" y="268"/>
                  <a:pt x="848" y="243"/>
                  <a:pt x="832" y="219"/>
                </a:cubicBezTo>
                <a:cubicBezTo>
                  <a:pt x="816" y="195"/>
                  <a:pt x="797" y="173"/>
                  <a:pt x="777" y="152"/>
                </a:cubicBezTo>
                <a:cubicBezTo>
                  <a:pt x="756" y="132"/>
                  <a:pt x="734" y="113"/>
                  <a:pt x="710" y="97"/>
                </a:cubicBezTo>
                <a:cubicBezTo>
                  <a:pt x="686" y="81"/>
                  <a:pt x="661" y="68"/>
                  <a:pt x="634" y="57"/>
                </a:cubicBezTo>
                <a:cubicBezTo>
                  <a:pt x="607" y="45"/>
                  <a:pt x="580" y="37"/>
                  <a:pt x="551" y="31"/>
                </a:cubicBezTo>
                <a:cubicBezTo>
                  <a:pt x="523" y="26"/>
                  <a:pt x="494" y="23"/>
                  <a:pt x="465" y="23"/>
                </a:cubicBezTo>
                <a:close/>
              </a:path>
            </a:pathLst>
          </a:custGeom>
          <a:solidFill>
            <a:srgbClr val="4CD137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550" name="圖片 549"/>
          <p:cNvPicPr/>
          <p:nvPr/>
        </p:nvPicPr>
        <p:blipFill>
          <a:blip r:embed="rId2"/>
          <a:stretch>
            <a:fillRect/>
          </a:stretch>
        </p:blipFill>
        <p:spPr>
          <a:xfrm>
            <a:off x="793800" y="1387080"/>
            <a:ext cx="1918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1" name="文字框 550"/>
          <p:cNvSpPr txBox="1"/>
          <p:nvPr/>
        </p:nvSpPr>
        <p:spPr>
          <a:xfrm>
            <a:off x="543240" y="716040"/>
            <a:ext cx="4532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环境。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552" name="圖片 551"/>
          <p:cNvPicPr/>
          <p:nvPr/>
        </p:nvPicPr>
        <p:blipFill>
          <a:blip r:embed="rId3"/>
          <a:stretch>
            <a:fillRect/>
          </a:stretch>
        </p:blipFill>
        <p:spPr>
          <a:xfrm>
            <a:off x="852480" y="176328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3" name="文字框 552"/>
          <p:cNvSpPr txBox="1"/>
          <p:nvPr/>
        </p:nvSpPr>
        <p:spPr>
          <a:xfrm>
            <a:off x="1153080" y="1368360"/>
            <a:ext cx="67140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牌照制度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4" name="文字框 553"/>
          <p:cNvSpPr txBox="1"/>
          <p:nvPr/>
        </p:nvSpPr>
        <p:spPr>
          <a:xfrm>
            <a:off x="1053000" y="175608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5" name="文字框 554"/>
          <p:cNvSpPr txBox="1"/>
          <p:nvPr/>
        </p:nvSpPr>
        <p:spPr>
          <a:xfrm>
            <a:off x="1095480" y="1751400"/>
            <a:ext cx="22806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发行法币稳定币必须获得香港金融管理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556" name="圖片 555"/>
          <p:cNvPicPr/>
          <p:nvPr/>
        </p:nvPicPr>
        <p:blipFill>
          <a:blip r:embed="rId3"/>
          <a:stretch>
            <a:fillRect/>
          </a:stretch>
        </p:blipFill>
        <p:spPr>
          <a:xfrm>
            <a:off x="852480" y="223128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7" name="文字框 556"/>
          <p:cNvSpPr txBox="1"/>
          <p:nvPr/>
        </p:nvSpPr>
        <p:spPr>
          <a:xfrm>
            <a:off x="852480" y="1951920"/>
            <a:ext cx="403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局牌照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8" name="文字框 557"/>
          <p:cNvSpPr txBox="1"/>
          <p:nvPr/>
        </p:nvSpPr>
        <p:spPr>
          <a:xfrm>
            <a:off x="1053000" y="222408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9" name="文字框 558"/>
          <p:cNvSpPr txBox="1"/>
          <p:nvPr/>
        </p:nvSpPr>
        <p:spPr>
          <a:xfrm>
            <a:off x="1095480" y="2219400"/>
            <a:ext cx="8053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香港立法会于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0" name="文字框 559"/>
          <p:cNvSpPr txBox="1"/>
          <p:nvPr/>
        </p:nvSpPr>
        <p:spPr>
          <a:xfrm>
            <a:off x="1897560" y="2224080"/>
            <a:ext cx="342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2025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1" name="文字框 560"/>
          <p:cNvSpPr txBox="1"/>
          <p:nvPr/>
        </p:nvSpPr>
        <p:spPr>
          <a:xfrm>
            <a:off x="2238120" y="2219400"/>
            <a:ext cx="10735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年通过《稳定币条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562" name="圖片 561"/>
          <p:cNvPicPr/>
          <p:nvPr/>
        </p:nvPicPr>
        <p:blipFill>
          <a:blip r:embed="rId3"/>
          <a:stretch>
            <a:fillRect/>
          </a:stretch>
        </p:blipFill>
        <p:spPr>
          <a:xfrm>
            <a:off x="852480" y="269928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3" name="文字框 562"/>
          <p:cNvSpPr txBox="1"/>
          <p:nvPr/>
        </p:nvSpPr>
        <p:spPr>
          <a:xfrm>
            <a:off x="852480" y="2419920"/>
            <a:ext cx="537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例草案》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4" name="文字框 563"/>
          <p:cNvSpPr txBox="1"/>
          <p:nvPr/>
        </p:nvSpPr>
        <p:spPr>
          <a:xfrm>
            <a:off x="1053000" y="269208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5" name="任意多邊形 564"/>
          <p:cNvSpPr/>
          <p:nvPr/>
        </p:nvSpPr>
        <p:spPr>
          <a:xfrm>
            <a:off x="3810600" y="1127880"/>
            <a:ext cx="3075480" cy="2122920"/>
          </a:xfrm>
          <a:custGeom>
            <a:avLst/>
            <a:gdLst/>
            <a:ahLst/>
            <a:cxnLst/>
            <a:rect l="0" t="0" r="r" b="b"/>
            <a:pathLst>
              <a:path w="8543" h="5897">
                <a:moveTo>
                  <a:pt x="0" y="5618"/>
                </a:moveTo>
                <a:lnTo>
                  <a:pt x="0" y="279"/>
                </a:lnTo>
                <a:cubicBezTo>
                  <a:pt x="0" y="242"/>
                  <a:pt x="7" y="206"/>
                  <a:pt x="21" y="172"/>
                </a:cubicBezTo>
                <a:cubicBezTo>
                  <a:pt x="35" y="138"/>
                  <a:pt x="55" y="108"/>
                  <a:pt x="81" y="82"/>
                </a:cubicBezTo>
                <a:cubicBezTo>
                  <a:pt x="107" y="56"/>
                  <a:pt x="137" y="36"/>
                  <a:pt x="172" y="21"/>
                </a:cubicBezTo>
                <a:cubicBezTo>
                  <a:pt x="206" y="7"/>
                  <a:pt x="241" y="0"/>
                  <a:pt x="278" y="0"/>
                </a:cubicBezTo>
                <a:lnTo>
                  <a:pt x="8265" y="0"/>
                </a:lnTo>
                <a:cubicBezTo>
                  <a:pt x="8301" y="0"/>
                  <a:pt x="8337" y="7"/>
                  <a:pt x="8371" y="21"/>
                </a:cubicBezTo>
                <a:cubicBezTo>
                  <a:pt x="8405" y="36"/>
                  <a:pt x="8435" y="56"/>
                  <a:pt x="8461" y="82"/>
                </a:cubicBezTo>
                <a:cubicBezTo>
                  <a:pt x="8488" y="108"/>
                  <a:pt x="8508" y="138"/>
                  <a:pt x="8522" y="172"/>
                </a:cubicBezTo>
                <a:cubicBezTo>
                  <a:pt x="8536" y="206"/>
                  <a:pt x="8543" y="242"/>
                  <a:pt x="8543" y="279"/>
                </a:cubicBezTo>
                <a:lnTo>
                  <a:pt x="8543" y="5618"/>
                </a:lnTo>
                <a:cubicBezTo>
                  <a:pt x="8543" y="5655"/>
                  <a:pt x="8536" y="5690"/>
                  <a:pt x="8522" y="5725"/>
                </a:cubicBezTo>
                <a:cubicBezTo>
                  <a:pt x="8508" y="5760"/>
                  <a:pt x="8488" y="5790"/>
                  <a:pt x="8461" y="5816"/>
                </a:cubicBezTo>
                <a:cubicBezTo>
                  <a:pt x="8435" y="5842"/>
                  <a:pt x="8405" y="5862"/>
                  <a:pt x="8371" y="5876"/>
                </a:cubicBezTo>
                <a:cubicBezTo>
                  <a:pt x="8337" y="5890"/>
                  <a:pt x="8301" y="5897"/>
                  <a:pt x="8265" y="5897"/>
                </a:cubicBezTo>
                <a:lnTo>
                  <a:pt x="278" y="5897"/>
                </a:lnTo>
                <a:cubicBezTo>
                  <a:pt x="241" y="5897"/>
                  <a:pt x="206" y="5890"/>
                  <a:pt x="172" y="5876"/>
                </a:cubicBezTo>
                <a:cubicBezTo>
                  <a:pt x="137" y="5862"/>
                  <a:pt x="107" y="5842"/>
                  <a:pt x="81" y="5816"/>
                </a:cubicBezTo>
                <a:cubicBezTo>
                  <a:pt x="55" y="5790"/>
                  <a:pt x="35" y="5760"/>
                  <a:pt x="21" y="5725"/>
                </a:cubicBezTo>
                <a:cubicBezTo>
                  <a:pt x="7" y="5690"/>
                  <a:pt x="0" y="5655"/>
                  <a:pt x="0" y="5618"/>
                </a:cubicBezTo>
                <a:close/>
              </a:path>
            </a:pathLst>
          </a:custGeom>
          <a:solidFill>
            <a:srgbClr val="FFFFFF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6" name="任意多邊形 565"/>
          <p:cNvSpPr/>
          <p:nvPr/>
        </p:nvSpPr>
        <p:spPr>
          <a:xfrm>
            <a:off x="3810600" y="1127880"/>
            <a:ext cx="3075480" cy="2122920"/>
          </a:xfrm>
          <a:custGeom>
            <a:avLst/>
            <a:gdLst/>
            <a:ahLst/>
            <a:cxnLst/>
            <a:rect l="0" t="0" r="r" b="b"/>
            <a:pathLst>
              <a:path w="8543" h="5897">
                <a:moveTo>
                  <a:pt x="0" y="5618"/>
                </a:moveTo>
                <a:lnTo>
                  <a:pt x="0" y="279"/>
                </a:lnTo>
                <a:cubicBezTo>
                  <a:pt x="0" y="242"/>
                  <a:pt x="7" y="206"/>
                  <a:pt x="21" y="172"/>
                </a:cubicBezTo>
                <a:cubicBezTo>
                  <a:pt x="35" y="138"/>
                  <a:pt x="55" y="108"/>
                  <a:pt x="81" y="82"/>
                </a:cubicBezTo>
                <a:cubicBezTo>
                  <a:pt x="107" y="56"/>
                  <a:pt x="137" y="36"/>
                  <a:pt x="172" y="21"/>
                </a:cubicBezTo>
                <a:cubicBezTo>
                  <a:pt x="206" y="7"/>
                  <a:pt x="241" y="0"/>
                  <a:pt x="278" y="0"/>
                </a:cubicBezTo>
                <a:lnTo>
                  <a:pt x="8265" y="0"/>
                </a:lnTo>
                <a:cubicBezTo>
                  <a:pt x="8301" y="0"/>
                  <a:pt x="8337" y="7"/>
                  <a:pt x="8371" y="21"/>
                </a:cubicBezTo>
                <a:cubicBezTo>
                  <a:pt x="8405" y="36"/>
                  <a:pt x="8435" y="56"/>
                  <a:pt x="8461" y="82"/>
                </a:cubicBezTo>
                <a:cubicBezTo>
                  <a:pt x="8488" y="108"/>
                  <a:pt x="8508" y="138"/>
                  <a:pt x="8522" y="172"/>
                </a:cubicBezTo>
                <a:cubicBezTo>
                  <a:pt x="8536" y="206"/>
                  <a:pt x="8543" y="242"/>
                  <a:pt x="8543" y="279"/>
                </a:cubicBezTo>
                <a:lnTo>
                  <a:pt x="8543" y="5618"/>
                </a:lnTo>
                <a:cubicBezTo>
                  <a:pt x="8543" y="5655"/>
                  <a:pt x="8536" y="5690"/>
                  <a:pt x="8522" y="5725"/>
                </a:cubicBezTo>
                <a:cubicBezTo>
                  <a:pt x="8508" y="5760"/>
                  <a:pt x="8488" y="5790"/>
                  <a:pt x="8461" y="5816"/>
                </a:cubicBezTo>
                <a:cubicBezTo>
                  <a:pt x="8435" y="5842"/>
                  <a:pt x="8405" y="5862"/>
                  <a:pt x="8371" y="5876"/>
                </a:cubicBezTo>
                <a:cubicBezTo>
                  <a:pt x="8337" y="5890"/>
                  <a:pt x="8301" y="5897"/>
                  <a:pt x="8265" y="5897"/>
                </a:cubicBezTo>
                <a:lnTo>
                  <a:pt x="278" y="5897"/>
                </a:lnTo>
                <a:cubicBezTo>
                  <a:pt x="241" y="5897"/>
                  <a:pt x="206" y="5890"/>
                  <a:pt x="172" y="5876"/>
                </a:cubicBezTo>
                <a:cubicBezTo>
                  <a:pt x="137" y="5862"/>
                  <a:pt x="107" y="5842"/>
                  <a:pt x="81" y="5816"/>
                </a:cubicBezTo>
                <a:cubicBezTo>
                  <a:pt x="55" y="5790"/>
                  <a:pt x="35" y="5760"/>
                  <a:pt x="21" y="5725"/>
                </a:cubicBezTo>
                <a:cubicBezTo>
                  <a:pt x="7" y="5690"/>
                  <a:pt x="0" y="5655"/>
                  <a:pt x="0" y="5618"/>
                </a:cubicBezTo>
                <a:moveTo>
                  <a:pt x="23" y="279"/>
                </a:moveTo>
                <a:lnTo>
                  <a:pt x="23" y="5618"/>
                </a:lnTo>
                <a:cubicBezTo>
                  <a:pt x="23" y="5635"/>
                  <a:pt x="25" y="5651"/>
                  <a:pt x="28" y="5668"/>
                </a:cubicBezTo>
                <a:cubicBezTo>
                  <a:pt x="31" y="5684"/>
                  <a:pt x="36" y="5700"/>
                  <a:pt x="42" y="5717"/>
                </a:cubicBezTo>
                <a:cubicBezTo>
                  <a:pt x="49" y="5732"/>
                  <a:pt x="57" y="5747"/>
                  <a:pt x="66" y="5761"/>
                </a:cubicBezTo>
                <a:cubicBezTo>
                  <a:pt x="75" y="5775"/>
                  <a:pt x="86" y="5788"/>
                  <a:pt x="98" y="5799"/>
                </a:cubicBezTo>
                <a:cubicBezTo>
                  <a:pt x="110" y="5811"/>
                  <a:pt x="122" y="5822"/>
                  <a:pt x="136" y="5831"/>
                </a:cubicBezTo>
                <a:cubicBezTo>
                  <a:pt x="150" y="5840"/>
                  <a:pt x="165" y="5848"/>
                  <a:pt x="180" y="5855"/>
                </a:cubicBezTo>
                <a:cubicBezTo>
                  <a:pt x="196" y="5861"/>
                  <a:pt x="212" y="5866"/>
                  <a:pt x="228" y="5869"/>
                </a:cubicBezTo>
                <a:cubicBezTo>
                  <a:pt x="245" y="5873"/>
                  <a:pt x="261" y="5874"/>
                  <a:pt x="278" y="5874"/>
                </a:cubicBezTo>
                <a:lnTo>
                  <a:pt x="8265" y="5874"/>
                </a:lnTo>
                <a:cubicBezTo>
                  <a:pt x="8281" y="5874"/>
                  <a:pt x="8298" y="5873"/>
                  <a:pt x="8314" y="5869"/>
                </a:cubicBezTo>
                <a:cubicBezTo>
                  <a:pt x="8331" y="5866"/>
                  <a:pt x="8347" y="5861"/>
                  <a:pt x="8362" y="5855"/>
                </a:cubicBezTo>
                <a:cubicBezTo>
                  <a:pt x="8378" y="5848"/>
                  <a:pt x="8392" y="5840"/>
                  <a:pt x="8406" y="5831"/>
                </a:cubicBezTo>
                <a:cubicBezTo>
                  <a:pt x="8420" y="5822"/>
                  <a:pt x="8433" y="5811"/>
                  <a:pt x="8445" y="5799"/>
                </a:cubicBezTo>
                <a:cubicBezTo>
                  <a:pt x="8457" y="5788"/>
                  <a:pt x="8467" y="5775"/>
                  <a:pt x="8477" y="5761"/>
                </a:cubicBezTo>
                <a:cubicBezTo>
                  <a:pt x="8486" y="5747"/>
                  <a:pt x="8494" y="5732"/>
                  <a:pt x="8500" y="5717"/>
                </a:cubicBezTo>
                <a:cubicBezTo>
                  <a:pt x="8507" y="5700"/>
                  <a:pt x="8512" y="5684"/>
                  <a:pt x="8515" y="5668"/>
                </a:cubicBezTo>
                <a:cubicBezTo>
                  <a:pt x="8518" y="5651"/>
                  <a:pt x="8520" y="5635"/>
                  <a:pt x="8520" y="5618"/>
                </a:cubicBezTo>
                <a:lnTo>
                  <a:pt x="8520" y="279"/>
                </a:lnTo>
                <a:cubicBezTo>
                  <a:pt x="8520" y="262"/>
                  <a:pt x="8518" y="245"/>
                  <a:pt x="8515" y="229"/>
                </a:cubicBezTo>
                <a:cubicBezTo>
                  <a:pt x="8512" y="213"/>
                  <a:pt x="8507" y="197"/>
                  <a:pt x="8500" y="181"/>
                </a:cubicBezTo>
                <a:cubicBezTo>
                  <a:pt x="8494" y="166"/>
                  <a:pt x="8486" y="151"/>
                  <a:pt x="8477" y="137"/>
                </a:cubicBezTo>
                <a:cubicBezTo>
                  <a:pt x="8467" y="123"/>
                  <a:pt x="8457" y="110"/>
                  <a:pt x="8445" y="98"/>
                </a:cubicBezTo>
                <a:cubicBezTo>
                  <a:pt x="8433" y="86"/>
                  <a:pt x="8420" y="76"/>
                  <a:pt x="8406" y="67"/>
                </a:cubicBezTo>
                <a:cubicBezTo>
                  <a:pt x="8392" y="57"/>
                  <a:pt x="8378" y="49"/>
                  <a:pt x="8362" y="43"/>
                </a:cubicBezTo>
                <a:cubicBezTo>
                  <a:pt x="8347" y="36"/>
                  <a:pt x="8331" y="32"/>
                  <a:pt x="8314" y="28"/>
                </a:cubicBezTo>
                <a:cubicBezTo>
                  <a:pt x="8298" y="25"/>
                  <a:pt x="8281" y="23"/>
                  <a:pt x="8265" y="23"/>
                </a:cubicBezTo>
                <a:lnTo>
                  <a:pt x="278" y="23"/>
                </a:lnTo>
                <a:cubicBezTo>
                  <a:pt x="261" y="23"/>
                  <a:pt x="245" y="25"/>
                  <a:pt x="228" y="28"/>
                </a:cubicBezTo>
                <a:cubicBezTo>
                  <a:pt x="212" y="32"/>
                  <a:pt x="196" y="36"/>
                  <a:pt x="180" y="43"/>
                </a:cubicBezTo>
                <a:cubicBezTo>
                  <a:pt x="165" y="49"/>
                  <a:pt x="150" y="57"/>
                  <a:pt x="136" y="67"/>
                </a:cubicBezTo>
                <a:cubicBezTo>
                  <a:pt x="122" y="76"/>
                  <a:pt x="110" y="86"/>
                  <a:pt x="98" y="98"/>
                </a:cubicBezTo>
                <a:cubicBezTo>
                  <a:pt x="86" y="110"/>
                  <a:pt x="75" y="123"/>
                  <a:pt x="66" y="137"/>
                </a:cubicBezTo>
                <a:cubicBezTo>
                  <a:pt x="57" y="151"/>
                  <a:pt x="49" y="166"/>
                  <a:pt x="42" y="181"/>
                </a:cubicBezTo>
                <a:cubicBezTo>
                  <a:pt x="36" y="197"/>
                  <a:pt x="31" y="213"/>
                  <a:pt x="28" y="229"/>
                </a:cubicBezTo>
                <a:cubicBezTo>
                  <a:pt x="25" y="245"/>
                  <a:pt x="23" y="262"/>
                  <a:pt x="23" y="279"/>
                </a:cubicBezTo>
                <a:close/>
              </a:path>
            </a:pathLst>
          </a:custGeom>
          <a:solidFill>
            <a:srgbClr val="FFFFFF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7" name="任意多邊形 566"/>
          <p:cNvSpPr/>
          <p:nvPr/>
        </p:nvSpPr>
        <p:spPr>
          <a:xfrm>
            <a:off x="3985920" y="1303560"/>
            <a:ext cx="334800" cy="334440"/>
          </a:xfrm>
          <a:custGeom>
            <a:avLst/>
            <a:gdLst/>
            <a:ahLst/>
            <a:cxnLst/>
            <a:rect l="0" t="0" r="r" b="b"/>
            <a:pathLst>
              <a:path w="930" h="929">
                <a:moveTo>
                  <a:pt x="35" y="286"/>
                </a:moveTo>
                <a:cubicBezTo>
                  <a:pt x="59" y="229"/>
                  <a:pt x="93" y="179"/>
                  <a:pt x="136" y="136"/>
                </a:cubicBezTo>
                <a:cubicBezTo>
                  <a:pt x="180" y="92"/>
                  <a:pt x="230" y="59"/>
                  <a:pt x="287" y="35"/>
                </a:cubicBezTo>
                <a:cubicBezTo>
                  <a:pt x="344" y="12"/>
                  <a:pt x="403" y="0"/>
                  <a:pt x="464" y="0"/>
                </a:cubicBezTo>
                <a:cubicBezTo>
                  <a:pt x="526" y="0"/>
                  <a:pt x="586" y="12"/>
                  <a:pt x="643" y="35"/>
                </a:cubicBezTo>
                <a:cubicBezTo>
                  <a:pt x="700" y="59"/>
                  <a:pt x="750" y="92"/>
                  <a:pt x="794" y="136"/>
                </a:cubicBezTo>
                <a:cubicBezTo>
                  <a:pt x="837" y="179"/>
                  <a:pt x="871" y="229"/>
                  <a:pt x="894" y="286"/>
                </a:cubicBezTo>
                <a:cubicBezTo>
                  <a:pt x="918" y="343"/>
                  <a:pt x="930" y="402"/>
                  <a:pt x="930" y="464"/>
                </a:cubicBezTo>
                <a:cubicBezTo>
                  <a:pt x="930" y="526"/>
                  <a:pt x="918" y="586"/>
                  <a:pt x="894" y="643"/>
                </a:cubicBezTo>
                <a:cubicBezTo>
                  <a:pt x="871" y="700"/>
                  <a:pt x="837" y="750"/>
                  <a:pt x="794" y="793"/>
                </a:cubicBezTo>
                <a:cubicBezTo>
                  <a:pt x="750" y="837"/>
                  <a:pt x="700" y="870"/>
                  <a:pt x="643" y="894"/>
                </a:cubicBezTo>
                <a:cubicBezTo>
                  <a:pt x="586" y="917"/>
                  <a:pt x="526" y="929"/>
                  <a:pt x="464" y="929"/>
                </a:cubicBezTo>
                <a:cubicBezTo>
                  <a:pt x="403" y="929"/>
                  <a:pt x="344" y="917"/>
                  <a:pt x="287" y="894"/>
                </a:cubicBezTo>
                <a:cubicBezTo>
                  <a:pt x="230" y="870"/>
                  <a:pt x="180" y="837"/>
                  <a:pt x="136" y="793"/>
                </a:cubicBezTo>
                <a:cubicBezTo>
                  <a:pt x="93" y="750"/>
                  <a:pt x="59" y="700"/>
                  <a:pt x="35" y="643"/>
                </a:cubicBezTo>
                <a:cubicBezTo>
                  <a:pt x="12" y="586"/>
                  <a:pt x="0" y="526"/>
                  <a:pt x="0" y="464"/>
                </a:cubicBezTo>
                <a:cubicBezTo>
                  <a:pt x="0" y="402"/>
                  <a:pt x="12" y="343"/>
                  <a:pt x="35" y="286"/>
                </a:cubicBezTo>
                <a:close/>
              </a:path>
            </a:pathLst>
          </a:custGeom>
          <a:solidFill>
            <a:srgbClr val="4CD137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8" name="任意多邊形 567"/>
          <p:cNvSpPr/>
          <p:nvPr/>
        </p:nvSpPr>
        <p:spPr>
          <a:xfrm>
            <a:off x="3985920" y="1303560"/>
            <a:ext cx="334800" cy="334440"/>
          </a:xfrm>
          <a:custGeom>
            <a:avLst/>
            <a:gdLst/>
            <a:ahLst/>
            <a:cxnLst/>
            <a:rect l="0" t="0" r="r" b="b"/>
            <a:pathLst>
              <a:path w="930" h="929">
                <a:moveTo>
                  <a:pt x="0" y="464"/>
                </a:moveTo>
                <a:cubicBezTo>
                  <a:pt x="0" y="402"/>
                  <a:pt x="12" y="343"/>
                  <a:pt x="35" y="286"/>
                </a:cubicBezTo>
                <a:cubicBezTo>
                  <a:pt x="59" y="229"/>
                  <a:pt x="93" y="179"/>
                  <a:pt x="136" y="136"/>
                </a:cubicBezTo>
                <a:cubicBezTo>
                  <a:pt x="180" y="92"/>
                  <a:pt x="230" y="59"/>
                  <a:pt x="287" y="35"/>
                </a:cubicBezTo>
                <a:cubicBezTo>
                  <a:pt x="344" y="12"/>
                  <a:pt x="403" y="0"/>
                  <a:pt x="464" y="0"/>
                </a:cubicBezTo>
                <a:cubicBezTo>
                  <a:pt x="526" y="0"/>
                  <a:pt x="586" y="12"/>
                  <a:pt x="643" y="35"/>
                </a:cubicBezTo>
                <a:cubicBezTo>
                  <a:pt x="700" y="59"/>
                  <a:pt x="750" y="92"/>
                  <a:pt x="794" y="136"/>
                </a:cubicBezTo>
                <a:cubicBezTo>
                  <a:pt x="837" y="179"/>
                  <a:pt x="871" y="229"/>
                  <a:pt x="894" y="286"/>
                </a:cubicBezTo>
                <a:cubicBezTo>
                  <a:pt x="918" y="343"/>
                  <a:pt x="930" y="402"/>
                  <a:pt x="930" y="464"/>
                </a:cubicBezTo>
                <a:cubicBezTo>
                  <a:pt x="930" y="526"/>
                  <a:pt x="918" y="586"/>
                  <a:pt x="894" y="643"/>
                </a:cubicBezTo>
                <a:cubicBezTo>
                  <a:pt x="871" y="700"/>
                  <a:pt x="837" y="750"/>
                  <a:pt x="794" y="793"/>
                </a:cubicBezTo>
                <a:cubicBezTo>
                  <a:pt x="750" y="837"/>
                  <a:pt x="700" y="870"/>
                  <a:pt x="643" y="894"/>
                </a:cubicBezTo>
                <a:cubicBezTo>
                  <a:pt x="586" y="917"/>
                  <a:pt x="526" y="929"/>
                  <a:pt x="464" y="929"/>
                </a:cubicBezTo>
                <a:cubicBezTo>
                  <a:pt x="403" y="929"/>
                  <a:pt x="344" y="917"/>
                  <a:pt x="287" y="894"/>
                </a:cubicBezTo>
                <a:cubicBezTo>
                  <a:pt x="230" y="870"/>
                  <a:pt x="180" y="837"/>
                  <a:pt x="136" y="793"/>
                </a:cubicBezTo>
                <a:cubicBezTo>
                  <a:pt x="93" y="750"/>
                  <a:pt x="59" y="700"/>
                  <a:pt x="35" y="643"/>
                </a:cubicBezTo>
                <a:cubicBezTo>
                  <a:pt x="12" y="586"/>
                  <a:pt x="0" y="526"/>
                  <a:pt x="0" y="464"/>
                </a:cubicBezTo>
                <a:moveTo>
                  <a:pt x="464" y="23"/>
                </a:moveTo>
                <a:cubicBezTo>
                  <a:pt x="435" y="23"/>
                  <a:pt x="407" y="26"/>
                  <a:pt x="378" y="31"/>
                </a:cubicBezTo>
                <a:cubicBezTo>
                  <a:pt x="350" y="37"/>
                  <a:pt x="322" y="45"/>
                  <a:pt x="296" y="57"/>
                </a:cubicBezTo>
                <a:cubicBezTo>
                  <a:pt x="269" y="68"/>
                  <a:pt x="243" y="81"/>
                  <a:pt x="219" y="97"/>
                </a:cubicBezTo>
                <a:cubicBezTo>
                  <a:pt x="195" y="113"/>
                  <a:pt x="173" y="132"/>
                  <a:pt x="153" y="152"/>
                </a:cubicBezTo>
                <a:cubicBezTo>
                  <a:pt x="132" y="173"/>
                  <a:pt x="114" y="195"/>
                  <a:pt x="98" y="219"/>
                </a:cubicBezTo>
                <a:cubicBezTo>
                  <a:pt x="82" y="243"/>
                  <a:pt x="68" y="268"/>
                  <a:pt x="57" y="295"/>
                </a:cubicBezTo>
                <a:cubicBezTo>
                  <a:pt x="46" y="322"/>
                  <a:pt x="37" y="350"/>
                  <a:pt x="32" y="378"/>
                </a:cubicBezTo>
                <a:cubicBezTo>
                  <a:pt x="26" y="406"/>
                  <a:pt x="23" y="435"/>
                  <a:pt x="23" y="464"/>
                </a:cubicBezTo>
                <a:cubicBezTo>
                  <a:pt x="23" y="493"/>
                  <a:pt x="26" y="522"/>
                  <a:pt x="32" y="550"/>
                </a:cubicBezTo>
                <a:cubicBezTo>
                  <a:pt x="37" y="579"/>
                  <a:pt x="46" y="607"/>
                  <a:pt x="57" y="634"/>
                </a:cubicBezTo>
                <a:cubicBezTo>
                  <a:pt x="68" y="661"/>
                  <a:pt x="82" y="686"/>
                  <a:pt x="98" y="710"/>
                </a:cubicBezTo>
                <a:cubicBezTo>
                  <a:pt x="114" y="734"/>
                  <a:pt x="132" y="756"/>
                  <a:pt x="153" y="777"/>
                </a:cubicBezTo>
                <a:cubicBezTo>
                  <a:pt x="173" y="797"/>
                  <a:pt x="195" y="816"/>
                  <a:pt x="219" y="832"/>
                </a:cubicBezTo>
                <a:cubicBezTo>
                  <a:pt x="243" y="848"/>
                  <a:pt x="269" y="861"/>
                  <a:pt x="296" y="872"/>
                </a:cubicBezTo>
                <a:cubicBezTo>
                  <a:pt x="322" y="884"/>
                  <a:pt x="350" y="892"/>
                  <a:pt x="378" y="898"/>
                </a:cubicBezTo>
                <a:cubicBezTo>
                  <a:pt x="407" y="903"/>
                  <a:pt x="435" y="906"/>
                  <a:pt x="464" y="906"/>
                </a:cubicBezTo>
                <a:cubicBezTo>
                  <a:pt x="493" y="906"/>
                  <a:pt x="522" y="903"/>
                  <a:pt x="551" y="898"/>
                </a:cubicBezTo>
                <a:cubicBezTo>
                  <a:pt x="580" y="892"/>
                  <a:pt x="607" y="884"/>
                  <a:pt x="634" y="872"/>
                </a:cubicBezTo>
                <a:cubicBezTo>
                  <a:pt x="661" y="861"/>
                  <a:pt x="686" y="848"/>
                  <a:pt x="710" y="832"/>
                </a:cubicBezTo>
                <a:cubicBezTo>
                  <a:pt x="734" y="816"/>
                  <a:pt x="757" y="797"/>
                  <a:pt x="777" y="777"/>
                </a:cubicBezTo>
                <a:cubicBezTo>
                  <a:pt x="798" y="756"/>
                  <a:pt x="816" y="734"/>
                  <a:pt x="832" y="710"/>
                </a:cubicBezTo>
                <a:cubicBezTo>
                  <a:pt x="848" y="686"/>
                  <a:pt x="862" y="661"/>
                  <a:pt x="873" y="634"/>
                </a:cubicBezTo>
                <a:cubicBezTo>
                  <a:pt x="884" y="607"/>
                  <a:pt x="892" y="579"/>
                  <a:pt x="898" y="550"/>
                </a:cubicBezTo>
                <a:cubicBezTo>
                  <a:pt x="904" y="522"/>
                  <a:pt x="906" y="493"/>
                  <a:pt x="906" y="464"/>
                </a:cubicBezTo>
                <a:cubicBezTo>
                  <a:pt x="906" y="435"/>
                  <a:pt x="904" y="406"/>
                  <a:pt x="898" y="378"/>
                </a:cubicBezTo>
                <a:cubicBezTo>
                  <a:pt x="892" y="350"/>
                  <a:pt x="884" y="322"/>
                  <a:pt x="873" y="295"/>
                </a:cubicBezTo>
                <a:cubicBezTo>
                  <a:pt x="862" y="268"/>
                  <a:pt x="848" y="243"/>
                  <a:pt x="832" y="219"/>
                </a:cubicBezTo>
                <a:cubicBezTo>
                  <a:pt x="816" y="195"/>
                  <a:pt x="798" y="173"/>
                  <a:pt x="777" y="152"/>
                </a:cubicBezTo>
                <a:cubicBezTo>
                  <a:pt x="757" y="132"/>
                  <a:pt x="734" y="113"/>
                  <a:pt x="710" y="97"/>
                </a:cubicBezTo>
                <a:cubicBezTo>
                  <a:pt x="686" y="81"/>
                  <a:pt x="661" y="68"/>
                  <a:pt x="634" y="57"/>
                </a:cubicBezTo>
                <a:cubicBezTo>
                  <a:pt x="607" y="45"/>
                  <a:pt x="580" y="37"/>
                  <a:pt x="551" y="31"/>
                </a:cubicBezTo>
                <a:cubicBezTo>
                  <a:pt x="522" y="26"/>
                  <a:pt x="493" y="23"/>
                  <a:pt x="464" y="23"/>
                </a:cubicBezTo>
                <a:close/>
              </a:path>
            </a:pathLst>
          </a:custGeom>
          <a:solidFill>
            <a:srgbClr val="4CD137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569" name="圖片 568"/>
          <p:cNvPicPr/>
          <p:nvPr/>
        </p:nvPicPr>
        <p:blipFill>
          <a:blip r:embed="rId4"/>
          <a:stretch>
            <a:fillRect/>
          </a:stretch>
        </p:blipFill>
        <p:spPr>
          <a:xfrm>
            <a:off x="4069800" y="138708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0" name="文字框 569"/>
          <p:cNvSpPr txBox="1"/>
          <p:nvPr/>
        </p:nvSpPr>
        <p:spPr>
          <a:xfrm>
            <a:off x="1095480" y="2687400"/>
            <a:ext cx="21466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明确设立专门的许可制度和监管要求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571" name="圖片 570"/>
          <p:cNvPicPr/>
          <p:nvPr/>
        </p:nvPicPr>
        <p:blipFill>
          <a:blip r:embed="rId3"/>
          <a:stretch>
            <a:fillRect/>
          </a:stretch>
        </p:blipFill>
        <p:spPr>
          <a:xfrm>
            <a:off x="4119840" y="176328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2" name="文字框 571"/>
          <p:cNvSpPr txBox="1"/>
          <p:nvPr/>
        </p:nvSpPr>
        <p:spPr>
          <a:xfrm>
            <a:off x="4423320" y="1368360"/>
            <a:ext cx="100656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储备资产要求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3" name="文字框 572"/>
          <p:cNvSpPr txBox="1"/>
          <p:nvPr/>
        </p:nvSpPr>
        <p:spPr>
          <a:xfrm>
            <a:off x="4323240" y="175608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4" name="文字框 573"/>
          <p:cNvSpPr txBox="1"/>
          <p:nvPr/>
        </p:nvSpPr>
        <p:spPr>
          <a:xfrm>
            <a:off x="4365720" y="1751400"/>
            <a:ext cx="22806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全额支持：储备资产必须等于流通中稳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575" name="圖片 574"/>
          <p:cNvPicPr/>
          <p:nvPr/>
        </p:nvPicPr>
        <p:blipFill>
          <a:blip r:embed="rId3"/>
          <a:stretch>
            <a:fillRect/>
          </a:stretch>
        </p:blipFill>
        <p:spPr>
          <a:xfrm>
            <a:off x="4119840" y="223128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6" name="文字框 575"/>
          <p:cNvSpPr txBox="1"/>
          <p:nvPr/>
        </p:nvSpPr>
        <p:spPr>
          <a:xfrm>
            <a:off x="4122720" y="1951920"/>
            <a:ext cx="6714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定币总价值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7" name="文字框 576"/>
          <p:cNvSpPr txBox="1"/>
          <p:nvPr/>
        </p:nvSpPr>
        <p:spPr>
          <a:xfrm>
            <a:off x="4323240" y="222408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8" name="文字框 577"/>
          <p:cNvSpPr txBox="1"/>
          <p:nvPr/>
        </p:nvSpPr>
        <p:spPr>
          <a:xfrm>
            <a:off x="4365720" y="2219400"/>
            <a:ext cx="22806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资产质量：主要持有高质量、高流动性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579" name="圖片 578"/>
          <p:cNvPicPr/>
          <p:nvPr/>
        </p:nvPicPr>
        <p:blipFill>
          <a:blip r:embed="rId3"/>
          <a:stretch>
            <a:fillRect/>
          </a:stretch>
        </p:blipFill>
        <p:spPr>
          <a:xfrm>
            <a:off x="4119840" y="269928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0" name="文字框 579"/>
          <p:cNvSpPr txBox="1"/>
          <p:nvPr/>
        </p:nvSpPr>
        <p:spPr>
          <a:xfrm>
            <a:off x="4122720" y="2419920"/>
            <a:ext cx="268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资产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81" name="文字框 580"/>
          <p:cNvSpPr txBox="1"/>
          <p:nvPr/>
        </p:nvSpPr>
        <p:spPr>
          <a:xfrm>
            <a:off x="4323240" y="269208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82" name="文字框 581"/>
          <p:cNvSpPr txBox="1"/>
          <p:nvPr/>
        </p:nvSpPr>
        <p:spPr>
          <a:xfrm>
            <a:off x="4365720" y="2687400"/>
            <a:ext cx="21466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资产隔离：与发行方其他资产隔离存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83" name="任意多邊形 582"/>
          <p:cNvSpPr/>
          <p:nvPr/>
        </p:nvSpPr>
        <p:spPr>
          <a:xfrm>
            <a:off x="7086240" y="1127880"/>
            <a:ext cx="3067200" cy="2122920"/>
          </a:xfrm>
          <a:custGeom>
            <a:avLst/>
            <a:gdLst/>
            <a:ahLst/>
            <a:cxnLst/>
            <a:rect l="0" t="0" r="r" b="b"/>
            <a:pathLst>
              <a:path w="8520" h="5897">
                <a:moveTo>
                  <a:pt x="0" y="5618"/>
                </a:moveTo>
                <a:lnTo>
                  <a:pt x="0" y="279"/>
                </a:lnTo>
                <a:cubicBezTo>
                  <a:pt x="0" y="242"/>
                  <a:pt x="7" y="206"/>
                  <a:pt x="21" y="172"/>
                </a:cubicBezTo>
                <a:cubicBezTo>
                  <a:pt x="36" y="138"/>
                  <a:pt x="56" y="108"/>
                  <a:pt x="82" y="82"/>
                </a:cubicBezTo>
                <a:cubicBezTo>
                  <a:pt x="108" y="56"/>
                  <a:pt x="138" y="36"/>
                  <a:pt x="172" y="21"/>
                </a:cubicBezTo>
                <a:cubicBezTo>
                  <a:pt x="206" y="7"/>
                  <a:pt x="242" y="0"/>
                  <a:pt x="279" y="0"/>
                </a:cubicBezTo>
                <a:lnTo>
                  <a:pt x="8242" y="0"/>
                </a:lnTo>
                <a:cubicBezTo>
                  <a:pt x="8279" y="0"/>
                  <a:pt x="8314" y="7"/>
                  <a:pt x="8348" y="21"/>
                </a:cubicBezTo>
                <a:cubicBezTo>
                  <a:pt x="8383" y="36"/>
                  <a:pt x="8413" y="56"/>
                  <a:pt x="8439" y="82"/>
                </a:cubicBezTo>
                <a:cubicBezTo>
                  <a:pt x="8465" y="108"/>
                  <a:pt x="8485" y="138"/>
                  <a:pt x="8499" y="172"/>
                </a:cubicBezTo>
                <a:cubicBezTo>
                  <a:pt x="8513" y="206"/>
                  <a:pt x="8520" y="242"/>
                  <a:pt x="8520" y="279"/>
                </a:cubicBezTo>
                <a:lnTo>
                  <a:pt x="8520" y="5618"/>
                </a:lnTo>
                <a:cubicBezTo>
                  <a:pt x="8520" y="5655"/>
                  <a:pt x="8513" y="5690"/>
                  <a:pt x="8499" y="5725"/>
                </a:cubicBezTo>
                <a:cubicBezTo>
                  <a:pt x="8485" y="5760"/>
                  <a:pt x="8465" y="5790"/>
                  <a:pt x="8439" y="5816"/>
                </a:cubicBezTo>
                <a:cubicBezTo>
                  <a:pt x="8413" y="5842"/>
                  <a:pt x="8383" y="5862"/>
                  <a:pt x="8348" y="5876"/>
                </a:cubicBezTo>
                <a:cubicBezTo>
                  <a:pt x="8314" y="5890"/>
                  <a:pt x="8279" y="5897"/>
                  <a:pt x="8242" y="5897"/>
                </a:cubicBezTo>
                <a:lnTo>
                  <a:pt x="279" y="5897"/>
                </a:lnTo>
                <a:cubicBezTo>
                  <a:pt x="242" y="5897"/>
                  <a:pt x="206" y="5890"/>
                  <a:pt x="172" y="5876"/>
                </a:cubicBezTo>
                <a:cubicBezTo>
                  <a:pt x="138" y="5862"/>
                  <a:pt x="108" y="5842"/>
                  <a:pt x="82" y="5816"/>
                </a:cubicBezTo>
                <a:cubicBezTo>
                  <a:pt x="56" y="5790"/>
                  <a:pt x="36" y="5760"/>
                  <a:pt x="21" y="5725"/>
                </a:cubicBezTo>
                <a:cubicBezTo>
                  <a:pt x="7" y="5690"/>
                  <a:pt x="0" y="5655"/>
                  <a:pt x="0" y="5618"/>
                </a:cubicBezTo>
                <a:close/>
              </a:path>
            </a:pathLst>
          </a:custGeom>
          <a:solidFill>
            <a:srgbClr val="FFFFFF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84" name="任意多邊形 583"/>
          <p:cNvSpPr/>
          <p:nvPr/>
        </p:nvSpPr>
        <p:spPr>
          <a:xfrm>
            <a:off x="7086240" y="1127880"/>
            <a:ext cx="3067200" cy="2122920"/>
          </a:xfrm>
          <a:custGeom>
            <a:avLst/>
            <a:gdLst/>
            <a:ahLst/>
            <a:cxnLst/>
            <a:rect l="0" t="0" r="r" b="b"/>
            <a:pathLst>
              <a:path w="8520" h="5897">
                <a:moveTo>
                  <a:pt x="0" y="5618"/>
                </a:moveTo>
                <a:lnTo>
                  <a:pt x="0" y="279"/>
                </a:lnTo>
                <a:cubicBezTo>
                  <a:pt x="0" y="242"/>
                  <a:pt x="7" y="206"/>
                  <a:pt x="21" y="172"/>
                </a:cubicBezTo>
                <a:cubicBezTo>
                  <a:pt x="36" y="138"/>
                  <a:pt x="56" y="108"/>
                  <a:pt x="82" y="82"/>
                </a:cubicBezTo>
                <a:cubicBezTo>
                  <a:pt x="108" y="56"/>
                  <a:pt x="138" y="36"/>
                  <a:pt x="172" y="21"/>
                </a:cubicBezTo>
                <a:cubicBezTo>
                  <a:pt x="206" y="7"/>
                  <a:pt x="242" y="0"/>
                  <a:pt x="279" y="0"/>
                </a:cubicBezTo>
                <a:lnTo>
                  <a:pt x="8242" y="0"/>
                </a:lnTo>
                <a:cubicBezTo>
                  <a:pt x="8279" y="0"/>
                  <a:pt x="8314" y="7"/>
                  <a:pt x="8348" y="21"/>
                </a:cubicBezTo>
                <a:cubicBezTo>
                  <a:pt x="8383" y="36"/>
                  <a:pt x="8413" y="56"/>
                  <a:pt x="8439" y="82"/>
                </a:cubicBezTo>
                <a:cubicBezTo>
                  <a:pt x="8465" y="108"/>
                  <a:pt x="8485" y="138"/>
                  <a:pt x="8499" y="172"/>
                </a:cubicBezTo>
                <a:cubicBezTo>
                  <a:pt x="8513" y="206"/>
                  <a:pt x="8520" y="242"/>
                  <a:pt x="8520" y="279"/>
                </a:cubicBezTo>
                <a:lnTo>
                  <a:pt x="8520" y="5618"/>
                </a:lnTo>
                <a:cubicBezTo>
                  <a:pt x="8520" y="5655"/>
                  <a:pt x="8513" y="5690"/>
                  <a:pt x="8499" y="5725"/>
                </a:cubicBezTo>
                <a:cubicBezTo>
                  <a:pt x="8485" y="5760"/>
                  <a:pt x="8465" y="5790"/>
                  <a:pt x="8439" y="5816"/>
                </a:cubicBezTo>
                <a:cubicBezTo>
                  <a:pt x="8413" y="5842"/>
                  <a:pt x="8383" y="5862"/>
                  <a:pt x="8348" y="5876"/>
                </a:cubicBezTo>
                <a:cubicBezTo>
                  <a:pt x="8314" y="5890"/>
                  <a:pt x="8279" y="5897"/>
                  <a:pt x="8242" y="5897"/>
                </a:cubicBezTo>
                <a:lnTo>
                  <a:pt x="279" y="5897"/>
                </a:lnTo>
                <a:cubicBezTo>
                  <a:pt x="242" y="5897"/>
                  <a:pt x="206" y="5890"/>
                  <a:pt x="172" y="5876"/>
                </a:cubicBezTo>
                <a:cubicBezTo>
                  <a:pt x="138" y="5862"/>
                  <a:pt x="108" y="5842"/>
                  <a:pt x="82" y="5816"/>
                </a:cubicBezTo>
                <a:cubicBezTo>
                  <a:pt x="56" y="5790"/>
                  <a:pt x="36" y="5760"/>
                  <a:pt x="21" y="5725"/>
                </a:cubicBezTo>
                <a:cubicBezTo>
                  <a:pt x="7" y="5690"/>
                  <a:pt x="0" y="5655"/>
                  <a:pt x="0" y="5618"/>
                </a:cubicBezTo>
                <a:moveTo>
                  <a:pt x="23" y="279"/>
                </a:moveTo>
                <a:lnTo>
                  <a:pt x="23" y="5618"/>
                </a:lnTo>
                <a:cubicBezTo>
                  <a:pt x="23" y="5635"/>
                  <a:pt x="25" y="5651"/>
                  <a:pt x="28" y="5668"/>
                </a:cubicBezTo>
                <a:cubicBezTo>
                  <a:pt x="32" y="5684"/>
                  <a:pt x="36" y="5700"/>
                  <a:pt x="43" y="5717"/>
                </a:cubicBezTo>
                <a:cubicBezTo>
                  <a:pt x="49" y="5732"/>
                  <a:pt x="57" y="5747"/>
                  <a:pt x="66" y="5761"/>
                </a:cubicBezTo>
                <a:cubicBezTo>
                  <a:pt x="76" y="5775"/>
                  <a:pt x="86" y="5788"/>
                  <a:pt x="98" y="5799"/>
                </a:cubicBezTo>
                <a:cubicBezTo>
                  <a:pt x="110" y="5811"/>
                  <a:pt x="123" y="5822"/>
                  <a:pt x="137" y="5831"/>
                </a:cubicBezTo>
                <a:cubicBezTo>
                  <a:pt x="151" y="5840"/>
                  <a:pt x="166" y="5848"/>
                  <a:pt x="181" y="5855"/>
                </a:cubicBezTo>
                <a:cubicBezTo>
                  <a:pt x="196" y="5861"/>
                  <a:pt x="212" y="5866"/>
                  <a:pt x="229" y="5869"/>
                </a:cubicBezTo>
                <a:cubicBezTo>
                  <a:pt x="245" y="5873"/>
                  <a:pt x="262" y="5874"/>
                  <a:pt x="279" y="5874"/>
                </a:cubicBezTo>
                <a:lnTo>
                  <a:pt x="8242" y="5874"/>
                </a:lnTo>
                <a:cubicBezTo>
                  <a:pt x="8259" y="5874"/>
                  <a:pt x="8275" y="5873"/>
                  <a:pt x="8292" y="5869"/>
                </a:cubicBezTo>
                <a:cubicBezTo>
                  <a:pt x="8308" y="5866"/>
                  <a:pt x="8324" y="5861"/>
                  <a:pt x="8340" y="5855"/>
                </a:cubicBezTo>
                <a:cubicBezTo>
                  <a:pt x="8355" y="5848"/>
                  <a:pt x="8370" y="5840"/>
                  <a:pt x="8384" y="5831"/>
                </a:cubicBezTo>
                <a:cubicBezTo>
                  <a:pt x="8398" y="5822"/>
                  <a:pt x="8411" y="5811"/>
                  <a:pt x="8422" y="5799"/>
                </a:cubicBezTo>
                <a:cubicBezTo>
                  <a:pt x="8434" y="5788"/>
                  <a:pt x="8445" y="5775"/>
                  <a:pt x="8454" y="5761"/>
                </a:cubicBezTo>
                <a:cubicBezTo>
                  <a:pt x="8463" y="5747"/>
                  <a:pt x="8471" y="5732"/>
                  <a:pt x="8478" y="5717"/>
                </a:cubicBezTo>
                <a:cubicBezTo>
                  <a:pt x="8484" y="5700"/>
                  <a:pt x="8489" y="5684"/>
                  <a:pt x="8492" y="5668"/>
                </a:cubicBezTo>
                <a:cubicBezTo>
                  <a:pt x="8496" y="5651"/>
                  <a:pt x="8497" y="5635"/>
                  <a:pt x="8497" y="5618"/>
                </a:cubicBezTo>
                <a:lnTo>
                  <a:pt x="8497" y="279"/>
                </a:lnTo>
                <a:cubicBezTo>
                  <a:pt x="8497" y="262"/>
                  <a:pt x="8496" y="245"/>
                  <a:pt x="8492" y="229"/>
                </a:cubicBezTo>
                <a:cubicBezTo>
                  <a:pt x="8489" y="213"/>
                  <a:pt x="8484" y="197"/>
                  <a:pt x="8478" y="181"/>
                </a:cubicBezTo>
                <a:cubicBezTo>
                  <a:pt x="8471" y="166"/>
                  <a:pt x="8463" y="151"/>
                  <a:pt x="8454" y="137"/>
                </a:cubicBezTo>
                <a:cubicBezTo>
                  <a:pt x="8445" y="123"/>
                  <a:pt x="8434" y="110"/>
                  <a:pt x="8422" y="98"/>
                </a:cubicBezTo>
                <a:cubicBezTo>
                  <a:pt x="8411" y="86"/>
                  <a:pt x="8398" y="76"/>
                  <a:pt x="8384" y="67"/>
                </a:cubicBezTo>
                <a:cubicBezTo>
                  <a:pt x="8370" y="57"/>
                  <a:pt x="8355" y="49"/>
                  <a:pt x="8340" y="43"/>
                </a:cubicBezTo>
                <a:cubicBezTo>
                  <a:pt x="8324" y="36"/>
                  <a:pt x="8308" y="32"/>
                  <a:pt x="8292" y="28"/>
                </a:cubicBezTo>
                <a:cubicBezTo>
                  <a:pt x="8275" y="25"/>
                  <a:pt x="8259" y="23"/>
                  <a:pt x="8242" y="23"/>
                </a:cubicBezTo>
                <a:lnTo>
                  <a:pt x="279" y="23"/>
                </a:lnTo>
                <a:cubicBezTo>
                  <a:pt x="262" y="23"/>
                  <a:pt x="245" y="25"/>
                  <a:pt x="229" y="28"/>
                </a:cubicBezTo>
                <a:cubicBezTo>
                  <a:pt x="212" y="32"/>
                  <a:pt x="196" y="36"/>
                  <a:pt x="181" y="43"/>
                </a:cubicBezTo>
                <a:cubicBezTo>
                  <a:pt x="166" y="49"/>
                  <a:pt x="151" y="57"/>
                  <a:pt x="137" y="67"/>
                </a:cubicBezTo>
                <a:cubicBezTo>
                  <a:pt x="123" y="76"/>
                  <a:pt x="110" y="86"/>
                  <a:pt x="98" y="98"/>
                </a:cubicBezTo>
                <a:cubicBezTo>
                  <a:pt x="86" y="110"/>
                  <a:pt x="76" y="123"/>
                  <a:pt x="66" y="137"/>
                </a:cubicBezTo>
                <a:cubicBezTo>
                  <a:pt x="57" y="151"/>
                  <a:pt x="49" y="166"/>
                  <a:pt x="43" y="181"/>
                </a:cubicBezTo>
                <a:cubicBezTo>
                  <a:pt x="36" y="197"/>
                  <a:pt x="32" y="213"/>
                  <a:pt x="28" y="229"/>
                </a:cubicBezTo>
                <a:cubicBezTo>
                  <a:pt x="25" y="245"/>
                  <a:pt x="23" y="262"/>
                  <a:pt x="23" y="279"/>
                </a:cubicBezTo>
                <a:close/>
              </a:path>
            </a:pathLst>
          </a:custGeom>
          <a:solidFill>
            <a:srgbClr val="FFFFFF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85" name="任意多邊形 584"/>
          <p:cNvSpPr/>
          <p:nvPr/>
        </p:nvSpPr>
        <p:spPr>
          <a:xfrm>
            <a:off x="7261920" y="1303560"/>
            <a:ext cx="334440" cy="334440"/>
          </a:xfrm>
          <a:custGeom>
            <a:avLst/>
            <a:gdLst/>
            <a:ahLst/>
            <a:cxnLst/>
            <a:rect l="0" t="0" r="r" b="b"/>
            <a:pathLst>
              <a:path w="929" h="929">
                <a:moveTo>
                  <a:pt x="0" y="464"/>
                </a:moveTo>
                <a:cubicBezTo>
                  <a:pt x="0" y="402"/>
                  <a:pt x="11" y="343"/>
                  <a:pt x="35" y="286"/>
                </a:cubicBezTo>
                <a:cubicBezTo>
                  <a:pt x="59" y="229"/>
                  <a:pt x="92" y="179"/>
                  <a:pt x="136" y="136"/>
                </a:cubicBezTo>
                <a:cubicBezTo>
                  <a:pt x="179" y="92"/>
                  <a:pt x="229" y="59"/>
                  <a:pt x="286" y="35"/>
                </a:cubicBezTo>
                <a:cubicBezTo>
                  <a:pt x="343" y="12"/>
                  <a:pt x="402" y="0"/>
                  <a:pt x="464" y="0"/>
                </a:cubicBezTo>
                <a:cubicBezTo>
                  <a:pt x="525" y="0"/>
                  <a:pt x="585" y="12"/>
                  <a:pt x="642" y="35"/>
                </a:cubicBezTo>
                <a:cubicBezTo>
                  <a:pt x="698" y="59"/>
                  <a:pt x="750" y="92"/>
                  <a:pt x="793" y="136"/>
                </a:cubicBezTo>
                <a:cubicBezTo>
                  <a:pt x="837" y="179"/>
                  <a:pt x="870" y="229"/>
                  <a:pt x="894" y="286"/>
                </a:cubicBezTo>
                <a:cubicBezTo>
                  <a:pt x="917" y="343"/>
                  <a:pt x="929" y="402"/>
                  <a:pt x="929" y="464"/>
                </a:cubicBezTo>
                <a:cubicBezTo>
                  <a:pt x="929" y="526"/>
                  <a:pt x="917" y="586"/>
                  <a:pt x="894" y="643"/>
                </a:cubicBezTo>
                <a:cubicBezTo>
                  <a:pt x="870" y="700"/>
                  <a:pt x="837" y="750"/>
                  <a:pt x="793" y="793"/>
                </a:cubicBezTo>
                <a:cubicBezTo>
                  <a:pt x="750" y="837"/>
                  <a:pt x="698" y="870"/>
                  <a:pt x="642" y="894"/>
                </a:cubicBezTo>
                <a:cubicBezTo>
                  <a:pt x="585" y="917"/>
                  <a:pt x="525" y="929"/>
                  <a:pt x="464" y="929"/>
                </a:cubicBezTo>
                <a:cubicBezTo>
                  <a:pt x="402" y="929"/>
                  <a:pt x="343" y="917"/>
                  <a:pt x="286" y="894"/>
                </a:cubicBezTo>
                <a:cubicBezTo>
                  <a:pt x="229" y="870"/>
                  <a:pt x="179" y="837"/>
                  <a:pt x="136" y="793"/>
                </a:cubicBezTo>
                <a:cubicBezTo>
                  <a:pt x="92" y="750"/>
                  <a:pt x="59" y="700"/>
                  <a:pt x="35" y="643"/>
                </a:cubicBezTo>
                <a:cubicBezTo>
                  <a:pt x="11" y="586"/>
                  <a:pt x="0" y="526"/>
                  <a:pt x="0" y="464"/>
                </a:cubicBezTo>
                <a:close/>
              </a:path>
            </a:pathLst>
          </a:custGeom>
          <a:solidFill>
            <a:srgbClr val="4CD137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86" name="任意多邊形 585"/>
          <p:cNvSpPr/>
          <p:nvPr/>
        </p:nvSpPr>
        <p:spPr>
          <a:xfrm>
            <a:off x="7261920" y="1303560"/>
            <a:ext cx="334440" cy="334440"/>
          </a:xfrm>
          <a:custGeom>
            <a:avLst/>
            <a:gdLst/>
            <a:ahLst/>
            <a:cxnLst/>
            <a:rect l="0" t="0" r="r" b="b"/>
            <a:pathLst>
              <a:path w="929" h="929">
                <a:moveTo>
                  <a:pt x="0" y="464"/>
                </a:moveTo>
                <a:cubicBezTo>
                  <a:pt x="0" y="402"/>
                  <a:pt x="11" y="343"/>
                  <a:pt x="35" y="286"/>
                </a:cubicBezTo>
                <a:cubicBezTo>
                  <a:pt x="59" y="229"/>
                  <a:pt x="92" y="179"/>
                  <a:pt x="136" y="136"/>
                </a:cubicBezTo>
                <a:cubicBezTo>
                  <a:pt x="179" y="92"/>
                  <a:pt x="229" y="59"/>
                  <a:pt x="286" y="35"/>
                </a:cubicBezTo>
                <a:cubicBezTo>
                  <a:pt x="343" y="12"/>
                  <a:pt x="402" y="0"/>
                  <a:pt x="464" y="0"/>
                </a:cubicBezTo>
                <a:cubicBezTo>
                  <a:pt x="525" y="0"/>
                  <a:pt x="585" y="12"/>
                  <a:pt x="642" y="35"/>
                </a:cubicBezTo>
                <a:cubicBezTo>
                  <a:pt x="698" y="59"/>
                  <a:pt x="750" y="92"/>
                  <a:pt x="793" y="136"/>
                </a:cubicBezTo>
                <a:cubicBezTo>
                  <a:pt x="837" y="179"/>
                  <a:pt x="870" y="229"/>
                  <a:pt x="894" y="286"/>
                </a:cubicBezTo>
                <a:cubicBezTo>
                  <a:pt x="917" y="343"/>
                  <a:pt x="929" y="402"/>
                  <a:pt x="929" y="464"/>
                </a:cubicBezTo>
                <a:cubicBezTo>
                  <a:pt x="929" y="526"/>
                  <a:pt x="917" y="586"/>
                  <a:pt x="894" y="643"/>
                </a:cubicBezTo>
                <a:cubicBezTo>
                  <a:pt x="870" y="700"/>
                  <a:pt x="837" y="750"/>
                  <a:pt x="793" y="793"/>
                </a:cubicBezTo>
                <a:cubicBezTo>
                  <a:pt x="750" y="837"/>
                  <a:pt x="698" y="870"/>
                  <a:pt x="642" y="894"/>
                </a:cubicBezTo>
                <a:cubicBezTo>
                  <a:pt x="585" y="917"/>
                  <a:pt x="525" y="929"/>
                  <a:pt x="464" y="929"/>
                </a:cubicBezTo>
                <a:cubicBezTo>
                  <a:pt x="402" y="929"/>
                  <a:pt x="343" y="917"/>
                  <a:pt x="286" y="894"/>
                </a:cubicBezTo>
                <a:cubicBezTo>
                  <a:pt x="229" y="870"/>
                  <a:pt x="179" y="837"/>
                  <a:pt x="136" y="793"/>
                </a:cubicBezTo>
                <a:cubicBezTo>
                  <a:pt x="92" y="750"/>
                  <a:pt x="59" y="700"/>
                  <a:pt x="35" y="643"/>
                </a:cubicBezTo>
                <a:cubicBezTo>
                  <a:pt x="11" y="586"/>
                  <a:pt x="0" y="526"/>
                  <a:pt x="0" y="464"/>
                </a:cubicBezTo>
                <a:moveTo>
                  <a:pt x="464" y="23"/>
                </a:moveTo>
                <a:cubicBezTo>
                  <a:pt x="435" y="23"/>
                  <a:pt x="406" y="26"/>
                  <a:pt x="378" y="31"/>
                </a:cubicBezTo>
                <a:cubicBezTo>
                  <a:pt x="349" y="37"/>
                  <a:pt x="322" y="45"/>
                  <a:pt x="295" y="57"/>
                </a:cubicBezTo>
                <a:cubicBezTo>
                  <a:pt x="268" y="68"/>
                  <a:pt x="243" y="81"/>
                  <a:pt x="219" y="97"/>
                </a:cubicBezTo>
                <a:cubicBezTo>
                  <a:pt x="195" y="113"/>
                  <a:pt x="173" y="132"/>
                  <a:pt x="152" y="152"/>
                </a:cubicBezTo>
                <a:cubicBezTo>
                  <a:pt x="132" y="173"/>
                  <a:pt x="113" y="195"/>
                  <a:pt x="97" y="219"/>
                </a:cubicBezTo>
                <a:cubicBezTo>
                  <a:pt x="81" y="243"/>
                  <a:pt x="68" y="268"/>
                  <a:pt x="56" y="295"/>
                </a:cubicBezTo>
                <a:cubicBezTo>
                  <a:pt x="45" y="322"/>
                  <a:pt x="37" y="350"/>
                  <a:pt x="31" y="378"/>
                </a:cubicBezTo>
                <a:cubicBezTo>
                  <a:pt x="26" y="406"/>
                  <a:pt x="23" y="435"/>
                  <a:pt x="23" y="464"/>
                </a:cubicBezTo>
                <a:cubicBezTo>
                  <a:pt x="23" y="493"/>
                  <a:pt x="26" y="522"/>
                  <a:pt x="31" y="550"/>
                </a:cubicBezTo>
                <a:cubicBezTo>
                  <a:pt x="37" y="579"/>
                  <a:pt x="45" y="607"/>
                  <a:pt x="56" y="634"/>
                </a:cubicBezTo>
                <a:cubicBezTo>
                  <a:pt x="68" y="661"/>
                  <a:pt x="81" y="686"/>
                  <a:pt x="97" y="710"/>
                </a:cubicBezTo>
                <a:cubicBezTo>
                  <a:pt x="113" y="734"/>
                  <a:pt x="132" y="756"/>
                  <a:pt x="152" y="777"/>
                </a:cubicBezTo>
                <a:cubicBezTo>
                  <a:pt x="173" y="797"/>
                  <a:pt x="195" y="816"/>
                  <a:pt x="219" y="832"/>
                </a:cubicBezTo>
                <a:cubicBezTo>
                  <a:pt x="243" y="848"/>
                  <a:pt x="268" y="861"/>
                  <a:pt x="295" y="872"/>
                </a:cubicBezTo>
                <a:cubicBezTo>
                  <a:pt x="322" y="884"/>
                  <a:pt x="349" y="892"/>
                  <a:pt x="378" y="898"/>
                </a:cubicBezTo>
                <a:cubicBezTo>
                  <a:pt x="406" y="903"/>
                  <a:pt x="435" y="906"/>
                  <a:pt x="464" y="906"/>
                </a:cubicBezTo>
                <a:cubicBezTo>
                  <a:pt x="493" y="906"/>
                  <a:pt x="522" y="903"/>
                  <a:pt x="550" y="898"/>
                </a:cubicBezTo>
                <a:cubicBezTo>
                  <a:pt x="578" y="892"/>
                  <a:pt x="606" y="884"/>
                  <a:pt x="633" y="872"/>
                </a:cubicBezTo>
                <a:cubicBezTo>
                  <a:pt x="659" y="861"/>
                  <a:pt x="685" y="848"/>
                  <a:pt x="710" y="832"/>
                </a:cubicBezTo>
                <a:cubicBezTo>
                  <a:pt x="734" y="816"/>
                  <a:pt x="756" y="797"/>
                  <a:pt x="777" y="777"/>
                </a:cubicBezTo>
                <a:cubicBezTo>
                  <a:pt x="797" y="756"/>
                  <a:pt x="816" y="734"/>
                  <a:pt x="832" y="710"/>
                </a:cubicBezTo>
                <a:cubicBezTo>
                  <a:pt x="848" y="686"/>
                  <a:pt x="861" y="661"/>
                  <a:pt x="872" y="634"/>
                </a:cubicBezTo>
                <a:cubicBezTo>
                  <a:pt x="883" y="607"/>
                  <a:pt x="892" y="579"/>
                  <a:pt x="897" y="550"/>
                </a:cubicBezTo>
                <a:cubicBezTo>
                  <a:pt x="903" y="522"/>
                  <a:pt x="906" y="493"/>
                  <a:pt x="906" y="464"/>
                </a:cubicBezTo>
                <a:cubicBezTo>
                  <a:pt x="906" y="435"/>
                  <a:pt x="903" y="406"/>
                  <a:pt x="897" y="378"/>
                </a:cubicBezTo>
                <a:cubicBezTo>
                  <a:pt x="892" y="350"/>
                  <a:pt x="883" y="322"/>
                  <a:pt x="872" y="295"/>
                </a:cubicBezTo>
                <a:cubicBezTo>
                  <a:pt x="861" y="268"/>
                  <a:pt x="848" y="243"/>
                  <a:pt x="832" y="219"/>
                </a:cubicBezTo>
                <a:cubicBezTo>
                  <a:pt x="816" y="195"/>
                  <a:pt x="797" y="173"/>
                  <a:pt x="777" y="152"/>
                </a:cubicBezTo>
                <a:cubicBezTo>
                  <a:pt x="756" y="132"/>
                  <a:pt x="734" y="113"/>
                  <a:pt x="710" y="97"/>
                </a:cubicBezTo>
                <a:cubicBezTo>
                  <a:pt x="685" y="81"/>
                  <a:pt x="659" y="68"/>
                  <a:pt x="633" y="57"/>
                </a:cubicBezTo>
                <a:cubicBezTo>
                  <a:pt x="606" y="45"/>
                  <a:pt x="578" y="37"/>
                  <a:pt x="550" y="31"/>
                </a:cubicBezTo>
                <a:cubicBezTo>
                  <a:pt x="522" y="26"/>
                  <a:pt x="493" y="23"/>
                  <a:pt x="464" y="23"/>
                </a:cubicBezTo>
                <a:close/>
              </a:path>
            </a:pathLst>
          </a:custGeom>
          <a:solidFill>
            <a:srgbClr val="4CD137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587" name="圖片 586"/>
          <p:cNvPicPr/>
          <p:nvPr/>
        </p:nvPicPr>
        <p:blipFill>
          <a:blip r:embed="rId5"/>
          <a:stretch>
            <a:fillRect/>
          </a:stretch>
        </p:blipFill>
        <p:spPr>
          <a:xfrm>
            <a:off x="7345440" y="138708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8" name="文字框 587"/>
          <p:cNvSpPr txBox="1"/>
          <p:nvPr/>
        </p:nvSpPr>
        <p:spPr>
          <a:xfrm>
            <a:off x="4122720" y="2887920"/>
            <a:ext cx="13417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放，由独立托管人持有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589" name="圖片 588"/>
          <p:cNvPicPr/>
          <p:nvPr/>
        </p:nvPicPr>
        <p:blipFill>
          <a:blip r:embed="rId3"/>
          <a:stretch>
            <a:fillRect/>
          </a:stretch>
        </p:blipFill>
        <p:spPr>
          <a:xfrm>
            <a:off x="7395840" y="176328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0" name="文字框 589"/>
          <p:cNvSpPr txBox="1"/>
          <p:nvPr/>
        </p:nvSpPr>
        <p:spPr>
          <a:xfrm>
            <a:off x="7693560" y="1368360"/>
            <a:ext cx="67140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赎回要求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91" name="文字框 590"/>
          <p:cNvSpPr txBox="1"/>
          <p:nvPr/>
        </p:nvSpPr>
        <p:spPr>
          <a:xfrm>
            <a:off x="7593480" y="175608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92" name="文字框 591"/>
          <p:cNvSpPr txBox="1"/>
          <p:nvPr/>
        </p:nvSpPr>
        <p:spPr>
          <a:xfrm>
            <a:off x="7635960" y="1751400"/>
            <a:ext cx="22806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发行方必须确保用户能随时按面值赎回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593" name="圖片 592"/>
          <p:cNvPicPr/>
          <p:nvPr/>
        </p:nvPicPr>
        <p:blipFill>
          <a:blip r:embed="rId3"/>
          <a:stretch>
            <a:fillRect/>
          </a:stretch>
        </p:blipFill>
        <p:spPr>
          <a:xfrm>
            <a:off x="7395840" y="223128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4" name="文字框 593"/>
          <p:cNvSpPr txBox="1"/>
          <p:nvPr/>
        </p:nvSpPr>
        <p:spPr>
          <a:xfrm>
            <a:off x="7392960" y="1951920"/>
            <a:ext cx="6714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为法定货币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95" name="文字框 594"/>
          <p:cNvSpPr txBox="1"/>
          <p:nvPr/>
        </p:nvSpPr>
        <p:spPr>
          <a:xfrm>
            <a:off x="7593480" y="222408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596" name="圖片 595"/>
          <p:cNvPicPr/>
          <p:nvPr/>
        </p:nvPicPr>
        <p:blipFill>
          <a:blip r:embed="rId3"/>
          <a:stretch>
            <a:fillRect/>
          </a:stretch>
        </p:blipFill>
        <p:spPr>
          <a:xfrm>
            <a:off x="7395840" y="249876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7" name="文字框 596"/>
          <p:cNvSpPr txBox="1"/>
          <p:nvPr/>
        </p:nvSpPr>
        <p:spPr>
          <a:xfrm>
            <a:off x="7635960" y="2219400"/>
            <a:ext cx="1609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建立透明、可靠的赎回机制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98" name="文字框 597"/>
          <p:cNvSpPr txBox="1"/>
          <p:nvPr/>
        </p:nvSpPr>
        <p:spPr>
          <a:xfrm>
            <a:off x="7593480" y="249156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99" name="任意多邊形 598"/>
          <p:cNvSpPr/>
          <p:nvPr/>
        </p:nvSpPr>
        <p:spPr>
          <a:xfrm>
            <a:off x="542880" y="3450960"/>
            <a:ext cx="3067560" cy="1721880"/>
          </a:xfrm>
          <a:custGeom>
            <a:avLst/>
            <a:gdLst/>
            <a:ahLst/>
            <a:cxnLst/>
            <a:rect l="0" t="0" r="r" b="b"/>
            <a:pathLst>
              <a:path w="8521" h="4783">
                <a:moveTo>
                  <a:pt x="22" y="172"/>
                </a:moveTo>
                <a:cubicBezTo>
                  <a:pt x="36" y="138"/>
                  <a:pt x="56" y="108"/>
                  <a:pt x="82" y="82"/>
                </a:cubicBezTo>
                <a:cubicBezTo>
                  <a:pt x="108" y="56"/>
                  <a:pt x="138" y="36"/>
                  <a:pt x="172" y="22"/>
                </a:cubicBezTo>
                <a:cubicBezTo>
                  <a:pt x="206" y="8"/>
                  <a:pt x="242" y="0"/>
                  <a:pt x="279" y="0"/>
                </a:cubicBezTo>
                <a:lnTo>
                  <a:pt x="8242" y="0"/>
                </a:lnTo>
                <a:cubicBezTo>
                  <a:pt x="8279" y="0"/>
                  <a:pt x="8314" y="8"/>
                  <a:pt x="8349" y="22"/>
                </a:cubicBezTo>
                <a:cubicBezTo>
                  <a:pt x="8383" y="36"/>
                  <a:pt x="8413" y="56"/>
                  <a:pt x="8439" y="82"/>
                </a:cubicBezTo>
                <a:cubicBezTo>
                  <a:pt x="8465" y="108"/>
                  <a:pt x="8485" y="138"/>
                  <a:pt x="8499" y="172"/>
                </a:cubicBezTo>
                <a:cubicBezTo>
                  <a:pt x="8513" y="207"/>
                  <a:pt x="8521" y="242"/>
                  <a:pt x="8521" y="279"/>
                </a:cubicBezTo>
                <a:lnTo>
                  <a:pt x="8521" y="4505"/>
                </a:lnTo>
                <a:cubicBezTo>
                  <a:pt x="8521" y="4542"/>
                  <a:pt x="8513" y="4577"/>
                  <a:pt x="8499" y="4611"/>
                </a:cubicBezTo>
                <a:cubicBezTo>
                  <a:pt x="8485" y="4646"/>
                  <a:pt x="8465" y="4676"/>
                  <a:pt x="8439" y="4702"/>
                </a:cubicBezTo>
                <a:cubicBezTo>
                  <a:pt x="8413" y="4728"/>
                  <a:pt x="8383" y="4748"/>
                  <a:pt x="8349" y="4762"/>
                </a:cubicBezTo>
                <a:cubicBezTo>
                  <a:pt x="8314" y="4776"/>
                  <a:pt x="8279" y="4783"/>
                  <a:pt x="8242" y="4783"/>
                </a:cubicBezTo>
                <a:lnTo>
                  <a:pt x="279" y="4783"/>
                </a:lnTo>
                <a:cubicBezTo>
                  <a:pt x="242" y="4783"/>
                  <a:pt x="206" y="4776"/>
                  <a:pt x="172" y="4762"/>
                </a:cubicBezTo>
                <a:cubicBezTo>
                  <a:pt x="138" y="4748"/>
                  <a:pt x="108" y="4728"/>
                  <a:pt x="82" y="4702"/>
                </a:cubicBezTo>
                <a:cubicBezTo>
                  <a:pt x="56" y="4676"/>
                  <a:pt x="36" y="4646"/>
                  <a:pt x="22" y="4611"/>
                </a:cubicBezTo>
                <a:cubicBezTo>
                  <a:pt x="7" y="4577"/>
                  <a:pt x="0" y="4542"/>
                  <a:pt x="0" y="4505"/>
                </a:cubicBezTo>
                <a:lnTo>
                  <a:pt x="0" y="279"/>
                </a:lnTo>
                <a:cubicBezTo>
                  <a:pt x="0" y="242"/>
                  <a:pt x="7" y="207"/>
                  <a:pt x="22" y="172"/>
                </a:cubicBezTo>
                <a:close/>
              </a:path>
            </a:pathLst>
          </a:custGeom>
          <a:solidFill>
            <a:srgbClr val="FFFFFF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00" name="任意多邊形 599"/>
          <p:cNvSpPr/>
          <p:nvPr/>
        </p:nvSpPr>
        <p:spPr>
          <a:xfrm>
            <a:off x="542880" y="3450960"/>
            <a:ext cx="3067560" cy="1721880"/>
          </a:xfrm>
          <a:custGeom>
            <a:avLst/>
            <a:gdLst/>
            <a:ahLst/>
            <a:cxnLst/>
            <a:rect l="0" t="0" r="r" b="b"/>
            <a:pathLst>
              <a:path w="8521" h="4783">
                <a:moveTo>
                  <a:pt x="0" y="4505"/>
                </a:moveTo>
                <a:lnTo>
                  <a:pt x="0" y="279"/>
                </a:lnTo>
                <a:cubicBezTo>
                  <a:pt x="0" y="242"/>
                  <a:pt x="7" y="207"/>
                  <a:pt x="22" y="172"/>
                </a:cubicBezTo>
                <a:cubicBezTo>
                  <a:pt x="36" y="138"/>
                  <a:pt x="56" y="108"/>
                  <a:pt x="82" y="82"/>
                </a:cubicBezTo>
                <a:cubicBezTo>
                  <a:pt x="108" y="56"/>
                  <a:pt x="138" y="36"/>
                  <a:pt x="172" y="22"/>
                </a:cubicBezTo>
                <a:cubicBezTo>
                  <a:pt x="206" y="8"/>
                  <a:pt x="242" y="0"/>
                  <a:pt x="279" y="0"/>
                </a:cubicBezTo>
                <a:lnTo>
                  <a:pt x="8242" y="0"/>
                </a:lnTo>
                <a:cubicBezTo>
                  <a:pt x="8279" y="0"/>
                  <a:pt x="8314" y="8"/>
                  <a:pt x="8349" y="22"/>
                </a:cubicBezTo>
                <a:cubicBezTo>
                  <a:pt x="8383" y="36"/>
                  <a:pt x="8413" y="56"/>
                  <a:pt x="8439" y="82"/>
                </a:cubicBezTo>
                <a:cubicBezTo>
                  <a:pt x="8465" y="108"/>
                  <a:pt x="8485" y="138"/>
                  <a:pt x="8499" y="172"/>
                </a:cubicBezTo>
                <a:cubicBezTo>
                  <a:pt x="8513" y="207"/>
                  <a:pt x="8521" y="242"/>
                  <a:pt x="8521" y="279"/>
                </a:cubicBezTo>
                <a:lnTo>
                  <a:pt x="8521" y="4505"/>
                </a:lnTo>
                <a:cubicBezTo>
                  <a:pt x="8521" y="4542"/>
                  <a:pt x="8513" y="4577"/>
                  <a:pt x="8499" y="4611"/>
                </a:cubicBezTo>
                <a:cubicBezTo>
                  <a:pt x="8485" y="4646"/>
                  <a:pt x="8465" y="4676"/>
                  <a:pt x="8439" y="4702"/>
                </a:cubicBezTo>
                <a:cubicBezTo>
                  <a:pt x="8413" y="4728"/>
                  <a:pt x="8383" y="4748"/>
                  <a:pt x="8349" y="4762"/>
                </a:cubicBezTo>
                <a:cubicBezTo>
                  <a:pt x="8314" y="4776"/>
                  <a:pt x="8279" y="4783"/>
                  <a:pt x="8242" y="4783"/>
                </a:cubicBezTo>
                <a:lnTo>
                  <a:pt x="279" y="4783"/>
                </a:lnTo>
                <a:cubicBezTo>
                  <a:pt x="242" y="4783"/>
                  <a:pt x="206" y="4776"/>
                  <a:pt x="172" y="4762"/>
                </a:cubicBezTo>
                <a:cubicBezTo>
                  <a:pt x="138" y="4748"/>
                  <a:pt x="108" y="4728"/>
                  <a:pt x="82" y="4702"/>
                </a:cubicBezTo>
                <a:cubicBezTo>
                  <a:pt x="56" y="4676"/>
                  <a:pt x="36" y="4646"/>
                  <a:pt x="22" y="4611"/>
                </a:cubicBezTo>
                <a:cubicBezTo>
                  <a:pt x="7" y="4577"/>
                  <a:pt x="0" y="4542"/>
                  <a:pt x="0" y="4505"/>
                </a:cubicBezTo>
                <a:moveTo>
                  <a:pt x="24" y="279"/>
                </a:moveTo>
                <a:lnTo>
                  <a:pt x="24" y="4505"/>
                </a:lnTo>
                <a:cubicBezTo>
                  <a:pt x="24" y="4522"/>
                  <a:pt x="25" y="4538"/>
                  <a:pt x="28" y="4555"/>
                </a:cubicBezTo>
                <a:cubicBezTo>
                  <a:pt x="32" y="4571"/>
                  <a:pt x="37" y="4587"/>
                  <a:pt x="43" y="4603"/>
                </a:cubicBezTo>
                <a:cubicBezTo>
                  <a:pt x="49" y="4618"/>
                  <a:pt x="57" y="4633"/>
                  <a:pt x="67" y="4647"/>
                </a:cubicBezTo>
                <a:cubicBezTo>
                  <a:pt x="76" y="4661"/>
                  <a:pt x="86" y="4674"/>
                  <a:pt x="98" y="4685"/>
                </a:cubicBezTo>
                <a:cubicBezTo>
                  <a:pt x="110" y="4697"/>
                  <a:pt x="123" y="4708"/>
                  <a:pt x="137" y="4717"/>
                </a:cubicBezTo>
                <a:cubicBezTo>
                  <a:pt x="151" y="4726"/>
                  <a:pt x="166" y="4734"/>
                  <a:pt x="181" y="4741"/>
                </a:cubicBezTo>
                <a:cubicBezTo>
                  <a:pt x="197" y="4747"/>
                  <a:pt x="213" y="4752"/>
                  <a:pt x="229" y="4755"/>
                </a:cubicBezTo>
                <a:cubicBezTo>
                  <a:pt x="246" y="4759"/>
                  <a:pt x="262" y="4760"/>
                  <a:pt x="279" y="4760"/>
                </a:cubicBezTo>
                <a:lnTo>
                  <a:pt x="8242" y="4760"/>
                </a:lnTo>
                <a:cubicBezTo>
                  <a:pt x="8259" y="4760"/>
                  <a:pt x="8275" y="4759"/>
                  <a:pt x="8292" y="4755"/>
                </a:cubicBezTo>
                <a:cubicBezTo>
                  <a:pt x="8308" y="4752"/>
                  <a:pt x="8324" y="4747"/>
                  <a:pt x="8340" y="4741"/>
                </a:cubicBezTo>
                <a:cubicBezTo>
                  <a:pt x="8355" y="4734"/>
                  <a:pt x="8370" y="4726"/>
                  <a:pt x="8384" y="4717"/>
                </a:cubicBezTo>
                <a:cubicBezTo>
                  <a:pt x="8398" y="4708"/>
                  <a:pt x="8411" y="4697"/>
                  <a:pt x="8423" y="4685"/>
                </a:cubicBezTo>
                <a:cubicBezTo>
                  <a:pt x="8434" y="4674"/>
                  <a:pt x="8445" y="4661"/>
                  <a:pt x="8454" y="4647"/>
                </a:cubicBezTo>
                <a:cubicBezTo>
                  <a:pt x="8464" y="4633"/>
                  <a:pt x="8471" y="4618"/>
                  <a:pt x="8478" y="4603"/>
                </a:cubicBezTo>
                <a:cubicBezTo>
                  <a:pt x="8484" y="4587"/>
                  <a:pt x="8489" y="4571"/>
                  <a:pt x="8492" y="4555"/>
                </a:cubicBezTo>
                <a:cubicBezTo>
                  <a:pt x="8496" y="4538"/>
                  <a:pt x="8497" y="4522"/>
                  <a:pt x="8497" y="4505"/>
                </a:cubicBezTo>
                <a:lnTo>
                  <a:pt x="8497" y="279"/>
                </a:lnTo>
                <a:cubicBezTo>
                  <a:pt x="8497" y="262"/>
                  <a:pt x="8496" y="246"/>
                  <a:pt x="8492" y="229"/>
                </a:cubicBezTo>
                <a:cubicBezTo>
                  <a:pt x="8489" y="213"/>
                  <a:pt x="8484" y="197"/>
                  <a:pt x="8478" y="181"/>
                </a:cubicBezTo>
                <a:cubicBezTo>
                  <a:pt x="8471" y="166"/>
                  <a:pt x="8464" y="151"/>
                  <a:pt x="8454" y="137"/>
                </a:cubicBezTo>
                <a:cubicBezTo>
                  <a:pt x="8445" y="123"/>
                  <a:pt x="8434" y="110"/>
                  <a:pt x="8423" y="98"/>
                </a:cubicBezTo>
                <a:cubicBezTo>
                  <a:pt x="8411" y="87"/>
                  <a:pt x="8398" y="76"/>
                  <a:pt x="8384" y="67"/>
                </a:cubicBezTo>
                <a:cubicBezTo>
                  <a:pt x="8370" y="57"/>
                  <a:pt x="8355" y="50"/>
                  <a:pt x="8340" y="43"/>
                </a:cubicBezTo>
                <a:cubicBezTo>
                  <a:pt x="8324" y="37"/>
                  <a:pt x="8308" y="32"/>
                  <a:pt x="8292" y="29"/>
                </a:cubicBezTo>
                <a:cubicBezTo>
                  <a:pt x="8275" y="25"/>
                  <a:pt x="8259" y="24"/>
                  <a:pt x="8242" y="24"/>
                </a:cubicBezTo>
                <a:lnTo>
                  <a:pt x="279" y="24"/>
                </a:lnTo>
                <a:cubicBezTo>
                  <a:pt x="262" y="24"/>
                  <a:pt x="246" y="25"/>
                  <a:pt x="229" y="29"/>
                </a:cubicBezTo>
                <a:cubicBezTo>
                  <a:pt x="213" y="32"/>
                  <a:pt x="197" y="37"/>
                  <a:pt x="181" y="43"/>
                </a:cubicBezTo>
                <a:cubicBezTo>
                  <a:pt x="166" y="50"/>
                  <a:pt x="151" y="57"/>
                  <a:pt x="137" y="67"/>
                </a:cubicBezTo>
                <a:cubicBezTo>
                  <a:pt x="123" y="76"/>
                  <a:pt x="110" y="87"/>
                  <a:pt x="98" y="98"/>
                </a:cubicBezTo>
                <a:cubicBezTo>
                  <a:pt x="86" y="110"/>
                  <a:pt x="76" y="123"/>
                  <a:pt x="67" y="137"/>
                </a:cubicBezTo>
                <a:cubicBezTo>
                  <a:pt x="57" y="151"/>
                  <a:pt x="49" y="166"/>
                  <a:pt x="43" y="181"/>
                </a:cubicBezTo>
                <a:cubicBezTo>
                  <a:pt x="37" y="197"/>
                  <a:pt x="32" y="213"/>
                  <a:pt x="28" y="229"/>
                </a:cubicBezTo>
                <a:cubicBezTo>
                  <a:pt x="25" y="246"/>
                  <a:pt x="24" y="262"/>
                  <a:pt x="24" y="279"/>
                </a:cubicBezTo>
                <a:close/>
              </a:path>
            </a:pathLst>
          </a:custGeom>
          <a:solidFill>
            <a:srgbClr val="FFFFFF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01" name="任意多邊形 600"/>
          <p:cNvSpPr/>
          <p:nvPr/>
        </p:nvSpPr>
        <p:spPr>
          <a:xfrm>
            <a:off x="718560" y="3626640"/>
            <a:ext cx="334440" cy="334440"/>
          </a:xfrm>
          <a:custGeom>
            <a:avLst/>
            <a:gdLst/>
            <a:ahLst/>
            <a:cxnLst/>
            <a:rect l="0" t="0" r="r" b="b"/>
            <a:pathLst>
              <a:path w="929" h="929">
                <a:moveTo>
                  <a:pt x="35" y="287"/>
                </a:moveTo>
                <a:cubicBezTo>
                  <a:pt x="59" y="230"/>
                  <a:pt x="92" y="179"/>
                  <a:pt x="136" y="136"/>
                </a:cubicBezTo>
                <a:cubicBezTo>
                  <a:pt x="179" y="92"/>
                  <a:pt x="230" y="59"/>
                  <a:pt x="286" y="35"/>
                </a:cubicBezTo>
                <a:cubicBezTo>
                  <a:pt x="344" y="12"/>
                  <a:pt x="404" y="0"/>
                  <a:pt x="465" y="0"/>
                </a:cubicBezTo>
                <a:cubicBezTo>
                  <a:pt x="527" y="0"/>
                  <a:pt x="586" y="12"/>
                  <a:pt x="643" y="35"/>
                </a:cubicBezTo>
                <a:cubicBezTo>
                  <a:pt x="700" y="59"/>
                  <a:pt x="750" y="92"/>
                  <a:pt x="793" y="136"/>
                </a:cubicBezTo>
                <a:cubicBezTo>
                  <a:pt x="837" y="179"/>
                  <a:pt x="870" y="230"/>
                  <a:pt x="894" y="287"/>
                </a:cubicBezTo>
                <a:cubicBezTo>
                  <a:pt x="918" y="343"/>
                  <a:pt x="929" y="403"/>
                  <a:pt x="929" y="464"/>
                </a:cubicBezTo>
                <a:cubicBezTo>
                  <a:pt x="929" y="526"/>
                  <a:pt x="918" y="585"/>
                  <a:pt x="894" y="643"/>
                </a:cubicBezTo>
                <a:cubicBezTo>
                  <a:pt x="870" y="700"/>
                  <a:pt x="837" y="750"/>
                  <a:pt x="793" y="794"/>
                </a:cubicBezTo>
                <a:cubicBezTo>
                  <a:pt x="750" y="837"/>
                  <a:pt x="700" y="871"/>
                  <a:pt x="643" y="894"/>
                </a:cubicBezTo>
                <a:cubicBezTo>
                  <a:pt x="586" y="918"/>
                  <a:pt x="527" y="929"/>
                  <a:pt x="465" y="929"/>
                </a:cubicBezTo>
                <a:cubicBezTo>
                  <a:pt x="404" y="929"/>
                  <a:pt x="344" y="918"/>
                  <a:pt x="286" y="894"/>
                </a:cubicBezTo>
                <a:cubicBezTo>
                  <a:pt x="230" y="871"/>
                  <a:pt x="179" y="837"/>
                  <a:pt x="136" y="794"/>
                </a:cubicBezTo>
                <a:cubicBezTo>
                  <a:pt x="92" y="750"/>
                  <a:pt x="59" y="700"/>
                  <a:pt x="35" y="643"/>
                </a:cubicBezTo>
                <a:cubicBezTo>
                  <a:pt x="12" y="585"/>
                  <a:pt x="0" y="526"/>
                  <a:pt x="0" y="464"/>
                </a:cubicBezTo>
                <a:cubicBezTo>
                  <a:pt x="0" y="403"/>
                  <a:pt x="12" y="343"/>
                  <a:pt x="35" y="287"/>
                </a:cubicBezTo>
                <a:close/>
              </a:path>
            </a:pathLst>
          </a:custGeom>
          <a:solidFill>
            <a:srgbClr val="4CD137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02" name="任意多邊形 601"/>
          <p:cNvSpPr/>
          <p:nvPr/>
        </p:nvSpPr>
        <p:spPr>
          <a:xfrm>
            <a:off x="718560" y="3626640"/>
            <a:ext cx="334440" cy="334440"/>
          </a:xfrm>
          <a:custGeom>
            <a:avLst/>
            <a:gdLst/>
            <a:ahLst/>
            <a:cxnLst/>
            <a:rect l="0" t="0" r="r" b="b"/>
            <a:pathLst>
              <a:path w="929" h="929">
                <a:moveTo>
                  <a:pt x="0" y="464"/>
                </a:moveTo>
                <a:cubicBezTo>
                  <a:pt x="0" y="403"/>
                  <a:pt x="12" y="343"/>
                  <a:pt x="35" y="287"/>
                </a:cubicBezTo>
                <a:cubicBezTo>
                  <a:pt x="59" y="230"/>
                  <a:pt x="92" y="179"/>
                  <a:pt x="136" y="136"/>
                </a:cubicBezTo>
                <a:cubicBezTo>
                  <a:pt x="179" y="92"/>
                  <a:pt x="230" y="59"/>
                  <a:pt x="286" y="35"/>
                </a:cubicBezTo>
                <a:cubicBezTo>
                  <a:pt x="344" y="12"/>
                  <a:pt x="404" y="0"/>
                  <a:pt x="465" y="0"/>
                </a:cubicBezTo>
                <a:cubicBezTo>
                  <a:pt x="527" y="0"/>
                  <a:pt x="586" y="12"/>
                  <a:pt x="643" y="35"/>
                </a:cubicBezTo>
                <a:cubicBezTo>
                  <a:pt x="700" y="59"/>
                  <a:pt x="750" y="92"/>
                  <a:pt x="793" y="136"/>
                </a:cubicBezTo>
                <a:cubicBezTo>
                  <a:pt x="837" y="179"/>
                  <a:pt x="870" y="230"/>
                  <a:pt x="894" y="287"/>
                </a:cubicBezTo>
                <a:cubicBezTo>
                  <a:pt x="918" y="343"/>
                  <a:pt x="929" y="403"/>
                  <a:pt x="929" y="464"/>
                </a:cubicBezTo>
                <a:cubicBezTo>
                  <a:pt x="929" y="526"/>
                  <a:pt x="918" y="585"/>
                  <a:pt x="894" y="643"/>
                </a:cubicBezTo>
                <a:cubicBezTo>
                  <a:pt x="870" y="700"/>
                  <a:pt x="837" y="750"/>
                  <a:pt x="793" y="794"/>
                </a:cubicBezTo>
                <a:cubicBezTo>
                  <a:pt x="750" y="837"/>
                  <a:pt x="700" y="871"/>
                  <a:pt x="643" y="894"/>
                </a:cubicBezTo>
                <a:cubicBezTo>
                  <a:pt x="586" y="918"/>
                  <a:pt x="527" y="929"/>
                  <a:pt x="465" y="929"/>
                </a:cubicBezTo>
                <a:cubicBezTo>
                  <a:pt x="404" y="929"/>
                  <a:pt x="344" y="918"/>
                  <a:pt x="286" y="894"/>
                </a:cubicBezTo>
                <a:cubicBezTo>
                  <a:pt x="230" y="871"/>
                  <a:pt x="179" y="837"/>
                  <a:pt x="136" y="794"/>
                </a:cubicBezTo>
                <a:cubicBezTo>
                  <a:pt x="92" y="750"/>
                  <a:pt x="59" y="700"/>
                  <a:pt x="35" y="643"/>
                </a:cubicBezTo>
                <a:cubicBezTo>
                  <a:pt x="12" y="585"/>
                  <a:pt x="0" y="526"/>
                  <a:pt x="0" y="464"/>
                </a:cubicBezTo>
                <a:moveTo>
                  <a:pt x="465" y="23"/>
                </a:moveTo>
                <a:cubicBezTo>
                  <a:pt x="436" y="23"/>
                  <a:pt x="407" y="26"/>
                  <a:pt x="379" y="32"/>
                </a:cubicBezTo>
                <a:cubicBezTo>
                  <a:pt x="351" y="37"/>
                  <a:pt x="322" y="46"/>
                  <a:pt x="295" y="57"/>
                </a:cubicBezTo>
                <a:cubicBezTo>
                  <a:pt x="269" y="68"/>
                  <a:pt x="243" y="81"/>
                  <a:pt x="219" y="98"/>
                </a:cubicBezTo>
                <a:cubicBezTo>
                  <a:pt x="195" y="114"/>
                  <a:pt x="173" y="132"/>
                  <a:pt x="152" y="152"/>
                </a:cubicBezTo>
                <a:cubicBezTo>
                  <a:pt x="132" y="173"/>
                  <a:pt x="113" y="195"/>
                  <a:pt x="97" y="219"/>
                </a:cubicBezTo>
                <a:cubicBezTo>
                  <a:pt x="81" y="243"/>
                  <a:pt x="68" y="269"/>
                  <a:pt x="57" y="295"/>
                </a:cubicBezTo>
                <a:cubicBezTo>
                  <a:pt x="46" y="322"/>
                  <a:pt x="37" y="350"/>
                  <a:pt x="32" y="378"/>
                </a:cubicBezTo>
                <a:cubicBezTo>
                  <a:pt x="26" y="407"/>
                  <a:pt x="23" y="435"/>
                  <a:pt x="23" y="464"/>
                </a:cubicBezTo>
                <a:cubicBezTo>
                  <a:pt x="23" y="493"/>
                  <a:pt x="26" y="522"/>
                  <a:pt x="32" y="550"/>
                </a:cubicBezTo>
                <a:cubicBezTo>
                  <a:pt x="37" y="579"/>
                  <a:pt x="46" y="607"/>
                  <a:pt x="57" y="634"/>
                </a:cubicBezTo>
                <a:cubicBezTo>
                  <a:pt x="68" y="661"/>
                  <a:pt x="81" y="686"/>
                  <a:pt x="97" y="710"/>
                </a:cubicBezTo>
                <a:cubicBezTo>
                  <a:pt x="113" y="734"/>
                  <a:pt x="132" y="757"/>
                  <a:pt x="152" y="777"/>
                </a:cubicBezTo>
                <a:cubicBezTo>
                  <a:pt x="173" y="798"/>
                  <a:pt x="195" y="816"/>
                  <a:pt x="219" y="832"/>
                </a:cubicBezTo>
                <a:cubicBezTo>
                  <a:pt x="243" y="848"/>
                  <a:pt x="269" y="862"/>
                  <a:pt x="295" y="873"/>
                </a:cubicBezTo>
                <a:cubicBezTo>
                  <a:pt x="322" y="884"/>
                  <a:pt x="351" y="892"/>
                  <a:pt x="379" y="898"/>
                </a:cubicBezTo>
                <a:cubicBezTo>
                  <a:pt x="407" y="903"/>
                  <a:pt x="436" y="906"/>
                  <a:pt x="465" y="906"/>
                </a:cubicBezTo>
                <a:cubicBezTo>
                  <a:pt x="494" y="906"/>
                  <a:pt x="523" y="903"/>
                  <a:pt x="551" y="898"/>
                </a:cubicBezTo>
                <a:cubicBezTo>
                  <a:pt x="580" y="892"/>
                  <a:pt x="607" y="884"/>
                  <a:pt x="634" y="873"/>
                </a:cubicBezTo>
                <a:cubicBezTo>
                  <a:pt x="661" y="862"/>
                  <a:pt x="686" y="848"/>
                  <a:pt x="710" y="832"/>
                </a:cubicBezTo>
                <a:cubicBezTo>
                  <a:pt x="734" y="816"/>
                  <a:pt x="756" y="798"/>
                  <a:pt x="777" y="777"/>
                </a:cubicBezTo>
                <a:cubicBezTo>
                  <a:pt x="797" y="757"/>
                  <a:pt x="816" y="734"/>
                  <a:pt x="832" y="710"/>
                </a:cubicBezTo>
                <a:cubicBezTo>
                  <a:pt x="848" y="686"/>
                  <a:pt x="861" y="661"/>
                  <a:pt x="873" y="634"/>
                </a:cubicBezTo>
                <a:cubicBezTo>
                  <a:pt x="884" y="607"/>
                  <a:pt x="892" y="579"/>
                  <a:pt x="898" y="550"/>
                </a:cubicBezTo>
                <a:cubicBezTo>
                  <a:pt x="903" y="522"/>
                  <a:pt x="906" y="493"/>
                  <a:pt x="906" y="464"/>
                </a:cubicBezTo>
                <a:cubicBezTo>
                  <a:pt x="906" y="435"/>
                  <a:pt x="903" y="407"/>
                  <a:pt x="898" y="378"/>
                </a:cubicBezTo>
                <a:cubicBezTo>
                  <a:pt x="892" y="350"/>
                  <a:pt x="884" y="322"/>
                  <a:pt x="873" y="295"/>
                </a:cubicBezTo>
                <a:cubicBezTo>
                  <a:pt x="861" y="269"/>
                  <a:pt x="848" y="243"/>
                  <a:pt x="832" y="219"/>
                </a:cubicBezTo>
                <a:cubicBezTo>
                  <a:pt x="816" y="195"/>
                  <a:pt x="797" y="173"/>
                  <a:pt x="777" y="152"/>
                </a:cubicBezTo>
                <a:cubicBezTo>
                  <a:pt x="756" y="132"/>
                  <a:pt x="734" y="114"/>
                  <a:pt x="710" y="98"/>
                </a:cubicBezTo>
                <a:cubicBezTo>
                  <a:pt x="686" y="81"/>
                  <a:pt x="661" y="68"/>
                  <a:pt x="634" y="57"/>
                </a:cubicBezTo>
                <a:cubicBezTo>
                  <a:pt x="607" y="46"/>
                  <a:pt x="580" y="37"/>
                  <a:pt x="551" y="32"/>
                </a:cubicBezTo>
                <a:cubicBezTo>
                  <a:pt x="523" y="26"/>
                  <a:pt x="494" y="23"/>
                  <a:pt x="465" y="23"/>
                </a:cubicBezTo>
                <a:close/>
              </a:path>
            </a:pathLst>
          </a:custGeom>
          <a:solidFill>
            <a:srgbClr val="4CD137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603" name="圖片 602"/>
          <p:cNvPicPr/>
          <p:nvPr/>
        </p:nvPicPr>
        <p:blipFill>
          <a:blip r:embed="rId6"/>
          <a:stretch>
            <a:fillRect/>
          </a:stretch>
        </p:blipFill>
        <p:spPr>
          <a:xfrm>
            <a:off x="802080" y="371052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4" name="文字框 603"/>
          <p:cNvSpPr txBox="1"/>
          <p:nvPr/>
        </p:nvSpPr>
        <p:spPr>
          <a:xfrm>
            <a:off x="7635960" y="2486880"/>
            <a:ext cx="1744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避免算法稳定币的波动性风险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605" name="圖片 604"/>
          <p:cNvPicPr/>
          <p:nvPr/>
        </p:nvPicPr>
        <p:blipFill>
          <a:blip r:embed="rId3"/>
          <a:stretch>
            <a:fillRect/>
          </a:stretch>
        </p:blipFill>
        <p:spPr>
          <a:xfrm>
            <a:off x="852480" y="408636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6" name="文字框 605"/>
          <p:cNvSpPr txBox="1"/>
          <p:nvPr/>
        </p:nvSpPr>
        <p:spPr>
          <a:xfrm>
            <a:off x="1153080" y="3691440"/>
            <a:ext cx="117432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资本与风险管理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07" name="文字框 606"/>
          <p:cNvSpPr txBox="1"/>
          <p:nvPr/>
        </p:nvSpPr>
        <p:spPr>
          <a:xfrm>
            <a:off x="1053000" y="407916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608" name="圖片 607"/>
          <p:cNvPicPr/>
          <p:nvPr/>
        </p:nvPicPr>
        <p:blipFill>
          <a:blip r:embed="rId3"/>
          <a:stretch>
            <a:fillRect/>
          </a:stretch>
        </p:blipFill>
        <p:spPr>
          <a:xfrm>
            <a:off x="852480" y="435384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9" name="文字框 608"/>
          <p:cNvSpPr txBox="1"/>
          <p:nvPr/>
        </p:nvSpPr>
        <p:spPr>
          <a:xfrm>
            <a:off x="1095480" y="4074480"/>
            <a:ext cx="10735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满足最低资本要求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10" name="文字框 609"/>
          <p:cNvSpPr txBox="1"/>
          <p:nvPr/>
        </p:nvSpPr>
        <p:spPr>
          <a:xfrm>
            <a:off x="1053000" y="434664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611" name="圖片 610"/>
          <p:cNvPicPr/>
          <p:nvPr/>
        </p:nvPicPr>
        <p:blipFill>
          <a:blip r:embed="rId3"/>
          <a:stretch>
            <a:fillRect/>
          </a:stretch>
        </p:blipFill>
        <p:spPr>
          <a:xfrm>
            <a:off x="852480" y="462132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2" name="文字框 611"/>
          <p:cNvSpPr txBox="1"/>
          <p:nvPr/>
        </p:nvSpPr>
        <p:spPr>
          <a:xfrm>
            <a:off x="1095480" y="4341960"/>
            <a:ext cx="1476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建立健全的风险管理机制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13" name="文字框 612"/>
          <p:cNvSpPr txBox="1"/>
          <p:nvPr/>
        </p:nvSpPr>
        <p:spPr>
          <a:xfrm>
            <a:off x="1053000" y="461412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14" name="文字框 613"/>
          <p:cNvSpPr txBox="1"/>
          <p:nvPr/>
        </p:nvSpPr>
        <p:spPr>
          <a:xfrm>
            <a:off x="1095480" y="4609440"/>
            <a:ext cx="6714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完善反洗钱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15" name="文字框 614"/>
          <p:cNvSpPr txBox="1"/>
          <p:nvPr/>
        </p:nvSpPr>
        <p:spPr>
          <a:xfrm>
            <a:off x="1764000" y="4614120"/>
            <a:ext cx="387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(AML)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16" name="文字框 615"/>
          <p:cNvSpPr txBox="1"/>
          <p:nvPr/>
        </p:nvSpPr>
        <p:spPr>
          <a:xfrm>
            <a:off x="2149560" y="4609440"/>
            <a:ext cx="10735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和反恐怖主义融资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17" name="文字框 616"/>
          <p:cNvSpPr txBox="1"/>
          <p:nvPr/>
        </p:nvSpPr>
        <p:spPr>
          <a:xfrm>
            <a:off x="852480" y="4814640"/>
            <a:ext cx="358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(CFT)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18" name="任意多邊形 617"/>
          <p:cNvSpPr/>
          <p:nvPr/>
        </p:nvSpPr>
        <p:spPr>
          <a:xfrm>
            <a:off x="3810600" y="3450960"/>
            <a:ext cx="3075480" cy="1721880"/>
          </a:xfrm>
          <a:custGeom>
            <a:avLst/>
            <a:gdLst/>
            <a:ahLst/>
            <a:cxnLst/>
            <a:rect l="0" t="0" r="r" b="b"/>
            <a:pathLst>
              <a:path w="8543" h="4783">
                <a:moveTo>
                  <a:pt x="0" y="4505"/>
                </a:moveTo>
                <a:lnTo>
                  <a:pt x="0" y="279"/>
                </a:lnTo>
                <a:cubicBezTo>
                  <a:pt x="0" y="242"/>
                  <a:pt x="7" y="207"/>
                  <a:pt x="21" y="172"/>
                </a:cubicBezTo>
                <a:cubicBezTo>
                  <a:pt x="35" y="138"/>
                  <a:pt x="55" y="108"/>
                  <a:pt x="81" y="82"/>
                </a:cubicBezTo>
                <a:cubicBezTo>
                  <a:pt x="107" y="56"/>
                  <a:pt x="137" y="36"/>
                  <a:pt x="172" y="22"/>
                </a:cubicBezTo>
                <a:cubicBezTo>
                  <a:pt x="206" y="8"/>
                  <a:pt x="241" y="0"/>
                  <a:pt x="278" y="0"/>
                </a:cubicBezTo>
                <a:lnTo>
                  <a:pt x="8265" y="0"/>
                </a:lnTo>
                <a:cubicBezTo>
                  <a:pt x="8301" y="0"/>
                  <a:pt x="8337" y="8"/>
                  <a:pt x="8371" y="22"/>
                </a:cubicBezTo>
                <a:cubicBezTo>
                  <a:pt x="8405" y="36"/>
                  <a:pt x="8435" y="56"/>
                  <a:pt x="8461" y="82"/>
                </a:cubicBezTo>
                <a:cubicBezTo>
                  <a:pt x="8488" y="108"/>
                  <a:pt x="8508" y="138"/>
                  <a:pt x="8522" y="172"/>
                </a:cubicBezTo>
                <a:cubicBezTo>
                  <a:pt x="8536" y="207"/>
                  <a:pt x="8543" y="242"/>
                  <a:pt x="8543" y="279"/>
                </a:cubicBezTo>
                <a:lnTo>
                  <a:pt x="8543" y="4505"/>
                </a:lnTo>
                <a:cubicBezTo>
                  <a:pt x="8543" y="4542"/>
                  <a:pt x="8536" y="4577"/>
                  <a:pt x="8522" y="4611"/>
                </a:cubicBezTo>
                <a:cubicBezTo>
                  <a:pt x="8508" y="4646"/>
                  <a:pt x="8488" y="4676"/>
                  <a:pt x="8461" y="4702"/>
                </a:cubicBezTo>
                <a:cubicBezTo>
                  <a:pt x="8435" y="4728"/>
                  <a:pt x="8405" y="4748"/>
                  <a:pt x="8371" y="4762"/>
                </a:cubicBezTo>
                <a:cubicBezTo>
                  <a:pt x="8337" y="4776"/>
                  <a:pt x="8301" y="4783"/>
                  <a:pt x="8265" y="4783"/>
                </a:cubicBezTo>
                <a:lnTo>
                  <a:pt x="278" y="4783"/>
                </a:lnTo>
                <a:cubicBezTo>
                  <a:pt x="241" y="4783"/>
                  <a:pt x="206" y="4776"/>
                  <a:pt x="172" y="4762"/>
                </a:cubicBezTo>
                <a:cubicBezTo>
                  <a:pt x="137" y="4748"/>
                  <a:pt x="107" y="4728"/>
                  <a:pt x="81" y="4702"/>
                </a:cubicBezTo>
                <a:cubicBezTo>
                  <a:pt x="55" y="4676"/>
                  <a:pt x="35" y="4646"/>
                  <a:pt x="21" y="4611"/>
                </a:cubicBezTo>
                <a:cubicBezTo>
                  <a:pt x="7" y="4577"/>
                  <a:pt x="0" y="4542"/>
                  <a:pt x="0" y="4505"/>
                </a:cubicBezTo>
                <a:close/>
              </a:path>
            </a:pathLst>
          </a:custGeom>
          <a:solidFill>
            <a:srgbClr val="FFFFFF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19" name="任意多邊形 618"/>
          <p:cNvSpPr/>
          <p:nvPr/>
        </p:nvSpPr>
        <p:spPr>
          <a:xfrm>
            <a:off x="3810600" y="3450960"/>
            <a:ext cx="3075480" cy="1721880"/>
          </a:xfrm>
          <a:custGeom>
            <a:avLst/>
            <a:gdLst/>
            <a:ahLst/>
            <a:cxnLst/>
            <a:rect l="0" t="0" r="r" b="b"/>
            <a:pathLst>
              <a:path w="8543" h="4783">
                <a:moveTo>
                  <a:pt x="0" y="4505"/>
                </a:moveTo>
                <a:lnTo>
                  <a:pt x="0" y="279"/>
                </a:lnTo>
                <a:cubicBezTo>
                  <a:pt x="0" y="242"/>
                  <a:pt x="7" y="207"/>
                  <a:pt x="21" y="172"/>
                </a:cubicBezTo>
                <a:cubicBezTo>
                  <a:pt x="35" y="138"/>
                  <a:pt x="55" y="108"/>
                  <a:pt x="81" y="82"/>
                </a:cubicBezTo>
                <a:cubicBezTo>
                  <a:pt x="107" y="56"/>
                  <a:pt x="137" y="36"/>
                  <a:pt x="172" y="22"/>
                </a:cubicBezTo>
                <a:cubicBezTo>
                  <a:pt x="206" y="8"/>
                  <a:pt x="241" y="0"/>
                  <a:pt x="278" y="0"/>
                </a:cubicBezTo>
                <a:lnTo>
                  <a:pt x="8265" y="0"/>
                </a:lnTo>
                <a:cubicBezTo>
                  <a:pt x="8301" y="0"/>
                  <a:pt x="8337" y="8"/>
                  <a:pt x="8371" y="22"/>
                </a:cubicBezTo>
                <a:cubicBezTo>
                  <a:pt x="8405" y="36"/>
                  <a:pt x="8435" y="56"/>
                  <a:pt x="8461" y="82"/>
                </a:cubicBezTo>
                <a:cubicBezTo>
                  <a:pt x="8488" y="108"/>
                  <a:pt x="8508" y="138"/>
                  <a:pt x="8522" y="172"/>
                </a:cubicBezTo>
                <a:cubicBezTo>
                  <a:pt x="8536" y="207"/>
                  <a:pt x="8543" y="242"/>
                  <a:pt x="8543" y="279"/>
                </a:cubicBezTo>
                <a:lnTo>
                  <a:pt x="8543" y="4505"/>
                </a:lnTo>
                <a:cubicBezTo>
                  <a:pt x="8543" y="4542"/>
                  <a:pt x="8536" y="4577"/>
                  <a:pt x="8522" y="4611"/>
                </a:cubicBezTo>
                <a:cubicBezTo>
                  <a:pt x="8508" y="4646"/>
                  <a:pt x="8488" y="4676"/>
                  <a:pt x="8461" y="4702"/>
                </a:cubicBezTo>
                <a:cubicBezTo>
                  <a:pt x="8435" y="4728"/>
                  <a:pt x="8405" y="4748"/>
                  <a:pt x="8371" y="4762"/>
                </a:cubicBezTo>
                <a:cubicBezTo>
                  <a:pt x="8337" y="4776"/>
                  <a:pt x="8301" y="4783"/>
                  <a:pt x="8265" y="4783"/>
                </a:cubicBezTo>
                <a:lnTo>
                  <a:pt x="278" y="4783"/>
                </a:lnTo>
                <a:cubicBezTo>
                  <a:pt x="241" y="4783"/>
                  <a:pt x="206" y="4776"/>
                  <a:pt x="172" y="4762"/>
                </a:cubicBezTo>
                <a:cubicBezTo>
                  <a:pt x="137" y="4748"/>
                  <a:pt x="107" y="4728"/>
                  <a:pt x="81" y="4702"/>
                </a:cubicBezTo>
                <a:cubicBezTo>
                  <a:pt x="55" y="4676"/>
                  <a:pt x="35" y="4646"/>
                  <a:pt x="21" y="4611"/>
                </a:cubicBezTo>
                <a:cubicBezTo>
                  <a:pt x="7" y="4577"/>
                  <a:pt x="0" y="4542"/>
                  <a:pt x="0" y="4505"/>
                </a:cubicBezTo>
                <a:moveTo>
                  <a:pt x="23" y="279"/>
                </a:moveTo>
                <a:lnTo>
                  <a:pt x="23" y="4505"/>
                </a:lnTo>
                <a:cubicBezTo>
                  <a:pt x="23" y="4522"/>
                  <a:pt x="25" y="4538"/>
                  <a:pt x="28" y="4555"/>
                </a:cubicBezTo>
                <a:cubicBezTo>
                  <a:pt x="31" y="4571"/>
                  <a:pt x="36" y="4587"/>
                  <a:pt x="42" y="4603"/>
                </a:cubicBezTo>
                <a:cubicBezTo>
                  <a:pt x="49" y="4618"/>
                  <a:pt x="57" y="4633"/>
                  <a:pt x="66" y="4647"/>
                </a:cubicBezTo>
                <a:cubicBezTo>
                  <a:pt x="75" y="4661"/>
                  <a:pt x="86" y="4674"/>
                  <a:pt x="98" y="4685"/>
                </a:cubicBezTo>
                <a:cubicBezTo>
                  <a:pt x="110" y="4697"/>
                  <a:pt x="122" y="4708"/>
                  <a:pt x="136" y="4717"/>
                </a:cubicBezTo>
                <a:cubicBezTo>
                  <a:pt x="150" y="4726"/>
                  <a:pt x="165" y="4734"/>
                  <a:pt x="180" y="4741"/>
                </a:cubicBezTo>
                <a:cubicBezTo>
                  <a:pt x="196" y="4747"/>
                  <a:pt x="212" y="4752"/>
                  <a:pt x="228" y="4755"/>
                </a:cubicBezTo>
                <a:cubicBezTo>
                  <a:pt x="245" y="4759"/>
                  <a:pt x="261" y="4760"/>
                  <a:pt x="278" y="4760"/>
                </a:cubicBezTo>
                <a:lnTo>
                  <a:pt x="8265" y="4760"/>
                </a:lnTo>
                <a:cubicBezTo>
                  <a:pt x="8281" y="4760"/>
                  <a:pt x="8298" y="4759"/>
                  <a:pt x="8314" y="4755"/>
                </a:cubicBezTo>
                <a:cubicBezTo>
                  <a:pt x="8331" y="4752"/>
                  <a:pt x="8347" y="4747"/>
                  <a:pt x="8362" y="4741"/>
                </a:cubicBezTo>
                <a:cubicBezTo>
                  <a:pt x="8378" y="4734"/>
                  <a:pt x="8392" y="4726"/>
                  <a:pt x="8406" y="4717"/>
                </a:cubicBezTo>
                <a:cubicBezTo>
                  <a:pt x="8420" y="4708"/>
                  <a:pt x="8433" y="4697"/>
                  <a:pt x="8445" y="4685"/>
                </a:cubicBezTo>
                <a:cubicBezTo>
                  <a:pt x="8457" y="4674"/>
                  <a:pt x="8467" y="4661"/>
                  <a:pt x="8477" y="4647"/>
                </a:cubicBezTo>
                <a:cubicBezTo>
                  <a:pt x="8486" y="4633"/>
                  <a:pt x="8494" y="4618"/>
                  <a:pt x="8500" y="4603"/>
                </a:cubicBezTo>
                <a:cubicBezTo>
                  <a:pt x="8507" y="4587"/>
                  <a:pt x="8512" y="4571"/>
                  <a:pt x="8515" y="4555"/>
                </a:cubicBezTo>
                <a:cubicBezTo>
                  <a:pt x="8518" y="4538"/>
                  <a:pt x="8520" y="4522"/>
                  <a:pt x="8520" y="4505"/>
                </a:cubicBezTo>
                <a:lnTo>
                  <a:pt x="8520" y="279"/>
                </a:lnTo>
                <a:cubicBezTo>
                  <a:pt x="8520" y="262"/>
                  <a:pt x="8518" y="246"/>
                  <a:pt x="8515" y="229"/>
                </a:cubicBezTo>
                <a:cubicBezTo>
                  <a:pt x="8512" y="213"/>
                  <a:pt x="8507" y="197"/>
                  <a:pt x="8500" y="181"/>
                </a:cubicBezTo>
                <a:cubicBezTo>
                  <a:pt x="8494" y="166"/>
                  <a:pt x="8486" y="151"/>
                  <a:pt x="8477" y="137"/>
                </a:cubicBezTo>
                <a:cubicBezTo>
                  <a:pt x="8467" y="123"/>
                  <a:pt x="8457" y="110"/>
                  <a:pt x="8445" y="98"/>
                </a:cubicBezTo>
                <a:cubicBezTo>
                  <a:pt x="8433" y="87"/>
                  <a:pt x="8420" y="76"/>
                  <a:pt x="8406" y="67"/>
                </a:cubicBezTo>
                <a:cubicBezTo>
                  <a:pt x="8392" y="57"/>
                  <a:pt x="8378" y="50"/>
                  <a:pt x="8362" y="43"/>
                </a:cubicBezTo>
                <a:cubicBezTo>
                  <a:pt x="8347" y="37"/>
                  <a:pt x="8331" y="32"/>
                  <a:pt x="8314" y="29"/>
                </a:cubicBezTo>
                <a:cubicBezTo>
                  <a:pt x="8298" y="25"/>
                  <a:pt x="8281" y="24"/>
                  <a:pt x="8265" y="24"/>
                </a:cubicBezTo>
                <a:lnTo>
                  <a:pt x="278" y="24"/>
                </a:lnTo>
                <a:cubicBezTo>
                  <a:pt x="261" y="24"/>
                  <a:pt x="245" y="25"/>
                  <a:pt x="228" y="29"/>
                </a:cubicBezTo>
                <a:cubicBezTo>
                  <a:pt x="212" y="32"/>
                  <a:pt x="196" y="37"/>
                  <a:pt x="180" y="43"/>
                </a:cubicBezTo>
                <a:cubicBezTo>
                  <a:pt x="165" y="50"/>
                  <a:pt x="150" y="57"/>
                  <a:pt x="136" y="67"/>
                </a:cubicBezTo>
                <a:cubicBezTo>
                  <a:pt x="122" y="76"/>
                  <a:pt x="110" y="87"/>
                  <a:pt x="98" y="98"/>
                </a:cubicBezTo>
                <a:cubicBezTo>
                  <a:pt x="86" y="110"/>
                  <a:pt x="75" y="123"/>
                  <a:pt x="66" y="137"/>
                </a:cubicBezTo>
                <a:cubicBezTo>
                  <a:pt x="57" y="151"/>
                  <a:pt x="49" y="166"/>
                  <a:pt x="42" y="181"/>
                </a:cubicBezTo>
                <a:cubicBezTo>
                  <a:pt x="36" y="197"/>
                  <a:pt x="31" y="213"/>
                  <a:pt x="28" y="229"/>
                </a:cubicBezTo>
                <a:cubicBezTo>
                  <a:pt x="25" y="246"/>
                  <a:pt x="23" y="262"/>
                  <a:pt x="23" y="279"/>
                </a:cubicBezTo>
                <a:close/>
              </a:path>
            </a:pathLst>
          </a:custGeom>
          <a:solidFill>
            <a:srgbClr val="FFFFFF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20" name="任意多邊形 619"/>
          <p:cNvSpPr/>
          <p:nvPr/>
        </p:nvSpPr>
        <p:spPr>
          <a:xfrm>
            <a:off x="3985920" y="3626640"/>
            <a:ext cx="334800" cy="334440"/>
          </a:xfrm>
          <a:custGeom>
            <a:avLst/>
            <a:gdLst/>
            <a:ahLst/>
            <a:cxnLst/>
            <a:rect l="0" t="0" r="r" b="b"/>
            <a:pathLst>
              <a:path w="930" h="929">
                <a:moveTo>
                  <a:pt x="35" y="287"/>
                </a:moveTo>
                <a:cubicBezTo>
                  <a:pt x="59" y="230"/>
                  <a:pt x="93" y="179"/>
                  <a:pt x="136" y="136"/>
                </a:cubicBezTo>
                <a:cubicBezTo>
                  <a:pt x="180" y="92"/>
                  <a:pt x="230" y="59"/>
                  <a:pt x="287" y="35"/>
                </a:cubicBezTo>
                <a:cubicBezTo>
                  <a:pt x="344" y="12"/>
                  <a:pt x="403" y="0"/>
                  <a:pt x="464" y="0"/>
                </a:cubicBezTo>
                <a:cubicBezTo>
                  <a:pt x="526" y="0"/>
                  <a:pt x="586" y="12"/>
                  <a:pt x="643" y="35"/>
                </a:cubicBezTo>
                <a:cubicBezTo>
                  <a:pt x="700" y="59"/>
                  <a:pt x="750" y="92"/>
                  <a:pt x="794" y="136"/>
                </a:cubicBezTo>
                <a:cubicBezTo>
                  <a:pt x="837" y="179"/>
                  <a:pt x="871" y="230"/>
                  <a:pt x="894" y="287"/>
                </a:cubicBezTo>
                <a:cubicBezTo>
                  <a:pt x="918" y="343"/>
                  <a:pt x="930" y="403"/>
                  <a:pt x="930" y="464"/>
                </a:cubicBezTo>
                <a:cubicBezTo>
                  <a:pt x="930" y="526"/>
                  <a:pt x="918" y="585"/>
                  <a:pt x="894" y="643"/>
                </a:cubicBezTo>
                <a:cubicBezTo>
                  <a:pt x="871" y="700"/>
                  <a:pt x="837" y="750"/>
                  <a:pt x="794" y="794"/>
                </a:cubicBezTo>
                <a:cubicBezTo>
                  <a:pt x="750" y="837"/>
                  <a:pt x="700" y="871"/>
                  <a:pt x="643" y="894"/>
                </a:cubicBezTo>
                <a:cubicBezTo>
                  <a:pt x="586" y="918"/>
                  <a:pt x="526" y="929"/>
                  <a:pt x="464" y="929"/>
                </a:cubicBezTo>
                <a:cubicBezTo>
                  <a:pt x="403" y="929"/>
                  <a:pt x="344" y="918"/>
                  <a:pt x="287" y="894"/>
                </a:cubicBezTo>
                <a:cubicBezTo>
                  <a:pt x="230" y="871"/>
                  <a:pt x="180" y="837"/>
                  <a:pt x="136" y="794"/>
                </a:cubicBezTo>
                <a:cubicBezTo>
                  <a:pt x="93" y="750"/>
                  <a:pt x="59" y="700"/>
                  <a:pt x="35" y="643"/>
                </a:cubicBezTo>
                <a:cubicBezTo>
                  <a:pt x="12" y="585"/>
                  <a:pt x="0" y="526"/>
                  <a:pt x="0" y="464"/>
                </a:cubicBezTo>
                <a:cubicBezTo>
                  <a:pt x="0" y="403"/>
                  <a:pt x="12" y="343"/>
                  <a:pt x="35" y="287"/>
                </a:cubicBezTo>
                <a:close/>
              </a:path>
            </a:pathLst>
          </a:custGeom>
          <a:solidFill>
            <a:srgbClr val="4CD137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21" name="任意多邊形 620"/>
          <p:cNvSpPr/>
          <p:nvPr/>
        </p:nvSpPr>
        <p:spPr>
          <a:xfrm>
            <a:off x="3985920" y="3626640"/>
            <a:ext cx="334800" cy="334440"/>
          </a:xfrm>
          <a:custGeom>
            <a:avLst/>
            <a:gdLst/>
            <a:ahLst/>
            <a:cxnLst/>
            <a:rect l="0" t="0" r="r" b="b"/>
            <a:pathLst>
              <a:path w="930" h="929">
                <a:moveTo>
                  <a:pt x="0" y="464"/>
                </a:moveTo>
                <a:cubicBezTo>
                  <a:pt x="0" y="403"/>
                  <a:pt x="12" y="343"/>
                  <a:pt x="35" y="287"/>
                </a:cubicBezTo>
                <a:cubicBezTo>
                  <a:pt x="59" y="230"/>
                  <a:pt x="93" y="179"/>
                  <a:pt x="136" y="136"/>
                </a:cubicBezTo>
                <a:cubicBezTo>
                  <a:pt x="180" y="92"/>
                  <a:pt x="230" y="59"/>
                  <a:pt x="287" y="35"/>
                </a:cubicBezTo>
                <a:cubicBezTo>
                  <a:pt x="344" y="12"/>
                  <a:pt x="403" y="0"/>
                  <a:pt x="464" y="0"/>
                </a:cubicBezTo>
                <a:cubicBezTo>
                  <a:pt x="526" y="0"/>
                  <a:pt x="586" y="12"/>
                  <a:pt x="643" y="35"/>
                </a:cubicBezTo>
                <a:cubicBezTo>
                  <a:pt x="700" y="59"/>
                  <a:pt x="750" y="92"/>
                  <a:pt x="794" y="136"/>
                </a:cubicBezTo>
                <a:cubicBezTo>
                  <a:pt x="837" y="179"/>
                  <a:pt x="871" y="230"/>
                  <a:pt x="894" y="287"/>
                </a:cubicBezTo>
                <a:cubicBezTo>
                  <a:pt x="918" y="343"/>
                  <a:pt x="930" y="403"/>
                  <a:pt x="930" y="464"/>
                </a:cubicBezTo>
                <a:cubicBezTo>
                  <a:pt x="930" y="526"/>
                  <a:pt x="918" y="585"/>
                  <a:pt x="894" y="643"/>
                </a:cubicBezTo>
                <a:cubicBezTo>
                  <a:pt x="871" y="700"/>
                  <a:pt x="837" y="750"/>
                  <a:pt x="794" y="794"/>
                </a:cubicBezTo>
                <a:cubicBezTo>
                  <a:pt x="750" y="837"/>
                  <a:pt x="700" y="871"/>
                  <a:pt x="643" y="894"/>
                </a:cubicBezTo>
                <a:cubicBezTo>
                  <a:pt x="586" y="918"/>
                  <a:pt x="526" y="929"/>
                  <a:pt x="464" y="929"/>
                </a:cubicBezTo>
                <a:cubicBezTo>
                  <a:pt x="403" y="929"/>
                  <a:pt x="344" y="918"/>
                  <a:pt x="287" y="894"/>
                </a:cubicBezTo>
                <a:cubicBezTo>
                  <a:pt x="230" y="871"/>
                  <a:pt x="180" y="837"/>
                  <a:pt x="136" y="794"/>
                </a:cubicBezTo>
                <a:cubicBezTo>
                  <a:pt x="93" y="750"/>
                  <a:pt x="59" y="700"/>
                  <a:pt x="35" y="643"/>
                </a:cubicBezTo>
                <a:cubicBezTo>
                  <a:pt x="12" y="585"/>
                  <a:pt x="0" y="526"/>
                  <a:pt x="0" y="464"/>
                </a:cubicBezTo>
                <a:moveTo>
                  <a:pt x="464" y="23"/>
                </a:moveTo>
                <a:cubicBezTo>
                  <a:pt x="435" y="23"/>
                  <a:pt x="407" y="26"/>
                  <a:pt x="378" y="32"/>
                </a:cubicBezTo>
                <a:cubicBezTo>
                  <a:pt x="350" y="37"/>
                  <a:pt x="322" y="46"/>
                  <a:pt x="296" y="57"/>
                </a:cubicBezTo>
                <a:cubicBezTo>
                  <a:pt x="269" y="68"/>
                  <a:pt x="243" y="81"/>
                  <a:pt x="219" y="98"/>
                </a:cubicBezTo>
                <a:cubicBezTo>
                  <a:pt x="195" y="114"/>
                  <a:pt x="173" y="132"/>
                  <a:pt x="153" y="152"/>
                </a:cubicBezTo>
                <a:cubicBezTo>
                  <a:pt x="132" y="173"/>
                  <a:pt x="114" y="195"/>
                  <a:pt x="98" y="219"/>
                </a:cubicBezTo>
                <a:cubicBezTo>
                  <a:pt x="82" y="243"/>
                  <a:pt x="68" y="269"/>
                  <a:pt x="57" y="295"/>
                </a:cubicBezTo>
                <a:cubicBezTo>
                  <a:pt x="46" y="322"/>
                  <a:pt x="37" y="350"/>
                  <a:pt x="32" y="378"/>
                </a:cubicBezTo>
                <a:cubicBezTo>
                  <a:pt x="26" y="407"/>
                  <a:pt x="23" y="435"/>
                  <a:pt x="23" y="464"/>
                </a:cubicBezTo>
                <a:cubicBezTo>
                  <a:pt x="23" y="493"/>
                  <a:pt x="26" y="522"/>
                  <a:pt x="32" y="550"/>
                </a:cubicBezTo>
                <a:cubicBezTo>
                  <a:pt x="37" y="579"/>
                  <a:pt x="46" y="607"/>
                  <a:pt x="57" y="634"/>
                </a:cubicBezTo>
                <a:cubicBezTo>
                  <a:pt x="68" y="661"/>
                  <a:pt x="82" y="686"/>
                  <a:pt x="98" y="710"/>
                </a:cubicBezTo>
                <a:cubicBezTo>
                  <a:pt x="114" y="734"/>
                  <a:pt x="132" y="757"/>
                  <a:pt x="153" y="777"/>
                </a:cubicBezTo>
                <a:cubicBezTo>
                  <a:pt x="173" y="798"/>
                  <a:pt x="195" y="816"/>
                  <a:pt x="219" y="832"/>
                </a:cubicBezTo>
                <a:cubicBezTo>
                  <a:pt x="243" y="848"/>
                  <a:pt x="269" y="862"/>
                  <a:pt x="296" y="873"/>
                </a:cubicBezTo>
                <a:cubicBezTo>
                  <a:pt x="322" y="884"/>
                  <a:pt x="350" y="892"/>
                  <a:pt x="378" y="898"/>
                </a:cubicBezTo>
                <a:cubicBezTo>
                  <a:pt x="407" y="903"/>
                  <a:pt x="435" y="906"/>
                  <a:pt x="464" y="906"/>
                </a:cubicBezTo>
                <a:cubicBezTo>
                  <a:pt x="493" y="906"/>
                  <a:pt x="522" y="903"/>
                  <a:pt x="551" y="898"/>
                </a:cubicBezTo>
                <a:cubicBezTo>
                  <a:pt x="580" y="892"/>
                  <a:pt x="607" y="884"/>
                  <a:pt x="634" y="873"/>
                </a:cubicBezTo>
                <a:cubicBezTo>
                  <a:pt x="661" y="862"/>
                  <a:pt x="686" y="848"/>
                  <a:pt x="710" y="832"/>
                </a:cubicBezTo>
                <a:cubicBezTo>
                  <a:pt x="734" y="816"/>
                  <a:pt x="757" y="798"/>
                  <a:pt x="777" y="777"/>
                </a:cubicBezTo>
                <a:cubicBezTo>
                  <a:pt x="798" y="757"/>
                  <a:pt x="816" y="734"/>
                  <a:pt x="832" y="710"/>
                </a:cubicBezTo>
                <a:cubicBezTo>
                  <a:pt x="848" y="686"/>
                  <a:pt x="862" y="661"/>
                  <a:pt x="873" y="634"/>
                </a:cubicBezTo>
                <a:cubicBezTo>
                  <a:pt x="884" y="607"/>
                  <a:pt x="892" y="579"/>
                  <a:pt x="898" y="550"/>
                </a:cubicBezTo>
                <a:cubicBezTo>
                  <a:pt x="904" y="522"/>
                  <a:pt x="906" y="493"/>
                  <a:pt x="906" y="464"/>
                </a:cubicBezTo>
                <a:cubicBezTo>
                  <a:pt x="906" y="435"/>
                  <a:pt x="904" y="407"/>
                  <a:pt x="898" y="378"/>
                </a:cubicBezTo>
                <a:cubicBezTo>
                  <a:pt x="892" y="350"/>
                  <a:pt x="884" y="322"/>
                  <a:pt x="873" y="295"/>
                </a:cubicBezTo>
                <a:cubicBezTo>
                  <a:pt x="862" y="269"/>
                  <a:pt x="848" y="243"/>
                  <a:pt x="832" y="219"/>
                </a:cubicBezTo>
                <a:cubicBezTo>
                  <a:pt x="816" y="195"/>
                  <a:pt x="798" y="173"/>
                  <a:pt x="777" y="152"/>
                </a:cubicBezTo>
                <a:cubicBezTo>
                  <a:pt x="757" y="132"/>
                  <a:pt x="734" y="114"/>
                  <a:pt x="710" y="98"/>
                </a:cubicBezTo>
                <a:cubicBezTo>
                  <a:pt x="686" y="81"/>
                  <a:pt x="661" y="68"/>
                  <a:pt x="634" y="57"/>
                </a:cubicBezTo>
                <a:cubicBezTo>
                  <a:pt x="607" y="46"/>
                  <a:pt x="580" y="37"/>
                  <a:pt x="551" y="32"/>
                </a:cubicBezTo>
                <a:cubicBezTo>
                  <a:pt x="522" y="26"/>
                  <a:pt x="493" y="23"/>
                  <a:pt x="464" y="23"/>
                </a:cubicBezTo>
                <a:close/>
              </a:path>
            </a:pathLst>
          </a:custGeom>
          <a:solidFill>
            <a:srgbClr val="4CD137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622" name="圖片 621"/>
          <p:cNvPicPr/>
          <p:nvPr/>
        </p:nvPicPr>
        <p:blipFill>
          <a:blip r:embed="rId7"/>
          <a:stretch>
            <a:fillRect/>
          </a:stretch>
        </p:blipFill>
        <p:spPr>
          <a:xfrm>
            <a:off x="4094640" y="3710520"/>
            <a:ext cx="12492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3" name="文字框 622"/>
          <p:cNvSpPr txBox="1"/>
          <p:nvPr/>
        </p:nvSpPr>
        <p:spPr>
          <a:xfrm>
            <a:off x="1206360" y="4809960"/>
            <a:ext cx="268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体系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624" name="圖片 623"/>
          <p:cNvPicPr/>
          <p:nvPr/>
        </p:nvPicPr>
        <p:blipFill>
          <a:blip r:embed="rId3"/>
          <a:stretch>
            <a:fillRect/>
          </a:stretch>
        </p:blipFill>
        <p:spPr>
          <a:xfrm>
            <a:off x="4119840" y="408636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5" name="文字框 624"/>
          <p:cNvSpPr txBox="1"/>
          <p:nvPr/>
        </p:nvSpPr>
        <p:spPr>
          <a:xfrm>
            <a:off x="4423320" y="3691440"/>
            <a:ext cx="67140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信息披露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26" name="文字框 625"/>
          <p:cNvSpPr txBox="1"/>
          <p:nvPr/>
        </p:nvSpPr>
        <p:spPr>
          <a:xfrm>
            <a:off x="4323240" y="407916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627" name="圖片 626"/>
          <p:cNvPicPr/>
          <p:nvPr/>
        </p:nvPicPr>
        <p:blipFill>
          <a:blip r:embed="rId3"/>
          <a:stretch>
            <a:fillRect/>
          </a:stretch>
        </p:blipFill>
        <p:spPr>
          <a:xfrm>
            <a:off x="4119840" y="435384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8" name="文字框 627"/>
          <p:cNvSpPr txBox="1"/>
          <p:nvPr/>
        </p:nvSpPr>
        <p:spPr>
          <a:xfrm>
            <a:off x="4365720" y="4074480"/>
            <a:ext cx="1744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定期公开披露储备资产的构成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29" name="文字框 628"/>
          <p:cNvSpPr txBox="1"/>
          <p:nvPr/>
        </p:nvSpPr>
        <p:spPr>
          <a:xfrm>
            <a:off x="4323240" y="434664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630" name="圖片 629"/>
          <p:cNvPicPr/>
          <p:nvPr/>
        </p:nvPicPr>
        <p:blipFill>
          <a:blip r:embed="rId3"/>
          <a:stretch>
            <a:fillRect/>
          </a:stretch>
        </p:blipFill>
        <p:spPr>
          <a:xfrm>
            <a:off x="4119840" y="462132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1" name="文字框 630"/>
          <p:cNvSpPr txBox="1"/>
          <p:nvPr/>
        </p:nvSpPr>
        <p:spPr>
          <a:xfrm>
            <a:off x="4365720" y="4341960"/>
            <a:ext cx="12078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披露储备资产的规模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2" name="文字框 631"/>
          <p:cNvSpPr txBox="1"/>
          <p:nvPr/>
        </p:nvSpPr>
        <p:spPr>
          <a:xfrm>
            <a:off x="4323240" y="461412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3" name="任意多邊形 632"/>
          <p:cNvSpPr/>
          <p:nvPr/>
        </p:nvSpPr>
        <p:spPr>
          <a:xfrm>
            <a:off x="7086240" y="3450960"/>
            <a:ext cx="3067200" cy="1721880"/>
          </a:xfrm>
          <a:custGeom>
            <a:avLst/>
            <a:gdLst/>
            <a:ahLst/>
            <a:cxnLst/>
            <a:rect l="0" t="0" r="r" b="b"/>
            <a:pathLst>
              <a:path w="8520" h="4783">
                <a:moveTo>
                  <a:pt x="0" y="4505"/>
                </a:moveTo>
                <a:lnTo>
                  <a:pt x="0" y="279"/>
                </a:lnTo>
                <a:cubicBezTo>
                  <a:pt x="0" y="242"/>
                  <a:pt x="7" y="207"/>
                  <a:pt x="21" y="172"/>
                </a:cubicBezTo>
                <a:cubicBezTo>
                  <a:pt x="36" y="138"/>
                  <a:pt x="56" y="108"/>
                  <a:pt x="82" y="82"/>
                </a:cubicBezTo>
                <a:cubicBezTo>
                  <a:pt x="108" y="56"/>
                  <a:pt x="138" y="36"/>
                  <a:pt x="172" y="22"/>
                </a:cubicBezTo>
                <a:cubicBezTo>
                  <a:pt x="206" y="8"/>
                  <a:pt x="242" y="0"/>
                  <a:pt x="279" y="0"/>
                </a:cubicBezTo>
                <a:lnTo>
                  <a:pt x="8242" y="0"/>
                </a:lnTo>
                <a:cubicBezTo>
                  <a:pt x="8279" y="0"/>
                  <a:pt x="8314" y="8"/>
                  <a:pt x="8348" y="22"/>
                </a:cubicBezTo>
                <a:cubicBezTo>
                  <a:pt x="8383" y="36"/>
                  <a:pt x="8413" y="56"/>
                  <a:pt x="8439" y="82"/>
                </a:cubicBezTo>
                <a:cubicBezTo>
                  <a:pt x="8465" y="108"/>
                  <a:pt x="8485" y="138"/>
                  <a:pt x="8499" y="172"/>
                </a:cubicBezTo>
                <a:cubicBezTo>
                  <a:pt x="8513" y="207"/>
                  <a:pt x="8520" y="242"/>
                  <a:pt x="8520" y="279"/>
                </a:cubicBezTo>
                <a:lnTo>
                  <a:pt x="8520" y="4505"/>
                </a:lnTo>
                <a:cubicBezTo>
                  <a:pt x="8520" y="4542"/>
                  <a:pt x="8513" y="4577"/>
                  <a:pt x="8499" y="4611"/>
                </a:cubicBezTo>
                <a:cubicBezTo>
                  <a:pt x="8485" y="4646"/>
                  <a:pt x="8465" y="4676"/>
                  <a:pt x="8439" y="4702"/>
                </a:cubicBezTo>
                <a:cubicBezTo>
                  <a:pt x="8413" y="4728"/>
                  <a:pt x="8383" y="4748"/>
                  <a:pt x="8348" y="4762"/>
                </a:cubicBezTo>
                <a:cubicBezTo>
                  <a:pt x="8314" y="4776"/>
                  <a:pt x="8279" y="4783"/>
                  <a:pt x="8242" y="4783"/>
                </a:cubicBezTo>
                <a:lnTo>
                  <a:pt x="279" y="4783"/>
                </a:lnTo>
                <a:cubicBezTo>
                  <a:pt x="242" y="4783"/>
                  <a:pt x="206" y="4776"/>
                  <a:pt x="172" y="4762"/>
                </a:cubicBezTo>
                <a:cubicBezTo>
                  <a:pt x="138" y="4748"/>
                  <a:pt x="108" y="4728"/>
                  <a:pt x="82" y="4702"/>
                </a:cubicBezTo>
                <a:cubicBezTo>
                  <a:pt x="56" y="4676"/>
                  <a:pt x="36" y="4646"/>
                  <a:pt x="21" y="4611"/>
                </a:cubicBezTo>
                <a:cubicBezTo>
                  <a:pt x="7" y="4577"/>
                  <a:pt x="0" y="4542"/>
                  <a:pt x="0" y="4505"/>
                </a:cubicBezTo>
                <a:close/>
              </a:path>
            </a:pathLst>
          </a:custGeom>
          <a:solidFill>
            <a:srgbClr val="FFFFFF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4" name="任意多邊形 633"/>
          <p:cNvSpPr/>
          <p:nvPr/>
        </p:nvSpPr>
        <p:spPr>
          <a:xfrm>
            <a:off x="7086240" y="3450960"/>
            <a:ext cx="3067200" cy="1721880"/>
          </a:xfrm>
          <a:custGeom>
            <a:avLst/>
            <a:gdLst/>
            <a:ahLst/>
            <a:cxnLst/>
            <a:rect l="0" t="0" r="r" b="b"/>
            <a:pathLst>
              <a:path w="8520" h="4783">
                <a:moveTo>
                  <a:pt x="0" y="4505"/>
                </a:moveTo>
                <a:lnTo>
                  <a:pt x="0" y="279"/>
                </a:lnTo>
                <a:cubicBezTo>
                  <a:pt x="0" y="242"/>
                  <a:pt x="7" y="207"/>
                  <a:pt x="21" y="172"/>
                </a:cubicBezTo>
                <a:cubicBezTo>
                  <a:pt x="36" y="138"/>
                  <a:pt x="56" y="108"/>
                  <a:pt x="82" y="82"/>
                </a:cubicBezTo>
                <a:cubicBezTo>
                  <a:pt x="108" y="56"/>
                  <a:pt x="138" y="36"/>
                  <a:pt x="172" y="22"/>
                </a:cubicBezTo>
                <a:cubicBezTo>
                  <a:pt x="206" y="8"/>
                  <a:pt x="242" y="0"/>
                  <a:pt x="279" y="0"/>
                </a:cubicBezTo>
                <a:lnTo>
                  <a:pt x="8242" y="0"/>
                </a:lnTo>
                <a:cubicBezTo>
                  <a:pt x="8279" y="0"/>
                  <a:pt x="8314" y="8"/>
                  <a:pt x="8348" y="22"/>
                </a:cubicBezTo>
                <a:cubicBezTo>
                  <a:pt x="8383" y="36"/>
                  <a:pt x="8413" y="56"/>
                  <a:pt x="8439" y="82"/>
                </a:cubicBezTo>
                <a:cubicBezTo>
                  <a:pt x="8465" y="108"/>
                  <a:pt x="8485" y="138"/>
                  <a:pt x="8499" y="172"/>
                </a:cubicBezTo>
                <a:cubicBezTo>
                  <a:pt x="8513" y="207"/>
                  <a:pt x="8520" y="242"/>
                  <a:pt x="8520" y="279"/>
                </a:cubicBezTo>
                <a:lnTo>
                  <a:pt x="8520" y="4505"/>
                </a:lnTo>
                <a:cubicBezTo>
                  <a:pt x="8520" y="4542"/>
                  <a:pt x="8513" y="4577"/>
                  <a:pt x="8499" y="4611"/>
                </a:cubicBezTo>
                <a:cubicBezTo>
                  <a:pt x="8485" y="4646"/>
                  <a:pt x="8465" y="4676"/>
                  <a:pt x="8439" y="4702"/>
                </a:cubicBezTo>
                <a:cubicBezTo>
                  <a:pt x="8413" y="4728"/>
                  <a:pt x="8383" y="4748"/>
                  <a:pt x="8348" y="4762"/>
                </a:cubicBezTo>
                <a:cubicBezTo>
                  <a:pt x="8314" y="4776"/>
                  <a:pt x="8279" y="4783"/>
                  <a:pt x="8242" y="4783"/>
                </a:cubicBezTo>
                <a:lnTo>
                  <a:pt x="279" y="4783"/>
                </a:lnTo>
                <a:cubicBezTo>
                  <a:pt x="242" y="4783"/>
                  <a:pt x="206" y="4776"/>
                  <a:pt x="172" y="4762"/>
                </a:cubicBezTo>
                <a:cubicBezTo>
                  <a:pt x="138" y="4748"/>
                  <a:pt x="108" y="4728"/>
                  <a:pt x="82" y="4702"/>
                </a:cubicBezTo>
                <a:cubicBezTo>
                  <a:pt x="56" y="4676"/>
                  <a:pt x="36" y="4646"/>
                  <a:pt x="21" y="4611"/>
                </a:cubicBezTo>
                <a:cubicBezTo>
                  <a:pt x="7" y="4577"/>
                  <a:pt x="0" y="4542"/>
                  <a:pt x="0" y="4505"/>
                </a:cubicBezTo>
                <a:moveTo>
                  <a:pt x="23" y="279"/>
                </a:moveTo>
                <a:lnTo>
                  <a:pt x="23" y="4505"/>
                </a:lnTo>
                <a:cubicBezTo>
                  <a:pt x="23" y="4522"/>
                  <a:pt x="25" y="4538"/>
                  <a:pt x="28" y="4555"/>
                </a:cubicBezTo>
                <a:cubicBezTo>
                  <a:pt x="32" y="4571"/>
                  <a:pt x="36" y="4587"/>
                  <a:pt x="43" y="4603"/>
                </a:cubicBezTo>
                <a:cubicBezTo>
                  <a:pt x="49" y="4618"/>
                  <a:pt x="57" y="4633"/>
                  <a:pt x="66" y="4647"/>
                </a:cubicBezTo>
                <a:cubicBezTo>
                  <a:pt x="76" y="4661"/>
                  <a:pt x="86" y="4674"/>
                  <a:pt x="98" y="4685"/>
                </a:cubicBezTo>
                <a:cubicBezTo>
                  <a:pt x="110" y="4697"/>
                  <a:pt x="123" y="4708"/>
                  <a:pt x="137" y="4717"/>
                </a:cubicBezTo>
                <a:cubicBezTo>
                  <a:pt x="151" y="4726"/>
                  <a:pt x="166" y="4734"/>
                  <a:pt x="181" y="4741"/>
                </a:cubicBezTo>
                <a:cubicBezTo>
                  <a:pt x="196" y="4747"/>
                  <a:pt x="212" y="4752"/>
                  <a:pt x="229" y="4755"/>
                </a:cubicBezTo>
                <a:cubicBezTo>
                  <a:pt x="245" y="4759"/>
                  <a:pt x="262" y="4760"/>
                  <a:pt x="279" y="4760"/>
                </a:cubicBezTo>
                <a:lnTo>
                  <a:pt x="8242" y="4760"/>
                </a:lnTo>
                <a:cubicBezTo>
                  <a:pt x="8259" y="4760"/>
                  <a:pt x="8275" y="4759"/>
                  <a:pt x="8292" y="4755"/>
                </a:cubicBezTo>
                <a:cubicBezTo>
                  <a:pt x="8308" y="4752"/>
                  <a:pt x="8324" y="4747"/>
                  <a:pt x="8340" y="4741"/>
                </a:cubicBezTo>
                <a:cubicBezTo>
                  <a:pt x="8355" y="4734"/>
                  <a:pt x="8370" y="4726"/>
                  <a:pt x="8384" y="4717"/>
                </a:cubicBezTo>
                <a:cubicBezTo>
                  <a:pt x="8398" y="4708"/>
                  <a:pt x="8411" y="4697"/>
                  <a:pt x="8422" y="4685"/>
                </a:cubicBezTo>
                <a:cubicBezTo>
                  <a:pt x="8434" y="4674"/>
                  <a:pt x="8445" y="4661"/>
                  <a:pt x="8454" y="4647"/>
                </a:cubicBezTo>
                <a:cubicBezTo>
                  <a:pt x="8463" y="4633"/>
                  <a:pt x="8471" y="4618"/>
                  <a:pt x="8478" y="4603"/>
                </a:cubicBezTo>
                <a:cubicBezTo>
                  <a:pt x="8484" y="4587"/>
                  <a:pt x="8489" y="4571"/>
                  <a:pt x="8492" y="4555"/>
                </a:cubicBezTo>
                <a:cubicBezTo>
                  <a:pt x="8496" y="4538"/>
                  <a:pt x="8497" y="4522"/>
                  <a:pt x="8497" y="4505"/>
                </a:cubicBezTo>
                <a:lnTo>
                  <a:pt x="8497" y="279"/>
                </a:lnTo>
                <a:cubicBezTo>
                  <a:pt x="8497" y="262"/>
                  <a:pt x="8496" y="246"/>
                  <a:pt x="8492" y="229"/>
                </a:cubicBezTo>
                <a:cubicBezTo>
                  <a:pt x="8489" y="213"/>
                  <a:pt x="8484" y="197"/>
                  <a:pt x="8478" y="181"/>
                </a:cubicBezTo>
                <a:cubicBezTo>
                  <a:pt x="8471" y="166"/>
                  <a:pt x="8463" y="151"/>
                  <a:pt x="8454" y="137"/>
                </a:cubicBezTo>
                <a:cubicBezTo>
                  <a:pt x="8445" y="123"/>
                  <a:pt x="8434" y="110"/>
                  <a:pt x="8422" y="98"/>
                </a:cubicBezTo>
                <a:cubicBezTo>
                  <a:pt x="8411" y="87"/>
                  <a:pt x="8398" y="76"/>
                  <a:pt x="8384" y="67"/>
                </a:cubicBezTo>
                <a:cubicBezTo>
                  <a:pt x="8370" y="57"/>
                  <a:pt x="8355" y="50"/>
                  <a:pt x="8340" y="43"/>
                </a:cubicBezTo>
                <a:cubicBezTo>
                  <a:pt x="8324" y="37"/>
                  <a:pt x="8308" y="32"/>
                  <a:pt x="8292" y="29"/>
                </a:cubicBezTo>
                <a:cubicBezTo>
                  <a:pt x="8275" y="25"/>
                  <a:pt x="8259" y="24"/>
                  <a:pt x="8242" y="24"/>
                </a:cubicBezTo>
                <a:lnTo>
                  <a:pt x="279" y="24"/>
                </a:lnTo>
                <a:cubicBezTo>
                  <a:pt x="262" y="24"/>
                  <a:pt x="245" y="25"/>
                  <a:pt x="229" y="29"/>
                </a:cubicBezTo>
                <a:cubicBezTo>
                  <a:pt x="212" y="32"/>
                  <a:pt x="196" y="37"/>
                  <a:pt x="181" y="43"/>
                </a:cubicBezTo>
                <a:cubicBezTo>
                  <a:pt x="166" y="50"/>
                  <a:pt x="151" y="57"/>
                  <a:pt x="137" y="67"/>
                </a:cubicBezTo>
                <a:cubicBezTo>
                  <a:pt x="123" y="76"/>
                  <a:pt x="110" y="87"/>
                  <a:pt x="98" y="98"/>
                </a:cubicBezTo>
                <a:cubicBezTo>
                  <a:pt x="86" y="110"/>
                  <a:pt x="76" y="123"/>
                  <a:pt x="66" y="137"/>
                </a:cubicBezTo>
                <a:cubicBezTo>
                  <a:pt x="57" y="151"/>
                  <a:pt x="49" y="166"/>
                  <a:pt x="43" y="181"/>
                </a:cubicBezTo>
                <a:cubicBezTo>
                  <a:pt x="36" y="197"/>
                  <a:pt x="32" y="213"/>
                  <a:pt x="28" y="229"/>
                </a:cubicBezTo>
                <a:cubicBezTo>
                  <a:pt x="25" y="246"/>
                  <a:pt x="23" y="262"/>
                  <a:pt x="23" y="279"/>
                </a:cubicBezTo>
                <a:close/>
              </a:path>
            </a:pathLst>
          </a:custGeom>
          <a:solidFill>
            <a:srgbClr val="FFFFFF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5" name="任意多邊形 634"/>
          <p:cNvSpPr/>
          <p:nvPr/>
        </p:nvSpPr>
        <p:spPr>
          <a:xfrm>
            <a:off x="7261920" y="3626640"/>
            <a:ext cx="334440" cy="334440"/>
          </a:xfrm>
          <a:custGeom>
            <a:avLst/>
            <a:gdLst/>
            <a:ahLst/>
            <a:cxnLst/>
            <a:rect l="0" t="0" r="r" b="b"/>
            <a:pathLst>
              <a:path w="929" h="929">
                <a:moveTo>
                  <a:pt x="0" y="464"/>
                </a:moveTo>
                <a:cubicBezTo>
                  <a:pt x="0" y="403"/>
                  <a:pt x="11" y="343"/>
                  <a:pt x="35" y="287"/>
                </a:cubicBezTo>
                <a:cubicBezTo>
                  <a:pt x="59" y="230"/>
                  <a:pt x="92" y="179"/>
                  <a:pt x="136" y="136"/>
                </a:cubicBezTo>
                <a:cubicBezTo>
                  <a:pt x="179" y="92"/>
                  <a:pt x="229" y="59"/>
                  <a:pt x="286" y="35"/>
                </a:cubicBezTo>
                <a:cubicBezTo>
                  <a:pt x="343" y="12"/>
                  <a:pt x="402" y="0"/>
                  <a:pt x="464" y="0"/>
                </a:cubicBezTo>
                <a:cubicBezTo>
                  <a:pt x="525" y="0"/>
                  <a:pt x="585" y="12"/>
                  <a:pt x="642" y="35"/>
                </a:cubicBezTo>
                <a:cubicBezTo>
                  <a:pt x="698" y="59"/>
                  <a:pt x="750" y="92"/>
                  <a:pt x="793" y="136"/>
                </a:cubicBezTo>
                <a:cubicBezTo>
                  <a:pt x="837" y="179"/>
                  <a:pt x="870" y="230"/>
                  <a:pt x="894" y="287"/>
                </a:cubicBezTo>
                <a:cubicBezTo>
                  <a:pt x="917" y="343"/>
                  <a:pt x="929" y="403"/>
                  <a:pt x="929" y="464"/>
                </a:cubicBezTo>
                <a:cubicBezTo>
                  <a:pt x="929" y="526"/>
                  <a:pt x="917" y="585"/>
                  <a:pt x="894" y="643"/>
                </a:cubicBezTo>
                <a:cubicBezTo>
                  <a:pt x="870" y="700"/>
                  <a:pt x="837" y="750"/>
                  <a:pt x="793" y="794"/>
                </a:cubicBezTo>
                <a:cubicBezTo>
                  <a:pt x="750" y="837"/>
                  <a:pt x="698" y="871"/>
                  <a:pt x="642" y="894"/>
                </a:cubicBezTo>
                <a:cubicBezTo>
                  <a:pt x="585" y="918"/>
                  <a:pt x="525" y="929"/>
                  <a:pt x="464" y="929"/>
                </a:cubicBezTo>
                <a:cubicBezTo>
                  <a:pt x="402" y="929"/>
                  <a:pt x="343" y="918"/>
                  <a:pt x="286" y="894"/>
                </a:cubicBezTo>
                <a:cubicBezTo>
                  <a:pt x="229" y="871"/>
                  <a:pt x="179" y="837"/>
                  <a:pt x="136" y="794"/>
                </a:cubicBezTo>
                <a:cubicBezTo>
                  <a:pt x="92" y="750"/>
                  <a:pt x="59" y="700"/>
                  <a:pt x="35" y="643"/>
                </a:cubicBezTo>
                <a:cubicBezTo>
                  <a:pt x="11" y="585"/>
                  <a:pt x="0" y="526"/>
                  <a:pt x="0" y="464"/>
                </a:cubicBezTo>
                <a:close/>
              </a:path>
            </a:pathLst>
          </a:custGeom>
          <a:solidFill>
            <a:srgbClr val="4CD137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6" name="任意多邊形 635"/>
          <p:cNvSpPr/>
          <p:nvPr/>
        </p:nvSpPr>
        <p:spPr>
          <a:xfrm>
            <a:off x="7261920" y="3626640"/>
            <a:ext cx="334440" cy="334440"/>
          </a:xfrm>
          <a:custGeom>
            <a:avLst/>
            <a:gdLst/>
            <a:ahLst/>
            <a:cxnLst/>
            <a:rect l="0" t="0" r="r" b="b"/>
            <a:pathLst>
              <a:path w="929" h="929">
                <a:moveTo>
                  <a:pt x="0" y="464"/>
                </a:moveTo>
                <a:cubicBezTo>
                  <a:pt x="0" y="403"/>
                  <a:pt x="11" y="343"/>
                  <a:pt x="35" y="287"/>
                </a:cubicBezTo>
                <a:cubicBezTo>
                  <a:pt x="59" y="230"/>
                  <a:pt x="92" y="179"/>
                  <a:pt x="136" y="136"/>
                </a:cubicBezTo>
                <a:cubicBezTo>
                  <a:pt x="179" y="92"/>
                  <a:pt x="229" y="59"/>
                  <a:pt x="286" y="35"/>
                </a:cubicBezTo>
                <a:cubicBezTo>
                  <a:pt x="343" y="12"/>
                  <a:pt x="402" y="0"/>
                  <a:pt x="464" y="0"/>
                </a:cubicBezTo>
                <a:cubicBezTo>
                  <a:pt x="525" y="0"/>
                  <a:pt x="585" y="12"/>
                  <a:pt x="642" y="35"/>
                </a:cubicBezTo>
                <a:cubicBezTo>
                  <a:pt x="698" y="59"/>
                  <a:pt x="750" y="92"/>
                  <a:pt x="793" y="136"/>
                </a:cubicBezTo>
                <a:cubicBezTo>
                  <a:pt x="837" y="179"/>
                  <a:pt x="870" y="230"/>
                  <a:pt x="894" y="287"/>
                </a:cubicBezTo>
                <a:cubicBezTo>
                  <a:pt x="917" y="343"/>
                  <a:pt x="929" y="403"/>
                  <a:pt x="929" y="464"/>
                </a:cubicBezTo>
                <a:cubicBezTo>
                  <a:pt x="929" y="526"/>
                  <a:pt x="917" y="585"/>
                  <a:pt x="894" y="643"/>
                </a:cubicBezTo>
                <a:cubicBezTo>
                  <a:pt x="870" y="700"/>
                  <a:pt x="837" y="750"/>
                  <a:pt x="793" y="794"/>
                </a:cubicBezTo>
                <a:cubicBezTo>
                  <a:pt x="750" y="837"/>
                  <a:pt x="698" y="871"/>
                  <a:pt x="642" y="894"/>
                </a:cubicBezTo>
                <a:cubicBezTo>
                  <a:pt x="585" y="918"/>
                  <a:pt x="525" y="929"/>
                  <a:pt x="464" y="929"/>
                </a:cubicBezTo>
                <a:cubicBezTo>
                  <a:pt x="402" y="929"/>
                  <a:pt x="343" y="918"/>
                  <a:pt x="286" y="894"/>
                </a:cubicBezTo>
                <a:cubicBezTo>
                  <a:pt x="229" y="871"/>
                  <a:pt x="179" y="837"/>
                  <a:pt x="136" y="794"/>
                </a:cubicBezTo>
                <a:cubicBezTo>
                  <a:pt x="92" y="750"/>
                  <a:pt x="59" y="700"/>
                  <a:pt x="35" y="643"/>
                </a:cubicBezTo>
                <a:cubicBezTo>
                  <a:pt x="11" y="585"/>
                  <a:pt x="0" y="526"/>
                  <a:pt x="0" y="464"/>
                </a:cubicBezTo>
                <a:moveTo>
                  <a:pt x="464" y="23"/>
                </a:moveTo>
                <a:cubicBezTo>
                  <a:pt x="435" y="23"/>
                  <a:pt x="406" y="26"/>
                  <a:pt x="378" y="32"/>
                </a:cubicBezTo>
                <a:cubicBezTo>
                  <a:pt x="349" y="37"/>
                  <a:pt x="322" y="46"/>
                  <a:pt x="295" y="57"/>
                </a:cubicBezTo>
                <a:cubicBezTo>
                  <a:pt x="268" y="68"/>
                  <a:pt x="243" y="81"/>
                  <a:pt x="219" y="98"/>
                </a:cubicBezTo>
                <a:cubicBezTo>
                  <a:pt x="195" y="114"/>
                  <a:pt x="173" y="132"/>
                  <a:pt x="152" y="152"/>
                </a:cubicBezTo>
                <a:cubicBezTo>
                  <a:pt x="132" y="173"/>
                  <a:pt x="113" y="195"/>
                  <a:pt x="97" y="219"/>
                </a:cubicBezTo>
                <a:cubicBezTo>
                  <a:pt x="81" y="243"/>
                  <a:pt x="68" y="269"/>
                  <a:pt x="56" y="295"/>
                </a:cubicBezTo>
                <a:cubicBezTo>
                  <a:pt x="45" y="322"/>
                  <a:pt x="37" y="350"/>
                  <a:pt x="31" y="378"/>
                </a:cubicBezTo>
                <a:cubicBezTo>
                  <a:pt x="26" y="407"/>
                  <a:pt x="23" y="435"/>
                  <a:pt x="23" y="464"/>
                </a:cubicBezTo>
                <a:cubicBezTo>
                  <a:pt x="23" y="493"/>
                  <a:pt x="26" y="522"/>
                  <a:pt x="31" y="550"/>
                </a:cubicBezTo>
                <a:cubicBezTo>
                  <a:pt x="37" y="579"/>
                  <a:pt x="45" y="607"/>
                  <a:pt x="56" y="634"/>
                </a:cubicBezTo>
                <a:cubicBezTo>
                  <a:pt x="68" y="661"/>
                  <a:pt x="81" y="686"/>
                  <a:pt x="97" y="710"/>
                </a:cubicBezTo>
                <a:cubicBezTo>
                  <a:pt x="113" y="734"/>
                  <a:pt x="132" y="757"/>
                  <a:pt x="152" y="777"/>
                </a:cubicBezTo>
                <a:cubicBezTo>
                  <a:pt x="173" y="798"/>
                  <a:pt x="195" y="816"/>
                  <a:pt x="219" y="832"/>
                </a:cubicBezTo>
                <a:cubicBezTo>
                  <a:pt x="243" y="848"/>
                  <a:pt x="268" y="862"/>
                  <a:pt x="295" y="873"/>
                </a:cubicBezTo>
                <a:cubicBezTo>
                  <a:pt x="322" y="884"/>
                  <a:pt x="349" y="892"/>
                  <a:pt x="378" y="898"/>
                </a:cubicBezTo>
                <a:cubicBezTo>
                  <a:pt x="406" y="903"/>
                  <a:pt x="435" y="906"/>
                  <a:pt x="464" y="906"/>
                </a:cubicBezTo>
                <a:cubicBezTo>
                  <a:pt x="493" y="906"/>
                  <a:pt x="522" y="903"/>
                  <a:pt x="550" y="898"/>
                </a:cubicBezTo>
                <a:cubicBezTo>
                  <a:pt x="578" y="892"/>
                  <a:pt x="606" y="884"/>
                  <a:pt x="633" y="873"/>
                </a:cubicBezTo>
                <a:cubicBezTo>
                  <a:pt x="659" y="862"/>
                  <a:pt x="685" y="848"/>
                  <a:pt x="710" y="832"/>
                </a:cubicBezTo>
                <a:cubicBezTo>
                  <a:pt x="734" y="816"/>
                  <a:pt x="756" y="798"/>
                  <a:pt x="777" y="777"/>
                </a:cubicBezTo>
                <a:cubicBezTo>
                  <a:pt x="797" y="757"/>
                  <a:pt x="816" y="734"/>
                  <a:pt x="832" y="710"/>
                </a:cubicBezTo>
                <a:cubicBezTo>
                  <a:pt x="848" y="686"/>
                  <a:pt x="861" y="661"/>
                  <a:pt x="872" y="634"/>
                </a:cubicBezTo>
                <a:cubicBezTo>
                  <a:pt x="883" y="607"/>
                  <a:pt x="892" y="579"/>
                  <a:pt x="897" y="550"/>
                </a:cubicBezTo>
                <a:cubicBezTo>
                  <a:pt x="903" y="522"/>
                  <a:pt x="906" y="493"/>
                  <a:pt x="906" y="464"/>
                </a:cubicBezTo>
                <a:cubicBezTo>
                  <a:pt x="906" y="435"/>
                  <a:pt x="903" y="407"/>
                  <a:pt x="897" y="378"/>
                </a:cubicBezTo>
                <a:cubicBezTo>
                  <a:pt x="892" y="350"/>
                  <a:pt x="883" y="322"/>
                  <a:pt x="872" y="295"/>
                </a:cubicBezTo>
                <a:cubicBezTo>
                  <a:pt x="861" y="269"/>
                  <a:pt x="848" y="243"/>
                  <a:pt x="832" y="219"/>
                </a:cubicBezTo>
                <a:cubicBezTo>
                  <a:pt x="816" y="195"/>
                  <a:pt x="797" y="173"/>
                  <a:pt x="777" y="152"/>
                </a:cubicBezTo>
                <a:cubicBezTo>
                  <a:pt x="756" y="132"/>
                  <a:pt x="734" y="114"/>
                  <a:pt x="710" y="98"/>
                </a:cubicBezTo>
                <a:cubicBezTo>
                  <a:pt x="685" y="81"/>
                  <a:pt x="659" y="68"/>
                  <a:pt x="633" y="57"/>
                </a:cubicBezTo>
                <a:cubicBezTo>
                  <a:pt x="606" y="46"/>
                  <a:pt x="578" y="37"/>
                  <a:pt x="550" y="32"/>
                </a:cubicBezTo>
                <a:cubicBezTo>
                  <a:pt x="522" y="26"/>
                  <a:pt x="493" y="23"/>
                  <a:pt x="464" y="23"/>
                </a:cubicBezTo>
                <a:close/>
              </a:path>
            </a:pathLst>
          </a:custGeom>
          <a:solidFill>
            <a:srgbClr val="4CD137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637" name="圖片 636"/>
          <p:cNvPicPr/>
          <p:nvPr/>
        </p:nvPicPr>
        <p:blipFill>
          <a:blip r:embed="rId8"/>
          <a:stretch>
            <a:fillRect/>
          </a:stretch>
        </p:blipFill>
        <p:spPr>
          <a:xfrm>
            <a:off x="7353720" y="3710520"/>
            <a:ext cx="15012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8" name="文字框 637"/>
          <p:cNvSpPr txBox="1"/>
          <p:nvPr/>
        </p:nvSpPr>
        <p:spPr>
          <a:xfrm>
            <a:off x="4365720" y="4609440"/>
            <a:ext cx="1878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提供审计报告，确保运营透明度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639" name="圖片 638"/>
          <p:cNvPicPr/>
          <p:nvPr/>
        </p:nvPicPr>
        <p:blipFill>
          <a:blip r:embed="rId3"/>
          <a:stretch>
            <a:fillRect/>
          </a:stretch>
        </p:blipFill>
        <p:spPr>
          <a:xfrm>
            <a:off x="7395840" y="408636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0" name="文字框 639"/>
          <p:cNvSpPr txBox="1"/>
          <p:nvPr/>
        </p:nvSpPr>
        <p:spPr>
          <a:xfrm>
            <a:off x="7693560" y="3691440"/>
            <a:ext cx="67140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监管沙盒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1" name="文字框 640"/>
          <p:cNvSpPr txBox="1"/>
          <p:nvPr/>
        </p:nvSpPr>
        <p:spPr>
          <a:xfrm>
            <a:off x="7593480" y="4079160"/>
            <a:ext cx="3844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2024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2" name="文字框 641"/>
          <p:cNvSpPr txBox="1"/>
          <p:nvPr/>
        </p:nvSpPr>
        <p:spPr>
          <a:xfrm>
            <a:off x="7976160" y="407448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年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3" name="文字框 642"/>
          <p:cNvSpPr txBox="1"/>
          <p:nvPr/>
        </p:nvSpPr>
        <p:spPr>
          <a:xfrm>
            <a:off x="8109720" y="407916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4" name="文字框 643"/>
          <p:cNvSpPr txBox="1"/>
          <p:nvPr/>
        </p:nvSpPr>
        <p:spPr>
          <a:xfrm>
            <a:off x="8195040" y="4074480"/>
            <a:ext cx="403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月启动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5" name="文字框 644"/>
          <p:cNvSpPr txBox="1"/>
          <p:nvPr/>
        </p:nvSpPr>
        <p:spPr>
          <a:xfrm>
            <a:off x="8596080" y="407916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6" name="文字框 645"/>
          <p:cNvSpPr txBox="1"/>
          <p:nvPr/>
        </p:nvSpPr>
        <p:spPr>
          <a:xfrm>
            <a:off x="8657640" y="4074480"/>
            <a:ext cx="10735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稳定币发行人沙盒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647" name="圖片 646"/>
          <p:cNvPicPr/>
          <p:nvPr/>
        </p:nvPicPr>
        <p:blipFill>
          <a:blip r:embed="rId3"/>
          <a:stretch>
            <a:fillRect/>
          </a:stretch>
        </p:blipFill>
        <p:spPr>
          <a:xfrm>
            <a:off x="7395840" y="435384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8" name="文字框 647"/>
          <p:cNvSpPr txBox="1"/>
          <p:nvPr/>
        </p:nvSpPr>
        <p:spPr>
          <a:xfrm>
            <a:off x="9727200" y="407916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9" name="文字框 648"/>
          <p:cNvSpPr txBox="1"/>
          <p:nvPr/>
        </p:nvSpPr>
        <p:spPr>
          <a:xfrm>
            <a:off x="7593480" y="434664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650" name="圖片 649"/>
          <p:cNvPicPr/>
          <p:nvPr/>
        </p:nvPicPr>
        <p:blipFill>
          <a:blip r:embed="rId3"/>
          <a:stretch>
            <a:fillRect/>
          </a:stretch>
        </p:blipFill>
        <p:spPr>
          <a:xfrm>
            <a:off x="7395840" y="462132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1" name="文字框 650"/>
          <p:cNvSpPr txBox="1"/>
          <p:nvPr/>
        </p:nvSpPr>
        <p:spPr>
          <a:xfrm>
            <a:off x="7635960" y="4341960"/>
            <a:ext cx="21466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允许机构在受控环境中测试运营模式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52" name="文字框 651"/>
          <p:cNvSpPr txBox="1"/>
          <p:nvPr/>
        </p:nvSpPr>
        <p:spPr>
          <a:xfrm>
            <a:off x="7593480" y="461412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653" name="圖片 652"/>
          <p:cNvPicPr/>
          <p:nvPr/>
        </p:nvPicPr>
        <p:blipFill>
          <a:blip r:embed="rId9"/>
          <a:stretch>
            <a:fillRect/>
          </a:stretch>
        </p:blipFill>
        <p:spPr>
          <a:xfrm>
            <a:off x="685080" y="5615640"/>
            <a:ext cx="12492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4" name="文字框 653"/>
          <p:cNvSpPr txBox="1"/>
          <p:nvPr/>
        </p:nvSpPr>
        <p:spPr>
          <a:xfrm>
            <a:off x="7635960" y="4609440"/>
            <a:ext cx="21466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促进监管机构与业界沟通，收集反馈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655" name="圖片 654"/>
          <p:cNvPicPr/>
          <p:nvPr/>
        </p:nvPicPr>
        <p:blipFill>
          <a:blip r:embed="rId10"/>
          <a:stretch>
            <a:fillRect/>
          </a:stretch>
        </p:blipFill>
        <p:spPr>
          <a:xfrm>
            <a:off x="685080" y="590832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6" name="文字框 655"/>
          <p:cNvSpPr txBox="1"/>
          <p:nvPr/>
        </p:nvSpPr>
        <p:spPr>
          <a:xfrm>
            <a:off x="877320" y="5596920"/>
            <a:ext cx="67140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政策影响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57" name="文字框 656"/>
          <p:cNvSpPr txBox="1"/>
          <p:nvPr/>
        </p:nvSpPr>
        <p:spPr>
          <a:xfrm>
            <a:off x="885960" y="590112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58" name="文字框 657"/>
          <p:cNvSpPr txBox="1"/>
          <p:nvPr/>
        </p:nvSpPr>
        <p:spPr>
          <a:xfrm>
            <a:off x="928440" y="5896440"/>
            <a:ext cx="9396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提升市场信心：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59" name="文字框 658"/>
          <p:cNvSpPr txBox="1"/>
          <p:nvPr/>
        </p:nvSpPr>
        <p:spPr>
          <a:xfrm>
            <a:off x="1864440" y="590112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60" name="文字框 659"/>
          <p:cNvSpPr txBox="1"/>
          <p:nvPr/>
        </p:nvSpPr>
        <p:spPr>
          <a:xfrm>
            <a:off x="1906920" y="5896440"/>
            <a:ext cx="1744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明确的监管规则筛选高风险项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661" name="圖片 660"/>
          <p:cNvPicPr/>
          <p:nvPr/>
        </p:nvPicPr>
        <p:blipFill>
          <a:blip r:embed="rId10"/>
          <a:stretch>
            <a:fillRect/>
          </a:stretch>
        </p:blipFill>
        <p:spPr>
          <a:xfrm>
            <a:off x="3927600" y="590832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2" name="文字框 661"/>
          <p:cNvSpPr txBox="1"/>
          <p:nvPr/>
        </p:nvSpPr>
        <p:spPr>
          <a:xfrm>
            <a:off x="685080" y="6096960"/>
            <a:ext cx="9396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目，保护投资者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63" name="文字框 662"/>
          <p:cNvSpPr txBox="1"/>
          <p:nvPr/>
        </p:nvSpPr>
        <p:spPr>
          <a:xfrm>
            <a:off x="4128120" y="590112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64" name="文字框 663"/>
          <p:cNvSpPr txBox="1"/>
          <p:nvPr/>
        </p:nvSpPr>
        <p:spPr>
          <a:xfrm>
            <a:off x="4170600" y="5896440"/>
            <a:ext cx="12078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巩固金融中心地位：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65" name="文字框 664"/>
          <p:cNvSpPr txBox="1"/>
          <p:nvPr/>
        </p:nvSpPr>
        <p:spPr>
          <a:xfrm>
            <a:off x="5374080" y="590112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66" name="文字框 665"/>
          <p:cNvSpPr txBox="1"/>
          <p:nvPr/>
        </p:nvSpPr>
        <p:spPr>
          <a:xfrm>
            <a:off x="5416560" y="5896440"/>
            <a:ext cx="13417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吸引全球虚拟资产领域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667" name="圖片 666"/>
          <p:cNvPicPr/>
          <p:nvPr/>
        </p:nvPicPr>
        <p:blipFill>
          <a:blip r:embed="rId11"/>
          <a:stretch>
            <a:fillRect/>
          </a:stretch>
        </p:blipFill>
        <p:spPr>
          <a:xfrm>
            <a:off x="7036200" y="590832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8" name="文字框 667"/>
          <p:cNvSpPr txBox="1"/>
          <p:nvPr/>
        </p:nvSpPr>
        <p:spPr>
          <a:xfrm>
            <a:off x="3927600" y="6096960"/>
            <a:ext cx="537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顶尖企业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69" name="文字框 668"/>
          <p:cNvSpPr txBox="1"/>
          <p:nvPr/>
        </p:nvSpPr>
        <p:spPr>
          <a:xfrm>
            <a:off x="7237080" y="590112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70" name="文字框 669"/>
          <p:cNvSpPr txBox="1"/>
          <p:nvPr/>
        </p:nvSpPr>
        <p:spPr>
          <a:xfrm>
            <a:off x="7279560" y="5896440"/>
            <a:ext cx="12078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限制高风险稳定币：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71" name="文字框 670"/>
          <p:cNvSpPr txBox="1"/>
          <p:nvPr/>
        </p:nvSpPr>
        <p:spPr>
          <a:xfrm>
            <a:off x="8482680" y="590112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72" name="文字框 671"/>
          <p:cNvSpPr txBox="1"/>
          <p:nvPr/>
        </p:nvSpPr>
        <p:spPr>
          <a:xfrm>
            <a:off x="8525160" y="5896440"/>
            <a:ext cx="1476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排除算法稳定币，降低系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73" name="文字框 672"/>
          <p:cNvSpPr txBox="1"/>
          <p:nvPr/>
        </p:nvSpPr>
        <p:spPr>
          <a:xfrm>
            <a:off x="7036200" y="6096960"/>
            <a:ext cx="537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统性风险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74" name="文字框 673"/>
          <p:cNvSpPr txBox="1"/>
          <p:nvPr/>
        </p:nvSpPr>
        <p:spPr>
          <a:xfrm>
            <a:off x="9442080" y="606348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第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75" name="文字框 674"/>
          <p:cNvSpPr txBox="1"/>
          <p:nvPr/>
        </p:nvSpPr>
        <p:spPr>
          <a:xfrm>
            <a:off x="9576000" y="606816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76" name="文字框 675"/>
          <p:cNvSpPr txBox="1"/>
          <p:nvPr/>
        </p:nvSpPr>
        <p:spPr>
          <a:xfrm>
            <a:off x="9660960" y="606348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页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77" name="文字框 676"/>
          <p:cNvSpPr txBox="1"/>
          <p:nvPr/>
        </p:nvSpPr>
        <p:spPr>
          <a:xfrm>
            <a:off x="9794520" y="606816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/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78" name="文字框 677"/>
          <p:cNvSpPr txBox="1"/>
          <p:nvPr/>
        </p:nvSpPr>
        <p:spPr>
          <a:xfrm>
            <a:off x="9924840" y="606348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共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79" name="文字框 678"/>
          <p:cNvSpPr txBox="1"/>
          <p:nvPr/>
        </p:nvSpPr>
        <p:spPr>
          <a:xfrm>
            <a:off x="10058400" y="6068160"/>
            <a:ext cx="171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15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80" name="文字框 679"/>
          <p:cNvSpPr txBox="1"/>
          <p:nvPr/>
        </p:nvSpPr>
        <p:spPr>
          <a:xfrm>
            <a:off x="10228680" y="606348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页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圖片 680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6320" cy="619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2" name="任意多邊形 681"/>
          <p:cNvSpPr/>
          <p:nvPr/>
        </p:nvSpPr>
        <p:spPr>
          <a:xfrm>
            <a:off x="334080" y="735120"/>
            <a:ext cx="668880" cy="33840"/>
          </a:xfrm>
          <a:custGeom>
            <a:avLst/>
            <a:gdLst/>
            <a:ahLst/>
            <a:cxnLst/>
            <a:rect l="0" t="0" r="r" b="b"/>
            <a:pathLst>
              <a:path w="1858" h="94">
                <a:moveTo>
                  <a:pt x="0" y="0"/>
                </a:moveTo>
                <a:lnTo>
                  <a:pt x="1858" y="0"/>
                </a:lnTo>
                <a:lnTo>
                  <a:pt x="1858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34D3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83" name="任意多邊形 682"/>
          <p:cNvSpPr/>
          <p:nvPr/>
        </p:nvSpPr>
        <p:spPr>
          <a:xfrm>
            <a:off x="752040" y="384120"/>
            <a:ext cx="9192600" cy="5900400"/>
          </a:xfrm>
          <a:custGeom>
            <a:avLst/>
            <a:gdLst/>
            <a:ahLst/>
            <a:cxnLst/>
            <a:rect l="0" t="0" r="r" b="b"/>
            <a:pathLst>
              <a:path w="25535" h="16390">
                <a:moveTo>
                  <a:pt x="26" y="215"/>
                </a:moveTo>
                <a:cubicBezTo>
                  <a:pt x="44" y="173"/>
                  <a:pt x="69" y="135"/>
                  <a:pt x="102" y="102"/>
                </a:cubicBezTo>
                <a:cubicBezTo>
                  <a:pt x="134" y="70"/>
                  <a:pt x="172" y="44"/>
                  <a:pt x="215" y="27"/>
                </a:cubicBezTo>
                <a:cubicBezTo>
                  <a:pt x="257" y="9"/>
                  <a:pt x="302" y="0"/>
                  <a:pt x="348" y="0"/>
                </a:cubicBezTo>
                <a:lnTo>
                  <a:pt x="25187" y="0"/>
                </a:lnTo>
                <a:cubicBezTo>
                  <a:pt x="25233" y="0"/>
                  <a:pt x="25277" y="9"/>
                  <a:pt x="25320" y="27"/>
                </a:cubicBezTo>
                <a:cubicBezTo>
                  <a:pt x="25363" y="44"/>
                  <a:pt x="25400" y="70"/>
                  <a:pt x="25433" y="102"/>
                </a:cubicBezTo>
                <a:cubicBezTo>
                  <a:pt x="25466" y="135"/>
                  <a:pt x="25491" y="173"/>
                  <a:pt x="25509" y="215"/>
                </a:cubicBezTo>
                <a:cubicBezTo>
                  <a:pt x="25526" y="258"/>
                  <a:pt x="25535" y="302"/>
                  <a:pt x="25535" y="348"/>
                </a:cubicBezTo>
                <a:lnTo>
                  <a:pt x="25535" y="16042"/>
                </a:lnTo>
                <a:cubicBezTo>
                  <a:pt x="25535" y="16088"/>
                  <a:pt x="25526" y="16132"/>
                  <a:pt x="25509" y="16175"/>
                </a:cubicBezTo>
                <a:cubicBezTo>
                  <a:pt x="25491" y="16217"/>
                  <a:pt x="25466" y="16255"/>
                  <a:pt x="25433" y="16288"/>
                </a:cubicBezTo>
                <a:cubicBezTo>
                  <a:pt x="25400" y="16320"/>
                  <a:pt x="25363" y="16346"/>
                  <a:pt x="25320" y="16363"/>
                </a:cubicBezTo>
                <a:cubicBezTo>
                  <a:pt x="25277" y="16381"/>
                  <a:pt x="25233" y="16390"/>
                  <a:pt x="25187" y="16390"/>
                </a:cubicBezTo>
                <a:lnTo>
                  <a:pt x="348" y="16390"/>
                </a:lnTo>
                <a:cubicBezTo>
                  <a:pt x="302" y="16390"/>
                  <a:pt x="257" y="16381"/>
                  <a:pt x="215" y="16363"/>
                </a:cubicBezTo>
                <a:cubicBezTo>
                  <a:pt x="172" y="16346"/>
                  <a:pt x="134" y="16320"/>
                  <a:pt x="102" y="16288"/>
                </a:cubicBezTo>
                <a:cubicBezTo>
                  <a:pt x="69" y="16255"/>
                  <a:pt x="44" y="16217"/>
                  <a:pt x="26" y="16175"/>
                </a:cubicBezTo>
                <a:cubicBezTo>
                  <a:pt x="9" y="16132"/>
                  <a:pt x="0" y="16088"/>
                  <a:pt x="0" y="16042"/>
                </a:cubicBezTo>
                <a:lnTo>
                  <a:pt x="0" y="348"/>
                </a:lnTo>
                <a:cubicBezTo>
                  <a:pt x="0" y="302"/>
                  <a:pt x="9" y="258"/>
                  <a:pt x="26" y="215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84" name="任意多邊形 683"/>
          <p:cNvSpPr/>
          <p:nvPr/>
        </p:nvSpPr>
        <p:spPr>
          <a:xfrm>
            <a:off x="752040" y="384120"/>
            <a:ext cx="9192600" cy="5900400"/>
          </a:xfrm>
          <a:custGeom>
            <a:avLst/>
            <a:gdLst/>
            <a:ahLst/>
            <a:cxnLst/>
            <a:rect l="0" t="0" r="r" b="b"/>
            <a:pathLst>
              <a:path w="25535" h="16390">
                <a:moveTo>
                  <a:pt x="0" y="16042"/>
                </a:moveTo>
                <a:lnTo>
                  <a:pt x="0" y="348"/>
                </a:lnTo>
                <a:cubicBezTo>
                  <a:pt x="0" y="302"/>
                  <a:pt x="9" y="258"/>
                  <a:pt x="26" y="215"/>
                </a:cubicBezTo>
                <a:cubicBezTo>
                  <a:pt x="44" y="173"/>
                  <a:pt x="69" y="135"/>
                  <a:pt x="102" y="102"/>
                </a:cubicBezTo>
                <a:cubicBezTo>
                  <a:pt x="134" y="70"/>
                  <a:pt x="172" y="44"/>
                  <a:pt x="215" y="27"/>
                </a:cubicBezTo>
                <a:cubicBezTo>
                  <a:pt x="257" y="9"/>
                  <a:pt x="302" y="0"/>
                  <a:pt x="348" y="0"/>
                </a:cubicBezTo>
                <a:lnTo>
                  <a:pt x="25187" y="0"/>
                </a:lnTo>
                <a:cubicBezTo>
                  <a:pt x="25233" y="0"/>
                  <a:pt x="25277" y="9"/>
                  <a:pt x="25320" y="27"/>
                </a:cubicBezTo>
                <a:cubicBezTo>
                  <a:pt x="25363" y="44"/>
                  <a:pt x="25400" y="70"/>
                  <a:pt x="25433" y="102"/>
                </a:cubicBezTo>
                <a:cubicBezTo>
                  <a:pt x="25466" y="135"/>
                  <a:pt x="25491" y="173"/>
                  <a:pt x="25509" y="215"/>
                </a:cubicBezTo>
                <a:cubicBezTo>
                  <a:pt x="25526" y="258"/>
                  <a:pt x="25535" y="302"/>
                  <a:pt x="25535" y="348"/>
                </a:cubicBezTo>
                <a:lnTo>
                  <a:pt x="25535" y="16042"/>
                </a:lnTo>
                <a:cubicBezTo>
                  <a:pt x="25535" y="16088"/>
                  <a:pt x="25526" y="16132"/>
                  <a:pt x="25509" y="16175"/>
                </a:cubicBezTo>
                <a:cubicBezTo>
                  <a:pt x="25491" y="16217"/>
                  <a:pt x="25466" y="16255"/>
                  <a:pt x="25433" y="16288"/>
                </a:cubicBezTo>
                <a:cubicBezTo>
                  <a:pt x="25400" y="16320"/>
                  <a:pt x="25363" y="16346"/>
                  <a:pt x="25320" y="16363"/>
                </a:cubicBezTo>
                <a:cubicBezTo>
                  <a:pt x="25277" y="16381"/>
                  <a:pt x="25233" y="16390"/>
                  <a:pt x="25187" y="16390"/>
                </a:cubicBezTo>
                <a:lnTo>
                  <a:pt x="348" y="16390"/>
                </a:lnTo>
                <a:cubicBezTo>
                  <a:pt x="302" y="16390"/>
                  <a:pt x="257" y="16381"/>
                  <a:pt x="215" y="16363"/>
                </a:cubicBezTo>
                <a:cubicBezTo>
                  <a:pt x="172" y="16346"/>
                  <a:pt x="134" y="16320"/>
                  <a:pt x="102" y="16288"/>
                </a:cubicBezTo>
                <a:cubicBezTo>
                  <a:pt x="69" y="16255"/>
                  <a:pt x="44" y="16217"/>
                  <a:pt x="26" y="16175"/>
                </a:cubicBezTo>
                <a:cubicBezTo>
                  <a:pt x="9" y="16132"/>
                  <a:pt x="0" y="16088"/>
                  <a:pt x="0" y="16042"/>
                </a:cubicBezTo>
                <a:moveTo>
                  <a:pt x="23" y="348"/>
                </a:moveTo>
                <a:lnTo>
                  <a:pt x="23" y="16042"/>
                </a:lnTo>
                <a:cubicBezTo>
                  <a:pt x="23" y="16063"/>
                  <a:pt x="25" y="16084"/>
                  <a:pt x="29" y="16105"/>
                </a:cubicBezTo>
                <a:cubicBezTo>
                  <a:pt x="33" y="16126"/>
                  <a:pt x="39" y="16146"/>
                  <a:pt x="48" y="16166"/>
                </a:cubicBezTo>
                <a:cubicBezTo>
                  <a:pt x="56" y="16186"/>
                  <a:pt x="66" y="16204"/>
                  <a:pt x="78" y="16222"/>
                </a:cubicBezTo>
                <a:cubicBezTo>
                  <a:pt x="90" y="16240"/>
                  <a:pt x="103" y="16256"/>
                  <a:pt x="118" y="16271"/>
                </a:cubicBezTo>
                <a:cubicBezTo>
                  <a:pt x="133" y="16286"/>
                  <a:pt x="150" y="16300"/>
                  <a:pt x="167" y="16312"/>
                </a:cubicBezTo>
                <a:cubicBezTo>
                  <a:pt x="185" y="16324"/>
                  <a:pt x="204" y="16334"/>
                  <a:pt x="224" y="16342"/>
                </a:cubicBezTo>
                <a:cubicBezTo>
                  <a:pt x="243" y="16350"/>
                  <a:pt x="264" y="16356"/>
                  <a:pt x="284" y="16360"/>
                </a:cubicBezTo>
                <a:cubicBezTo>
                  <a:pt x="305" y="16364"/>
                  <a:pt x="327" y="16367"/>
                  <a:pt x="348" y="16367"/>
                </a:cubicBezTo>
                <a:lnTo>
                  <a:pt x="25187" y="16367"/>
                </a:lnTo>
                <a:cubicBezTo>
                  <a:pt x="25208" y="16367"/>
                  <a:pt x="25229" y="16364"/>
                  <a:pt x="25250" y="16360"/>
                </a:cubicBezTo>
                <a:cubicBezTo>
                  <a:pt x="25271" y="16356"/>
                  <a:pt x="25291" y="16350"/>
                  <a:pt x="25311" y="16342"/>
                </a:cubicBezTo>
                <a:cubicBezTo>
                  <a:pt x="25331" y="16334"/>
                  <a:pt x="25350" y="16324"/>
                  <a:pt x="25367" y="16312"/>
                </a:cubicBezTo>
                <a:cubicBezTo>
                  <a:pt x="25385" y="16300"/>
                  <a:pt x="25402" y="16286"/>
                  <a:pt x="25417" y="16271"/>
                </a:cubicBezTo>
                <a:cubicBezTo>
                  <a:pt x="25432" y="16256"/>
                  <a:pt x="25445" y="16240"/>
                  <a:pt x="25457" y="16222"/>
                </a:cubicBezTo>
                <a:cubicBezTo>
                  <a:pt x="25469" y="16204"/>
                  <a:pt x="25479" y="16186"/>
                  <a:pt x="25487" y="16166"/>
                </a:cubicBezTo>
                <a:cubicBezTo>
                  <a:pt x="25495" y="16146"/>
                  <a:pt x="25501" y="16126"/>
                  <a:pt x="25506" y="16105"/>
                </a:cubicBezTo>
                <a:cubicBezTo>
                  <a:pt x="25510" y="16084"/>
                  <a:pt x="25512" y="16063"/>
                  <a:pt x="25512" y="16042"/>
                </a:cubicBezTo>
                <a:lnTo>
                  <a:pt x="25512" y="348"/>
                </a:lnTo>
                <a:cubicBezTo>
                  <a:pt x="25512" y="327"/>
                  <a:pt x="25510" y="306"/>
                  <a:pt x="25506" y="285"/>
                </a:cubicBezTo>
                <a:cubicBezTo>
                  <a:pt x="25501" y="264"/>
                  <a:pt x="25495" y="244"/>
                  <a:pt x="25487" y="224"/>
                </a:cubicBezTo>
                <a:cubicBezTo>
                  <a:pt x="25479" y="204"/>
                  <a:pt x="25469" y="186"/>
                  <a:pt x="25457" y="168"/>
                </a:cubicBezTo>
                <a:cubicBezTo>
                  <a:pt x="25445" y="150"/>
                  <a:pt x="25432" y="134"/>
                  <a:pt x="25417" y="119"/>
                </a:cubicBezTo>
                <a:cubicBezTo>
                  <a:pt x="25402" y="104"/>
                  <a:pt x="25385" y="90"/>
                  <a:pt x="25367" y="78"/>
                </a:cubicBezTo>
                <a:cubicBezTo>
                  <a:pt x="25350" y="66"/>
                  <a:pt x="25331" y="56"/>
                  <a:pt x="25311" y="48"/>
                </a:cubicBezTo>
                <a:cubicBezTo>
                  <a:pt x="25291" y="40"/>
                  <a:pt x="25271" y="34"/>
                  <a:pt x="25250" y="30"/>
                </a:cubicBezTo>
                <a:cubicBezTo>
                  <a:pt x="25229" y="26"/>
                  <a:pt x="25208" y="24"/>
                  <a:pt x="25187" y="24"/>
                </a:cubicBezTo>
                <a:lnTo>
                  <a:pt x="348" y="24"/>
                </a:lnTo>
                <a:cubicBezTo>
                  <a:pt x="327" y="24"/>
                  <a:pt x="305" y="26"/>
                  <a:pt x="284" y="30"/>
                </a:cubicBezTo>
                <a:cubicBezTo>
                  <a:pt x="264" y="34"/>
                  <a:pt x="243" y="40"/>
                  <a:pt x="224" y="48"/>
                </a:cubicBezTo>
                <a:cubicBezTo>
                  <a:pt x="204" y="56"/>
                  <a:pt x="185" y="66"/>
                  <a:pt x="167" y="78"/>
                </a:cubicBezTo>
                <a:cubicBezTo>
                  <a:pt x="150" y="90"/>
                  <a:pt x="133" y="104"/>
                  <a:pt x="118" y="119"/>
                </a:cubicBezTo>
                <a:cubicBezTo>
                  <a:pt x="103" y="134"/>
                  <a:pt x="90" y="150"/>
                  <a:pt x="78" y="168"/>
                </a:cubicBezTo>
                <a:cubicBezTo>
                  <a:pt x="66" y="186"/>
                  <a:pt x="56" y="204"/>
                  <a:pt x="48" y="224"/>
                </a:cubicBezTo>
                <a:cubicBezTo>
                  <a:pt x="39" y="244"/>
                  <a:pt x="33" y="264"/>
                  <a:pt x="29" y="285"/>
                </a:cubicBezTo>
                <a:cubicBezTo>
                  <a:pt x="25" y="306"/>
                  <a:pt x="23" y="327"/>
                  <a:pt x="23" y="348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85" name="文字框 684"/>
          <p:cNvSpPr txBox="1"/>
          <p:nvPr/>
        </p:nvSpPr>
        <p:spPr>
          <a:xfrm>
            <a:off x="334440" y="312120"/>
            <a:ext cx="2702880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37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美国稳定币监管态度</a:t>
            </a:r>
            <a:endParaRPr lang="en-US" sz="23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86" name="任意多邊形 685"/>
          <p:cNvSpPr/>
          <p:nvPr/>
        </p:nvSpPr>
        <p:spPr>
          <a:xfrm>
            <a:off x="4713120" y="1495800"/>
            <a:ext cx="4955760" cy="952920"/>
          </a:xfrm>
          <a:custGeom>
            <a:avLst/>
            <a:gdLst/>
            <a:ahLst/>
            <a:cxnLst/>
            <a:rect l="0" t="0" r="r" b="b"/>
            <a:pathLst>
              <a:path w="13766" h="2647">
                <a:moveTo>
                  <a:pt x="17" y="143"/>
                </a:moveTo>
                <a:cubicBezTo>
                  <a:pt x="29" y="114"/>
                  <a:pt x="46" y="89"/>
                  <a:pt x="68" y="68"/>
                </a:cubicBezTo>
                <a:cubicBezTo>
                  <a:pt x="89" y="46"/>
                  <a:pt x="115" y="29"/>
                  <a:pt x="143" y="17"/>
                </a:cubicBezTo>
                <a:cubicBezTo>
                  <a:pt x="171" y="6"/>
                  <a:pt x="201" y="0"/>
                  <a:pt x="232" y="0"/>
                </a:cubicBezTo>
                <a:lnTo>
                  <a:pt x="13534" y="0"/>
                </a:lnTo>
                <a:cubicBezTo>
                  <a:pt x="13565" y="0"/>
                  <a:pt x="13594" y="6"/>
                  <a:pt x="13623" y="17"/>
                </a:cubicBezTo>
                <a:cubicBezTo>
                  <a:pt x="13651" y="29"/>
                  <a:pt x="13676" y="46"/>
                  <a:pt x="13698" y="68"/>
                </a:cubicBezTo>
                <a:cubicBezTo>
                  <a:pt x="13720" y="89"/>
                  <a:pt x="13737" y="114"/>
                  <a:pt x="13748" y="143"/>
                </a:cubicBezTo>
                <a:cubicBezTo>
                  <a:pt x="13760" y="171"/>
                  <a:pt x="13766" y="201"/>
                  <a:pt x="13766" y="232"/>
                </a:cubicBezTo>
                <a:lnTo>
                  <a:pt x="13766" y="2414"/>
                </a:lnTo>
                <a:cubicBezTo>
                  <a:pt x="13766" y="2445"/>
                  <a:pt x="13760" y="2475"/>
                  <a:pt x="13748" y="2504"/>
                </a:cubicBezTo>
                <a:cubicBezTo>
                  <a:pt x="13737" y="2532"/>
                  <a:pt x="13720" y="2557"/>
                  <a:pt x="13698" y="2579"/>
                </a:cubicBezTo>
                <a:cubicBezTo>
                  <a:pt x="13676" y="2601"/>
                  <a:pt x="13651" y="2617"/>
                  <a:pt x="13623" y="2629"/>
                </a:cubicBezTo>
                <a:cubicBezTo>
                  <a:pt x="13594" y="2641"/>
                  <a:pt x="13565" y="2647"/>
                  <a:pt x="13534" y="2647"/>
                </a:cubicBezTo>
                <a:lnTo>
                  <a:pt x="232" y="2647"/>
                </a:lnTo>
                <a:cubicBezTo>
                  <a:pt x="201" y="2647"/>
                  <a:pt x="171" y="2641"/>
                  <a:pt x="143" y="2629"/>
                </a:cubicBezTo>
                <a:cubicBezTo>
                  <a:pt x="115" y="2617"/>
                  <a:pt x="89" y="2601"/>
                  <a:pt x="68" y="2579"/>
                </a:cubicBezTo>
                <a:cubicBezTo>
                  <a:pt x="46" y="2557"/>
                  <a:pt x="29" y="2532"/>
                  <a:pt x="17" y="2504"/>
                </a:cubicBezTo>
                <a:cubicBezTo>
                  <a:pt x="6" y="2475"/>
                  <a:pt x="0" y="2445"/>
                  <a:pt x="0" y="2414"/>
                </a:cubicBezTo>
                <a:lnTo>
                  <a:pt x="0" y="232"/>
                </a:lnTo>
                <a:cubicBezTo>
                  <a:pt x="0" y="201"/>
                  <a:pt x="6" y="171"/>
                  <a:pt x="17" y="143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87" name="任意多邊形 686"/>
          <p:cNvSpPr/>
          <p:nvPr/>
        </p:nvSpPr>
        <p:spPr>
          <a:xfrm>
            <a:off x="4713120" y="1495800"/>
            <a:ext cx="4955760" cy="952920"/>
          </a:xfrm>
          <a:custGeom>
            <a:avLst/>
            <a:gdLst/>
            <a:ahLst/>
            <a:cxnLst/>
            <a:rect l="0" t="0" r="r" b="b"/>
            <a:pathLst>
              <a:path w="13766" h="2647">
                <a:moveTo>
                  <a:pt x="0" y="2414"/>
                </a:moveTo>
                <a:lnTo>
                  <a:pt x="0" y="232"/>
                </a:lnTo>
                <a:cubicBezTo>
                  <a:pt x="0" y="201"/>
                  <a:pt x="6" y="171"/>
                  <a:pt x="17" y="143"/>
                </a:cubicBezTo>
                <a:cubicBezTo>
                  <a:pt x="29" y="114"/>
                  <a:pt x="46" y="89"/>
                  <a:pt x="68" y="68"/>
                </a:cubicBezTo>
                <a:cubicBezTo>
                  <a:pt x="89" y="46"/>
                  <a:pt x="115" y="29"/>
                  <a:pt x="143" y="17"/>
                </a:cubicBezTo>
                <a:cubicBezTo>
                  <a:pt x="171" y="6"/>
                  <a:pt x="201" y="0"/>
                  <a:pt x="232" y="0"/>
                </a:cubicBezTo>
                <a:lnTo>
                  <a:pt x="13534" y="0"/>
                </a:lnTo>
                <a:cubicBezTo>
                  <a:pt x="13565" y="0"/>
                  <a:pt x="13594" y="6"/>
                  <a:pt x="13623" y="17"/>
                </a:cubicBezTo>
                <a:cubicBezTo>
                  <a:pt x="13651" y="29"/>
                  <a:pt x="13676" y="46"/>
                  <a:pt x="13698" y="68"/>
                </a:cubicBezTo>
                <a:cubicBezTo>
                  <a:pt x="13720" y="89"/>
                  <a:pt x="13737" y="114"/>
                  <a:pt x="13748" y="143"/>
                </a:cubicBezTo>
                <a:cubicBezTo>
                  <a:pt x="13760" y="171"/>
                  <a:pt x="13766" y="201"/>
                  <a:pt x="13766" y="232"/>
                </a:cubicBezTo>
                <a:lnTo>
                  <a:pt x="13766" y="2414"/>
                </a:lnTo>
                <a:cubicBezTo>
                  <a:pt x="13766" y="2445"/>
                  <a:pt x="13760" y="2475"/>
                  <a:pt x="13748" y="2504"/>
                </a:cubicBezTo>
                <a:cubicBezTo>
                  <a:pt x="13737" y="2532"/>
                  <a:pt x="13720" y="2557"/>
                  <a:pt x="13698" y="2579"/>
                </a:cubicBezTo>
                <a:cubicBezTo>
                  <a:pt x="13676" y="2601"/>
                  <a:pt x="13651" y="2617"/>
                  <a:pt x="13623" y="2629"/>
                </a:cubicBezTo>
                <a:cubicBezTo>
                  <a:pt x="13594" y="2641"/>
                  <a:pt x="13565" y="2647"/>
                  <a:pt x="13534" y="2647"/>
                </a:cubicBezTo>
                <a:lnTo>
                  <a:pt x="232" y="2647"/>
                </a:lnTo>
                <a:cubicBezTo>
                  <a:pt x="201" y="2647"/>
                  <a:pt x="171" y="2641"/>
                  <a:pt x="143" y="2629"/>
                </a:cubicBezTo>
                <a:cubicBezTo>
                  <a:pt x="115" y="2617"/>
                  <a:pt x="89" y="2601"/>
                  <a:pt x="68" y="2579"/>
                </a:cubicBezTo>
                <a:cubicBezTo>
                  <a:pt x="46" y="2557"/>
                  <a:pt x="29" y="2532"/>
                  <a:pt x="17" y="2504"/>
                </a:cubicBezTo>
                <a:cubicBezTo>
                  <a:pt x="6" y="2475"/>
                  <a:pt x="0" y="2445"/>
                  <a:pt x="0" y="2414"/>
                </a:cubicBezTo>
                <a:moveTo>
                  <a:pt x="23" y="232"/>
                </a:moveTo>
                <a:lnTo>
                  <a:pt x="23" y="2414"/>
                </a:lnTo>
                <a:cubicBezTo>
                  <a:pt x="23" y="2428"/>
                  <a:pt x="24" y="2441"/>
                  <a:pt x="27" y="2455"/>
                </a:cubicBezTo>
                <a:cubicBezTo>
                  <a:pt x="30" y="2469"/>
                  <a:pt x="34" y="2482"/>
                  <a:pt x="39" y="2495"/>
                </a:cubicBezTo>
                <a:cubicBezTo>
                  <a:pt x="44" y="2507"/>
                  <a:pt x="50" y="2519"/>
                  <a:pt x="58" y="2531"/>
                </a:cubicBezTo>
                <a:cubicBezTo>
                  <a:pt x="66" y="2542"/>
                  <a:pt x="74" y="2553"/>
                  <a:pt x="84" y="2563"/>
                </a:cubicBezTo>
                <a:cubicBezTo>
                  <a:pt x="94" y="2572"/>
                  <a:pt x="104" y="2581"/>
                  <a:pt x="116" y="2589"/>
                </a:cubicBezTo>
                <a:cubicBezTo>
                  <a:pt x="127" y="2596"/>
                  <a:pt x="139" y="2603"/>
                  <a:pt x="152" y="2608"/>
                </a:cubicBezTo>
                <a:cubicBezTo>
                  <a:pt x="165" y="2613"/>
                  <a:pt x="178" y="2617"/>
                  <a:pt x="191" y="2620"/>
                </a:cubicBezTo>
                <a:cubicBezTo>
                  <a:pt x="204" y="2622"/>
                  <a:pt x="218" y="2624"/>
                  <a:pt x="232" y="2624"/>
                </a:cubicBezTo>
                <a:lnTo>
                  <a:pt x="13534" y="2624"/>
                </a:lnTo>
                <a:cubicBezTo>
                  <a:pt x="13548" y="2624"/>
                  <a:pt x="13561" y="2622"/>
                  <a:pt x="13575" y="2620"/>
                </a:cubicBezTo>
                <a:cubicBezTo>
                  <a:pt x="13588" y="2617"/>
                  <a:pt x="13601" y="2613"/>
                  <a:pt x="13614" y="2608"/>
                </a:cubicBezTo>
                <a:cubicBezTo>
                  <a:pt x="13626" y="2603"/>
                  <a:pt x="13639" y="2596"/>
                  <a:pt x="13650" y="2589"/>
                </a:cubicBezTo>
                <a:cubicBezTo>
                  <a:pt x="13661" y="2581"/>
                  <a:pt x="13672" y="2572"/>
                  <a:pt x="13682" y="2563"/>
                </a:cubicBezTo>
                <a:cubicBezTo>
                  <a:pt x="13691" y="2553"/>
                  <a:pt x="13700" y="2542"/>
                  <a:pt x="13708" y="2531"/>
                </a:cubicBezTo>
                <a:cubicBezTo>
                  <a:pt x="13715" y="2519"/>
                  <a:pt x="13722" y="2507"/>
                  <a:pt x="13727" y="2495"/>
                </a:cubicBezTo>
                <a:cubicBezTo>
                  <a:pt x="13732" y="2482"/>
                  <a:pt x="13736" y="2469"/>
                  <a:pt x="13739" y="2455"/>
                </a:cubicBezTo>
                <a:cubicBezTo>
                  <a:pt x="13741" y="2441"/>
                  <a:pt x="13743" y="2428"/>
                  <a:pt x="13743" y="2414"/>
                </a:cubicBezTo>
                <a:lnTo>
                  <a:pt x="13743" y="232"/>
                </a:lnTo>
                <a:cubicBezTo>
                  <a:pt x="13743" y="218"/>
                  <a:pt x="13741" y="204"/>
                  <a:pt x="13739" y="191"/>
                </a:cubicBezTo>
                <a:cubicBezTo>
                  <a:pt x="13736" y="178"/>
                  <a:pt x="13732" y="164"/>
                  <a:pt x="13727" y="152"/>
                </a:cubicBezTo>
                <a:cubicBezTo>
                  <a:pt x="13722" y="139"/>
                  <a:pt x="13715" y="127"/>
                  <a:pt x="13708" y="116"/>
                </a:cubicBezTo>
                <a:cubicBezTo>
                  <a:pt x="13700" y="104"/>
                  <a:pt x="13691" y="94"/>
                  <a:pt x="13682" y="84"/>
                </a:cubicBezTo>
                <a:cubicBezTo>
                  <a:pt x="13672" y="74"/>
                  <a:pt x="13661" y="66"/>
                  <a:pt x="13650" y="58"/>
                </a:cubicBezTo>
                <a:cubicBezTo>
                  <a:pt x="13639" y="50"/>
                  <a:pt x="13626" y="44"/>
                  <a:pt x="13614" y="39"/>
                </a:cubicBezTo>
                <a:cubicBezTo>
                  <a:pt x="13601" y="34"/>
                  <a:pt x="13588" y="30"/>
                  <a:pt x="13575" y="27"/>
                </a:cubicBezTo>
                <a:cubicBezTo>
                  <a:pt x="13561" y="24"/>
                  <a:pt x="13548" y="23"/>
                  <a:pt x="13534" y="23"/>
                </a:cubicBezTo>
                <a:lnTo>
                  <a:pt x="232" y="23"/>
                </a:lnTo>
                <a:cubicBezTo>
                  <a:pt x="218" y="23"/>
                  <a:pt x="204" y="24"/>
                  <a:pt x="191" y="27"/>
                </a:cubicBezTo>
                <a:cubicBezTo>
                  <a:pt x="178" y="30"/>
                  <a:pt x="165" y="34"/>
                  <a:pt x="152" y="39"/>
                </a:cubicBezTo>
                <a:cubicBezTo>
                  <a:pt x="139" y="44"/>
                  <a:pt x="127" y="50"/>
                  <a:pt x="116" y="58"/>
                </a:cubicBezTo>
                <a:cubicBezTo>
                  <a:pt x="104" y="66"/>
                  <a:pt x="94" y="74"/>
                  <a:pt x="84" y="84"/>
                </a:cubicBezTo>
                <a:cubicBezTo>
                  <a:pt x="74" y="94"/>
                  <a:pt x="66" y="104"/>
                  <a:pt x="58" y="116"/>
                </a:cubicBezTo>
                <a:cubicBezTo>
                  <a:pt x="50" y="127"/>
                  <a:pt x="44" y="139"/>
                  <a:pt x="39" y="152"/>
                </a:cubicBezTo>
                <a:cubicBezTo>
                  <a:pt x="34" y="164"/>
                  <a:pt x="30" y="178"/>
                  <a:pt x="27" y="191"/>
                </a:cubicBezTo>
                <a:cubicBezTo>
                  <a:pt x="24" y="204"/>
                  <a:pt x="23" y="218"/>
                  <a:pt x="23" y="2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88" name="任意多邊形 687"/>
          <p:cNvSpPr/>
          <p:nvPr/>
        </p:nvSpPr>
        <p:spPr>
          <a:xfrm>
            <a:off x="4713120" y="2581920"/>
            <a:ext cx="4955760" cy="953280"/>
          </a:xfrm>
          <a:custGeom>
            <a:avLst/>
            <a:gdLst/>
            <a:ahLst/>
            <a:cxnLst/>
            <a:rect l="0" t="0" r="r" b="b"/>
            <a:pathLst>
              <a:path w="13766" h="2648">
                <a:moveTo>
                  <a:pt x="17" y="144"/>
                </a:moveTo>
                <a:cubicBezTo>
                  <a:pt x="29" y="115"/>
                  <a:pt x="46" y="90"/>
                  <a:pt x="68" y="68"/>
                </a:cubicBezTo>
                <a:cubicBezTo>
                  <a:pt x="89" y="47"/>
                  <a:pt x="115" y="30"/>
                  <a:pt x="143" y="18"/>
                </a:cubicBezTo>
                <a:cubicBezTo>
                  <a:pt x="171" y="6"/>
                  <a:pt x="201" y="0"/>
                  <a:pt x="232" y="0"/>
                </a:cubicBezTo>
                <a:lnTo>
                  <a:pt x="13534" y="0"/>
                </a:lnTo>
                <a:cubicBezTo>
                  <a:pt x="13565" y="0"/>
                  <a:pt x="13594" y="6"/>
                  <a:pt x="13623" y="18"/>
                </a:cubicBezTo>
                <a:cubicBezTo>
                  <a:pt x="13651" y="30"/>
                  <a:pt x="13676" y="47"/>
                  <a:pt x="13698" y="68"/>
                </a:cubicBezTo>
                <a:cubicBezTo>
                  <a:pt x="13720" y="90"/>
                  <a:pt x="13737" y="115"/>
                  <a:pt x="13748" y="144"/>
                </a:cubicBezTo>
                <a:cubicBezTo>
                  <a:pt x="13760" y="172"/>
                  <a:pt x="13766" y="202"/>
                  <a:pt x="13766" y="232"/>
                </a:cubicBezTo>
                <a:lnTo>
                  <a:pt x="13766" y="2415"/>
                </a:lnTo>
                <a:cubicBezTo>
                  <a:pt x="13766" y="2446"/>
                  <a:pt x="13760" y="2476"/>
                  <a:pt x="13748" y="2504"/>
                </a:cubicBezTo>
                <a:cubicBezTo>
                  <a:pt x="13737" y="2533"/>
                  <a:pt x="13720" y="2558"/>
                  <a:pt x="13698" y="2580"/>
                </a:cubicBezTo>
                <a:cubicBezTo>
                  <a:pt x="13676" y="2601"/>
                  <a:pt x="13651" y="2618"/>
                  <a:pt x="13623" y="2630"/>
                </a:cubicBezTo>
                <a:cubicBezTo>
                  <a:pt x="13594" y="2642"/>
                  <a:pt x="13565" y="2648"/>
                  <a:pt x="13534" y="2648"/>
                </a:cubicBezTo>
                <a:lnTo>
                  <a:pt x="232" y="2648"/>
                </a:lnTo>
                <a:cubicBezTo>
                  <a:pt x="201" y="2648"/>
                  <a:pt x="171" y="2642"/>
                  <a:pt x="143" y="2630"/>
                </a:cubicBezTo>
                <a:cubicBezTo>
                  <a:pt x="115" y="2618"/>
                  <a:pt x="89" y="2601"/>
                  <a:pt x="68" y="2580"/>
                </a:cubicBezTo>
                <a:cubicBezTo>
                  <a:pt x="46" y="2558"/>
                  <a:pt x="29" y="2533"/>
                  <a:pt x="17" y="2504"/>
                </a:cubicBezTo>
                <a:cubicBezTo>
                  <a:pt x="6" y="2476"/>
                  <a:pt x="0" y="2446"/>
                  <a:pt x="0" y="2416"/>
                </a:cubicBezTo>
                <a:lnTo>
                  <a:pt x="0" y="232"/>
                </a:lnTo>
                <a:cubicBezTo>
                  <a:pt x="0" y="202"/>
                  <a:pt x="6" y="172"/>
                  <a:pt x="17" y="144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89" name="任意多邊形 688"/>
          <p:cNvSpPr/>
          <p:nvPr/>
        </p:nvSpPr>
        <p:spPr>
          <a:xfrm>
            <a:off x="4713120" y="2581920"/>
            <a:ext cx="4955760" cy="953280"/>
          </a:xfrm>
          <a:custGeom>
            <a:avLst/>
            <a:gdLst/>
            <a:ahLst/>
            <a:cxnLst/>
            <a:rect l="0" t="0" r="r" b="b"/>
            <a:pathLst>
              <a:path w="13766" h="2648">
                <a:moveTo>
                  <a:pt x="0" y="2415"/>
                </a:moveTo>
                <a:lnTo>
                  <a:pt x="0" y="232"/>
                </a:lnTo>
                <a:cubicBezTo>
                  <a:pt x="0" y="202"/>
                  <a:pt x="6" y="172"/>
                  <a:pt x="17" y="144"/>
                </a:cubicBezTo>
                <a:cubicBezTo>
                  <a:pt x="29" y="115"/>
                  <a:pt x="46" y="90"/>
                  <a:pt x="68" y="68"/>
                </a:cubicBezTo>
                <a:cubicBezTo>
                  <a:pt x="89" y="47"/>
                  <a:pt x="115" y="30"/>
                  <a:pt x="143" y="18"/>
                </a:cubicBezTo>
                <a:cubicBezTo>
                  <a:pt x="171" y="6"/>
                  <a:pt x="201" y="0"/>
                  <a:pt x="232" y="0"/>
                </a:cubicBezTo>
                <a:lnTo>
                  <a:pt x="13534" y="0"/>
                </a:lnTo>
                <a:cubicBezTo>
                  <a:pt x="13565" y="0"/>
                  <a:pt x="13594" y="6"/>
                  <a:pt x="13623" y="18"/>
                </a:cubicBezTo>
                <a:cubicBezTo>
                  <a:pt x="13651" y="30"/>
                  <a:pt x="13676" y="47"/>
                  <a:pt x="13698" y="68"/>
                </a:cubicBezTo>
                <a:cubicBezTo>
                  <a:pt x="13720" y="90"/>
                  <a:pt x="13737" y="115"/>
                  <a:pt x="13748" y="144"/>
                </a:cubicBezTo>
                <a:cubicBezTo>
                  <a:pt x="13760" y="172"/>
                  <a:pt x="13766" y="202"/>
                  <a:pt x="13766" y="232"/>
                </a:cubicBezTo>
                <a:lnTo>
                  <a:pt x="13766" y="2415"/>
                </a:lnTo>
                <a:cubicBezTo>
                  <a:pt x="13766" y="2446"/>
                  <a:pt x="13760" y="2476"/>
                  <a:pt x="13748" y="2504"/>
                </a:cubicBezTo>
                <a:cubicBezTo>
                  <a:pt x="13737" y="2533"/>
                  <a:pt x="13720" y="2558"/>
                  <a:pt x="13698" y="2580"/>
                </a:cubicBezTo>
                <a:cubicBezTo>
                  <a:pt x="13676" y="2601"/>
                  <a:pt x="13651" y="2618"/>
                  <a:pt x="13623" y="2630"/>
                </a:cubicBezTo>
                <a:cubicBezTo>
                  <a:pt x="13594" y="2642"/>
                  <a:pt x="13565" y="2648"/>
                  <a:pt x="13534" y="2648"/>
                </a:cubicBezTo>
                <a:lnTo>
                  <a:pt x="232" y="2648"/>
                </a:lnTo>
                <a:cubicBezTo>
                  <a:pt x="201" y="2648"/>
                  <a:pt x="171" y="2642"/>
                  <a:pt x="143" y="2630"/>
                </a:cubicBezTo>
                <a:cubicBezTo>
                  <a:pt x="115" y="2618"/>
                  <a:pt x="89" y="2601"/>
                  <a:pt x="68" y="2580"/>
                </a:cubicBezTo>
                <a:cubicBezTo>
                  <a:pt x="46" y="2558"/>
                  <a:pt x="29" y="2533"/>
                  <a:pt x="17" y="2504"/>
                </a:cubicBezTo>
                <a:cubicBezTo>
                  <a:pt x="6" y="2476"/>
                  <a:pt x="0" y="2446"/>
                  <a:pt x="0" y="2415"/>
                </a:cubicBezTo>
                <a:moveTo>
                  <a:pt x="23" y="232"/>
                </a:moveTo>
                <a:lnTo>
                  <a:pt x="23" y="2415"/>
                </a:lnTo>
                <a:cubicBezTo>
                  <a:pt x="23" y="2429"/>
                  <a:pt x="24" y="2443"/>
                  <a:pt x="27" y="2456"/>
                </a:cubicBezTo>
                <a:cubicBezTo>
                  <a:pt x="30" y="2470"/>
                  <a:pt x="34" y="2483"/>
                  <a:pt x="39" y="2495"/>
                </a:cubicBezTo>
                <a:cubicBezTo>
                  <a:pt x="44" y="2508"/>
                  <a:pt x="50" y="2520"/>
                  <a:pt x="58" y="2532"/>
                </a:cubicBezTo>
                <a:cubicBezTo>
                  <a:pt x="66" y="2543"/>
                  <a:pt x="74" y="2554"/>
                  <a:pt x="84" y="2563"/>
                </a:cubicBezTo>
                <a:cubicBezTo>
                  <a:pt x="94" y="2573"/>
                  <a:pt x="104" y="2582"/>
                  <a:pt x="116" y="2589"/>
                </a:cubicBezTo>
                <a:cubicBezTo>
                  <a:pt x="127" y="2597"/>
                  <a:pt x="139" y="2603"/>
                  <a:pt x="152" y="2609"/>
                </a:cubicBezTo>
                <a:cubicBezTo>
                  <a:pt x="165" y="2614"/>
                  <a:pt x="178" y="2618"/>
                  <a:pt x="191" y="2620"/>
                </a:cubicBezTo>
                <a:cubicBezTo>
                  <a:pt x="204" y="2623"/>
                  <a:pt x="218" y="2624"/>
                  <a:pt x="232" y="2624"/>
                </a:cubicBezTo>
                <a:lnTo>
                  <a:pt x="13534" y="2624"/>
                </a:lnTo>
                <a:cubicBezTo>
                  <a:pt x="13548" y="2624"/>
                  <a:pt x="13561" y="2623"/>
                  <a:pt x="13575" y="2620"/>
                </a:cubicBezTo>
                <a:cubicBezTo>
                  <a:pt x="13588" y="2618"/>
                  <a:pt x="13601" y="2614"/>
                  <a:pt x="13614" y="2609"/>
                </a:cubicBezTo>
                <a:cubicBezTo>
                  <a:pt x="13626" y="2603"/>
                  <a:pt x="13639" y="2597"/>
                  <a:pt x="13650" y="2589"/>
                </a:cubicBezTo>
                <a:cubicBezTo>
                  <a:pt x="13661" y="2582"/>
                  <a:pt x="13672" y="2573"/>
                  <a:pt x="13682" y="2563"/>
                </a:cubicBezTo>
                <a:cubicBezTo>
                  <a:pt x="13691" y="2554"/>
                  <a:pt x="13700" y="2543"/>
                  <a:pt x="13708" y="2532"/>
                </a:cubicBezTo>
                <a:cubicBezTo>
                  <a:pt x="13715" y="2520"/>
                  <a:pt x="13722" y="2508"/>
                  <a:pt x="13727" y="2495"/>
                </a:cubicBezTo>
                <a:cubicBezTo>
                  <a:pt x="13732" y="2483"/>
                  <a:pt x="13736" y="2470"/>
                  <a:pt x="13739" y="2456"/>
                </a:cubicBezTo>
                <a:cubicBezTo>
                  <a:pt x="13741" y="2443"/>
                  <a:pt x="13743" y="2429"/>
                  <a:pt x="13743" y="2415"/>
                </a:cubicBezTo>
                <a:lnTo>
                  <a:pt x="13743" y="232"/>
                </a:lnTo>
                <a:cubicBezTo>
                  <a:pt x="13743" y="219"/>
                  <a:pt x="13741" y="205"/>
                  <a:pt x="13739" y="192"/>
                </a:cubicBezTo>
                <a:cubicBezTo>
                  <a:pt x="13736" y="178"/>
                  <a:pt x="13732" y="165"/>
                  <a:pt x="13727" y="153"/>
                </a:cubicBezTo>
                <a:cubicBezTo>
                  <a:pt x="13722" y="140"/>
                  <a:pt x="13715" y="128"/>
                  <a:pt x="13708" y="116"/>
                </a:cubicBezTo>
                <a:cubicBezTo>
                  <a:pt x="13700" y="105"/>
                  <a:pt x="13691" y="94"/>
                  <a:pt x="13682" y="85"/>
                </a:cubicBezTo>
                <a:cubicBezTo>
                  <a:pt x="13672" y="75"/>
                  <a:pt x="13661" y="66"/>
                  <a:pt x="13650" y="59"/>
                </a:cubicBezTo>
                <a:cubicBezTo>
                  <a:pt x="13639" y="51"/>
                  <a:pt x="13626" y="45"/>
                  <a:pt x="13614" y="39"/>
                </a:cubicBezTo>
                <a:cubicBezTo>
                  <a:pt x="13601" y="34"/>
                  <a:pt x="13588" y="30"/>
                  <a:pt x="13575" y="28"/>
                </a:cubicBezTo>
                <a:cubicBezTo>
                  <a:pt x="13561" y="25"/>
                  <a:pt x="13548" y="24"/>
                  <a:pt x="13534" y="24"/>
                </a:cubicBezTo>
                <a:lnTo>
                  <a:pt x="232" y="24"/>
                </a:lnTo>
                <a:cubicBezTo>
                  <a:pt x="218" y="24"/>
                  <a:pt x="204" y="25"/>
                  <a:pt x="191" y="28"/>
                </a:cubicBezTo>
                <a:cubicBezTo>
                  <a:pt x="178" y="30"/>
                  <a:pt x="165" y="34"/>
                  <a:pt x="152" y="39"/>
                </a:cubicBezTo>
                <a:cubicBezTo>
                  <a:pt x="139" y="45"/>
                  <a:pt x="127" y="51"/>
                  <a:pt x="116" y="59"/>
                </a:cubicBezTo>
                <a:cubicBezTo>
                  <a:pt x="104" y="66"/>
                  <a:pt x="94" y="75"/>
                  <a:pt x="84" y="85"/>
                </a:cubicBezTo>
                <a:cubicBezTo>
                  <a:pt x="74" y="94"/>
                  <a:pt x="66" y="105"/>
                  <a:pt x="58" y="116"/>
                </a:cubicBezTo>
                <a:cubicBezTo>
                  <a:pt x="50" y="128"/>
                  <a:pt x="44" y="140"/>
                  <a:pt x="39" y="153"/>
                </a:cubicBezTo>
                <a:cubicBezTo>
                  <a:pt x="34" y="165"/>
                  <a:pt x="30" y="178"/>
                  <a:pt x="27" y="192"/>
                </a:cubicBezTo>
                <a:cubicBezTo>
                  <a:pt x="24" y="205"/>
                  <a:pt x="23" y="219"/>
                  <a:pt x="23" y="2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90" name="任意多邊形 689"/>
          <p:cNvSpPr/>
          <p:nvPr/>
        </p:nvSpPr>
        <p:spPr>
          <a:xfrm>
            <a:off x="4713120" y="3668400"/>
            <a:ext cx="4955760" cy="952920"/>
          </a:xfrm>
          <a:custGeom>
            <a:avLst/>
            <a:gdLst/>
            <a:ahLst/>
            <a:cxnLst/>
            <a:rect l="0" t="0" r="r" b="b"/>
            <a:pathLst>
              <a:path w="13766" h="2647">
                <a:moveTo>
                  <a:pt x="17" y="143"/>
                </a:moveTo>
                <a:cubicBezTo>
                  <a:pt x="29" y="115"/>
                  <a:pt x="46" y="90"/>
                  <a:pt x="68" y="68"/>
                </a:cubicBezTo>
                <a:cubicBezTo>
                  <a:pt x="89" y="46"/>
                  <a:pt x="115" y="29"/>
                  <a:pt x="143" y="18"/>
                </a:cubicBezTo>
                <a:cubicBezTo>
                  <a:pt x="171" y="6"/>
                  <a:pt x="201" y="0"/>
                  <a:pt x="232" y="0"/>
                </a:cubicBezTo>
                <a:lnTo>
                  <a:pt x="13534" y="0"/>
                </a:lnTo>
                <a:cubicBezTo>
                  <a:pt x="13565" y="0"/>
                  <a:pt x="13594" y="6"/>
                  <a:pt x="13623" y="18"/>
                </a:cubicBezTo>
                <a:cubicBezTo>
                  <a:pt x="13651" y="29"/>
                  <a:pt x="13676" y="46"/>
                  <a:pt x="13698" y="68"/>
                </a:cubicBezTo>
                <a:cubicBezTo>
                  <a:pt x="13720" y="90"/>
                  <a:pt x="13737" y="115"/>
                  <a:pt x="13748" y="143"/>
                </a:cubicBezTo>
                <a:cubicBezTo>
                  <a:pt x="13760" y="172"/>
                  <a:pt x="13766" y="201"/>
                  <a:pt x="13766" y="232"/>
                </a:cubicBezTo>
                <a:lnTo>
                  <a:pt x="13766" y="2415"/>
                </a:lnTo>
                <a:cubicBezTo>
                  <a:pt x="13766" y="2446"/>
                  <a:pt x="13760" y="2476"/>
                  <a:pt x="13748" y="2504"/>
                </a:cubicBezTo>
                <a:cubicBezTo>
                  <a:pt x="13737" y="2532"/>
                  <a:pt x="13720" y="2558"/>
                  <a:pt x="13698" y="2579"/>
                </a:cubicBezTo>
                <a:cubicBezTo>
                  <a:pt x="13676" y="2601"/>
                  <a:pt x="13651" y="2618"/>
                  <a:pt x="13623" y="2630"/>
                </a:cubicBezTo>
                <a:cubicBezTo>
                  <a:pt x="13594" y="2641"/>
                  <a:pt x="13565" y="2647"/>
                  <a:pt x="13534" y="2647"/>
                </a:cubicBezTo>
                <a:lnTo>
                  <a:pt x="232" y="2647"/>
                </a:lnTo>
                <a:cubicBezTo>
                  <a:pt x="201" y="2647"/>
                  <a:pt x="171" y="2641"/>
                  <a:pt x="143" y="2630"/>
                </a:cubicBezTo>
                <a:cubicBezTo>
                  <a:pt x="115" y="2618"/>
                  <a:pt x="89" y="2601"/>
                  <a:pt x="68" y="2579"/>
                </a:cubicBezTo>
                <a:cubicBezTo>
                  <a:pt x="46" y="2558"/>
                  <a:pt x="29" y="2532"/>
                  <a:pt x="17" y="2504"/>
                </a:cubicBezTo>
                <a:cubicBezTo>
                  <a:pt x="6" y="2476"/>
                  <a:pt x="0" y="2446"/>
                  <a:pt x="0" y="2415"/>
                </a:cubicBezTo>
                <a:lnTo>
                  <a:pt x="0" y="232"/>
                </a:lnTo>
                <a:cubicBezTo>
                  <a:pt x="0" y="201"/>
                  <a:pt x="6" y="172"/>
                  <a:pt x="17" y="143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91" name="任意多邊形 690"/>
          <p:cNvSpPr/>
          <p:nvPr/>
        </p:nvSpPr>
        <p:spPr>
          <a:xfrm>
            <a:off x="4713120" y="3668400"/>
            <a:ext cx="4955760" cy="952920"/>
          </a:xfrm>
          <a:custGeom>
            <a:avLst/>
            <a:gdLst/>
            <a:ahLst/>
            <a:cxnLst/>
            <a:rect l="0" t="0" r="r" b="b"/>
            <a:pathLst>
              <a:path w="13766" h="2647">
                <a:moveTo>
                  <a:pt x="0" y="2415"/>
                </a:moveTo>
                <a:lnTo>
                  <a:pt x="0" y="232"/>
                </a:lnTo>
                <a:cubicBezTo>
                  <a:pt x="0" y="201"/>
                  <a:pt x="6" y="172"/>
                  <a:pt x="17" y="143"/>
                </a:cubicBezTo>
                <a:cubicBezTo>
                  <a:pt x="29" y="115"/>
                  <a:pt x="46" y="90"/>
                  <a:pt x="68" y="68"/>
                </a:cubicBezTo>
                <a:cubicBezTo>
                  <a:pt x="89" y="46"/>
                  <a:pt x="115" y="29"/>
                  <a:pt x="143" y="18"/>
                </a:cubicBezTo>
                <a:cubicBezTo>
                  <a:pt x="171" y="6"/>
                  <a:pt x="201" y="0"/>
                  <a:pt x="232" y="0"/>
                </a:cubicBezTo>
                <a:lnTo>
                  <a:pt x="13534" y="0"/>
                </a:lnTo>
                <a:cubicBezTo>
                  <a:pt x="13565" y="0"/>
                  <a:pt x="13594" y="6"/>
                  <a:pt x="13623" y="18"/>
                </a:cubicBezTo>
                <a:cubicBezTo>
                  <a:pt x="13651" y="29"/>
                  <a:pt x="13676" y="46"/>
                  <a:pt x="13698" y="68"/>
                </a:cubicBezTo>
                <a:cubicBezTo>
                  <a:pt x="13720" y="90"/>
                  <a:pt x="13737" y="115"/>
                  <a:pt x="13748" y="143"/>
                </a:cubicBezTo>
                <a:cubicBezTo>
                  <a:pt x="13760" y="172"/>
                  <a:pt x="13766" y="201"/>
                  <a:pt x="13766" y="232"/>
                </a:cubicBezTo>
                <a:lnTo>
                  <a:pt x="13766" y="2415"/>
                </a:lnTo>
                <a:cubicBezTo>
                  <a:pt x="13766" y="2446"/>
                  <a:pt x="13760" y="2476"/>
                  <a:pt x="13748" y="2504"/>
                </a:cubicBezTo>
                <a:cubicBezTo>
                  <a:pt x="13737" y="2532"/>
                  <a:pt x="13720" y="2558"/>
                  <a:pt x="13698" y="2579"/>
                </a:cubicBezTo>
                <a:cubicBezTo>
                  <a:pt x="13676" y="2601"/>
                  <a:pt x="13651" y="2618"/>
                  <a:pt x="13623" y="2630"/>
                </a:cubicBezTo>
                <a:cubicBezTo>
                  <a:pt x="13594" y="2641"/>
                  <a:pt x="13565" y="2647"/>
                  <a:pt x="13534" y="2647"/>
                </a:cubicBezTo>
                <a:lnTo>
                  <a:pt x="232" y="2647"/>
                </a:lnTo>
                <a:cubicBezTo>
                  <a:pt x="201" y="2647"/>
                  <a:pt x="171" y="2641"/>
                  <a:pt x="143" y="2630"/>
                </a:cubicBezTo>
                <a:cubicBezTo>
                  <a:pt x="115" y="2618"/>
                  <a:pt x="89" y="2601"/>
                  <a:pt x="68" y="2579"/>
                </a:cubicBezTo>
                <a:cubicBezTo>
                  <a:pt x="46" y="2558"/>
                  <a:pt x="29" y="2532"/>
                  <a:pt x="17" y="2504"/>
                </a:cubicBezTo>
                <a:cubicBezTo>
                  <a:pt x="6" y="2476"/>
                  <a:pt x="0" y="2446"/>
                  <a:pt x="0" y="2415"/>
                </a:cubicBezTo>
                <a:moveTo>
                  <a:pt x="23" y="232"/>
                </a:moveTo>
                <a:lnTo>
                  <a:pt x="23" y="2415"/>
                </a:lnTo>
                <a:cubicBezTo>
                  <a:pt x="23" y="2429"/>
                  <a:pt x="24" y="2442"/>
                  <a:pt x="27" y="2456"/>
                </a:cubicBezTo>
                <a:cubicBezTo>
                  <a:pt x="30" y="2469"/>
                  <a:pt x="34" y="2482"/>
                  <a:pt x="39" y="2495"/>
                </a:cubicBezTo>
                <a:cubicBezTo>
                  <a:pt x="44" y="2508"/>
                  <a:pt x="50" y="2520"/>
                  <a:pt x="58" y="2531"/>
                </a:cubicBezTo>
                <a:cubicBezTo>
                  <a:pt x="66" y="2543"/>
                  <a:pt x="74" y="2553"/>
                  <a:pt x="84" y="2563"/>
                </a:cubicBezTo>
                <a:cubicBezTo>
                  <a:pt x="94" y="2573"/>
                  <a:pt x="104" y="2581"/>
                  <a:pt x="116" y="2589"/>
                </a:cubicBezTo>
                <a:cubicBezTo>
                  <a:pt x="127" y="2597"/>
                  <a:pt x="139" y="2603"/>
                  <a:pt x="152" y="2608"/>
                </a:cubicBezTo>
                <a:cubicBezTo>
                  <a:pt x="165" y="2613"/>
                  <a:pt x="178" y="2617"/>
                  <a:pt x="191" y="2620"/>
                </a:cubicBezTo>
                <a:cubicBezTo>
                  <a:pt x="204" y="2623"/>
                  <a:pt x="218" y="2624"/>
                  <a:pt x="232" y="2624"/>
                </a:cubicBezTo>
                <a:lnTo>
                  <a:pt x="13534" y="2624"/>
                </a:lnTo>
                <a:cubicBezTo>
                  <a:pt x="13548" y="2624"/>
                  <a:pt x="13561" y="2623"/>
                  <a:pt x="13575" y="2620"/>
                </a:cubicBezTo>
                <a:cubicBezTo>
                  <a:pt x="13588" y="2617"/>
                  <a:pt x="13601" y="2613"/>
                  <a:pt x="13614" y="2608"/>
                </a:cubicBezTo>
                <a:cubicBezTo>
                  <a:pt x="13626" y="2603"/>
                  <a:pt x="13639" y="2597"/>
                  <a:pt x="13650" y="2589"/>
                </a:cubicBezTo>
                <a:cubicBezTo>
                  <a:pt x="13661" y="2581"/>
                  <a:pt x="13672" y="2573"/>
                  <a:pt x="13682" y="2563"/>
                </a:cubicBezTo>
                <a:cubicBezTo>
                  <a:pt x="13691" y="2553"/>
                  <a:pt x="13700" y="2543"/>
                  <a:pt x="13708" y="2531"/>
                </a:cubicBezTo>
                <a:cubicBezTo>
                  <a:pt x="13715" y="2520"/>
                  <a:pt x="13722" y="2508"/>
                  <a:pt x="13727" y="2495"/>
                </a:cubicBezTo>
                <a:cubicBezTo>
                  <a:pt x="13732" y="2482"/>
                  <a:pt x="13736" y="2469"/>
                  <a:pt x="13739" y="2456"/>
                </a:cubicBezTo>
                <a:cubicBezTo>
                  <a:pt x="13741" y="2442"/>
                  <a:pt x="13743" y="2429"/>
                  <a:pt x="13743" y="2415"/>
                </a:cubicBezTo>
                <a:lnTo>
                  <a:pt x="13743" y="232"/>
                </a:lnTo>
                <a:cubicBezTo>
                  <a:pt x="13743" y="218"/>
                  <a:pt x="13741" y="205"/>
                  <a:pt x="13739" y="191"/>
                </a:cubicBezTo>
                <a:cubicBezTo>
                  <a:pt x="13736" y="178"/>
                  <a:pt x="13732" y="165"/>
                  <a:pt x="13727" y="152"/>
                </a:cubicBezTo>
                <a:cubicBezTo>
                  <a:pt x="13722" y="140"/>
                  <a:pt x="13715" y="127"/>
                  <a:pt x="13708" y="116"/>
                </a:cubicBezTo>
                <a:cubicBezTo>
                  <a:pt x="13700" y="105"/>
                  <a:pt x="13691" y="94"/>
                  <a:pt x="13682" y="84"/>
                </a:cubicBezTo>
                <a:cubicBezTo>
                  <a:pt x="13672" y="75"/>
                  <a:pt x="13661" y="66"/>
                  <a:pt x="13650" y="58"/>
                </a:cubicBezTo>
                <a:cubicBezTo>
                  <a:pt x="13639" y="51"/>
                  <a:pt x="13626" y="44"/>
                  <a:pt x="13614" y="39"/>
                </a:cubicBezTo>
                <a:cubicBezTo>
                  <a:pt x="13601" y="34"/>
                  <a:pt x="13588" y="30"/>
                  <a:pt x="13575" y="27"/>
                </a:cubicBezTo>
                <a:cubicBezTo>
                  <a:pt x="13561" y="25"/>
                  <a:pt x="13548" y="23"/>
                  <a:pt x="13534" y="23"/>
                </a:cubicBezTo>
                <a:lnTo>
                  <a:pt x="232" y="23"/>
                </a:lnTo>
                <a:cubicBezTo>
                  <a:pt x="218" y="23"/>
                  <a:pt x="204" y="25"/>
                  <a:pt x="191" y="27"/>
                </a:cubicBezTo>
                <a:cubicBezTo>
                  <a:pt x="178" y="30"/>
                  <a:pt x="165" y="34"/>
                  <a:pt x="152" y="39"/>
                </a:cubicBezTo>
                <a:cubicBezTo>
                  <a:pt x="139" y="44"/>
                  <a:pt x="127" y="51"/>
                  <a:pt x="116" y="58"/>
                </a:cubicBezTo>
                <a:cubicBezTo>
                  <a:pt x="104" y="66"/>
                  <a:pt x="94" y="75"/>
                  <a:pt x="84" y="84"/>
                </a:cubicBezTo>
                <a:cubicBezTo>
                  <a:pt x="74" y="94"/>
                  <a:pt x="66" y="105"/>
                  <a:pt x="58" y="116"/>
                </a:cubicBezTo>
                <a:cubicBezTo>
                  <a:pt x="50" y="127"/>
                  <a:pt x="44" y="140"/>
                  <a:pt x="39" y="152"/>
                </a:cubicBezTo>
                <a:cubicBezTo>
                  <a:pt x="34" y="165"/>
                  <a:pt x="30" y="178"/>
                  <a:pt x="27" y="191"/>
                </a:cubicBezTo>
                <a:cubicBezTo>
                  <a:pt x="24" y="205"/>
                  <a:pt x="23" y="218"/>
                  <a:pt x="23" y="2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92" name="任意多邊形 691"/>
          <p:cNvSpPr/>
          <p:nvPr/>
        </p:nvSpPr>
        <p:spPr>
          <a:xfrm>
            <a:off x="4713120" y="4754880"/>
            <a:ext cx="4955760" cy="1253880"/>
          </a:xfrm>
          <a:custGeom>
            <a:avLst/>
            <a:gdLst/>
            <a:ahLst/>
            <a:cxnLst/>
            <a:rect l="0" t="0" r="r" b="b"/>
            <a:pathLst>
              <a:path w="13766" h="3483">
                <a:moveTo>
                  <a:pt x="14" y="114"/>
                </a:moveTo>
                <a:cubicBezTo>
                  <a:pt x="23" y="92"/>
                  <a:pt x="37" y="72"/>
                  <a:pt x="54" y="54"/>
                </a:cubicBezTo>
                <a:cubicBezTo>
                  <a:pt x="71" y="37"/>
                  <a:pt x="92" y="23"/>
                  <a:pt x="114" y="14"/>
                </a:cubicBezTo>
                <a:cubicBezTo>
                  <a:pt x="137" y="4"/>
                  <a:pt x="161" y="0"/>
                  <a:pt x="185" y="0"/>
                </a:cubicBezTo>
                <a:lnTo>
                  <a:pt x="13580" y="0"/>
                </a:lnTo>
                <a:cubicBezTo>
                  <a:pt x="13605" y="0"/>
                  <a:pt x="13629" y="4"/>
                  <a:pt x="13651" y="14"/>
                </a:cubicBezTo>
                <a:cubicBezTo>
                  <a:pt x="13674" y="23"/>
                  <a:pt x="13694" y="37"/>
                  <a:pt x="13712" y="54"/>
                </a:cubicBezTo>
                <a:cubicBezTo>
                  <a:pt x="13729" y="72"/>
                  <a:pt x="13742" y="92"/>
                  <a:pt x="13752" y="114"/>
                </a:cubicBezTo>
                <a:cubicBezTo>
                  <a:pt x="13761" y="137"/>
                  <a:pt x="13766" y="161"/>
                  <a:pt x="13766" y="185"/>
                </a:cubicBezTo>
                <a:lnTo>
                  <a:pt x="13766" y="3297"/>
                </a:lnTo>
                <a:cubicBezTo>
                  <a:pt x="13766" y="3322"/>
                  <a:pt x="13761" y="3345"/>
                  <a:pt x="13752" y="3368"/>
                </a:cubicBezTo>
                <a:cubicBezTo>
                  <a:pt x="13742" y="3391"/>
                  <a:pt x="13729" y="3411"/>
                  <a:pt x="13712" y="3428"/>
                </a:cubicBezTo>
                <a:cubicBezTo>
                  <a:pt x="13694" y="3446"/>
                  <a:pt x="13674" y="3459"/>
                  <a:pt x="13651" y="3469"/>
                </a:cubicBezTo>
                <a:cubicBezTo>
                  <a:pt x="13629" y="3478"/>
                  <a:pt x="13605" y="3483"/>
                  <a:pt x="13580" y="3483"/>
                </a:cubicBezTo>
                <a:lnTo>
                  <a:pt x="185" y="3483"/>
                </a:lnTo>
                <a:cubicBezTo>
                  <a:pt x="161" y="3483"/>
                  <a:pt x="137" y="3478"/>
                  <a:pt x="114" y="3469"/>
                </a:cubicBezTo>
                <a:cubicBezTo>
                  <a:pt x="92" y="3459"/>
                  <a:pt x="71" y="3446"/>
                  <a:pt x="54" y="3428"/>
                </a:cubicBezTo>
                <a:cubicBezTo>
                  <a:pt x="37" y="3411"/>
                  <a:pt x="23" y="3391"/>
                  <a:pt x="14" y="3368"/>
                </a:cubicBezTo>
                <a:cubicBezTo>
                  <a:pt x="4" y="3345"/>
                  <a:pt x="0" y="3322"/>
                  <a:pt x="0" y="3297"/>
                </a:cubicBezTo>
                <a:lnTo>
                  <a:pt x="0" y="185"/>
                </a:lnTo>
                <a:cubicBezTo>
                  <a:pt x="0" y="161"/>
                  <a:pt x="4" y="137"/>
                  <a:pt x="14" y="114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93" name="任意多邊形 692"/>
          <p:cNvSpPr/>
          <p:nvPr/>
        </p:nvSpPr>
        <p:spPr>
          <a:xfrm>
            <a:off x="4713120" y="4754880"/>
            <a:ext cx="4955760" cy="1253880"/>
          </a:xfrm>
          <a:custGeom>
            <a:avLst/>
            <a:gdLst/>
            <a:ahLst/>
            <a:cxnLst/>
            <a:rect l="0" t="0" r="r" b="b"/>
            <a:pathLst>
              <a:path w="13766" h="3483">
                <a:moveTo>
                  <a:pt x="0" y="3297"/>
                </a:moveTo>
                <a:lnTo>
                  <a:pt x="0" y="185"/>
                </a:lnTo>
                <a:cubicBezTo>
                  <a:pt x="0" y="161"/>
                  <a:pt x="4" y="137"/>
                  <a:pt x="14" y="114"/>
                </a:cubicBezTo>
                <a:cubicBezTo>
                  <a:pt x="23" y="92"/>
                  <a:pt x="37" y="72"/>
                  <a:pt x="54" y="54"/>
                </a:cubicBezTo>
                <a:cubicBezTo>
                  <a:pt x="71" y="37"/>
                  <a:pt x="92" y="23"/>
                  <a:pt x="114" y="14"/>
                </a:cubicBezTo>
                <a:cubicBezTo>
                  <a:pt x="137" y="4"/>
                  <a:pt x="161" y="0"/>
                  <a:pt x="185" y="0"/>
                </a:cubicBezTo>
                <a:lnTo>
                  <a:pt x="13580" y="0"/>
                </a:lnTo>
                <a:cubicBezTo>
                  <a:pt x="13605" y="0"/>
                  <a:pt x="13629" y="4"/>
                  <a:pt x="13651" y="14"/>
                </a:cubicBezTo>
                <a:cubicBezTo>
                  <a:pt x="13674" y="23"/>
                  <a:pt x="13694" y="37"/>
                  <a:pt x="13712" y="54"/>
                </a:cubicBezTo>
                <a:cubicBezTo>
                  <a:pt x="13729" y="72"/>
                  <a:pt x="13742" y="92"/>
                  <a:pt x="13752" y="114"/>
                </a:cubicBezTo>
                <a:cubicBezTo>
                  <a:pt x="13761" y="137"/>
                  <a:pt x="13766" y="161"/>
                  <a:pt x="13766" y="185"/>
                </a:cubicBezTo>
                <a:lnTo>
                  <a:pt x="13766" y="3297"/>
                </a:lnTo>
                <a:cubicBezTo>
                  <a:pt x="13766" y="3322"/>
                  <a:pt x="13761" y="3345"/>
                  <a:pt x="13752" y="3368"/>
                </a:cubicBezTo>
                <a:cubicBezTo>
                  <a:pt x="13742" y="3391"/>
                  <a:pt x="13729" y="3411"/>
                  <a:pt x="13712" y="3428"/>
                </a:cubicBezTo>
                <a:cubicBezTo>
                  <a:pt x="13694" y="3446"/>
                  <a:pt x="13674" y="3459"/>
                  <a:pt x="13651" y="3469"/>
                </a:cubicBezTo>
                <a:cubicBezTo>
                  <a:pt x="13629" y="3478"/>
                  <a:pt x="13605" y="3483"/>
                  <a:pt x="13580" y="3483"/>
                </a:cubicBezTo>
                <a:lnTo>
                  <a:pt x="185" y="3483"/>
                </a:lnTo>
                <a:cubicBezTo>
                  <a:pt x="161" y="3483"/>
                  <a:pt x="137" y="3478"/>
                  <a:pt x="114" y="3469"/>
                </a:cubicBezTo>
                <a:cubicBezTo>
                  <a:pt x="92" y="3459"/>
                  <a:pt x="71" y="3446"/>
                  <a:pt x="54" y="3428"/>
                </a:cubicBezTo>
                <a:cubicBezTo>
                  <a:pt x="37" y="3411"/>
                  <a:pt x="23" y="3391"/>
                  <a:pt x="14" y="3368"/>
                </a:cubicBezTo>
                <a:cubicBezTo>
                  <a:pt x="4" y="3345"/>
                  <a:pt x="0" y="3322"/>
                  <a:pt x="0" y="3297"/>
                </a:cubicBezTo>
                <a:moveTo>
                  <a:pt x="23" y="185"/>
                </a:moveTo>
                <a:lnTo>
                  <a:pt x="23" y="3297"/>
                </a:lnTo>
                <a:cubicBezTo>
                  <a:pt x="23" y="3308"/>
                  <a:pt x="24" y="3318"/>
                  <a:pt x="26" y="3329"/>
                </a:cubicBezTo>
                <a:cubicBezTo>
                  <a:pt x="28" y="3339"/>
                  <a:pt x="31" y="3349"/>
                  <a:pt x="35" y="3359"/>
                </a:cubicBezTo>
                <a:cubicBezTo>
                  <a:pt x="39" y="3369"/>
                  <a:pt x="44" y="3378"/>
                  <a:pt x="50" y="3387"/>
                </a:cubicBezTo>
                <a:cubicBezTo>
                  <a:pt x="56" y="3396"/>
                  <a:pt x="63" y="3404"/>
                  <a:pt x="70" y="3412"/>
                </a:cubicBezTo>
                <a:cubicBezTo>
                  <a:pt x="78" y="3419"/>
                  <a:pt x="86" y="3426"/>
                  <a:pt x="95" y="3432"/>
                </a:cubicBezTo>
                <a:cubicBezTo>
                  <a:pt x="104" y="3438"/>
                  <a:pt x="113" y="3443"/>
                  <a:pt x="123" y="3447"/>
                </a:cubicBezTo>
                <a:cubicBezTo>
                  <a:pt x="133" y="3451"/>
                  <a:pt x="143" y="3454"/>
                  <a:pt x="154" y="3456"/>
                </a:cubicBezTo>
                <a:cubicBezTo>
                  <a:pt x="164" y="3458"/>
                  <a:pt x="175" y="3459"/>
                  <a:pt x="185" y="3459"/>
                </a:cubicBezTo>
                <a:lnTo>
                  <a:pt x="13580" y="3459"/>
                </a:lnTo>
                <a:cubicBezTo>
                  <a:pt x="13591" y="3459"/>
                  <a:pt x="13602" y="3458"/>
                  <a:pt x="13612" y="3456"/>
                </a:cubicBezTo>
                <a:cubicBezTo>
                  <a:pt x="13622" y="3454"/>
                  <a:pt x="13633" y="3451"/>
                  <a:pt x="13642" y="3447"/>
                </a:cubicBezTo>
                <a:cubicBezTo>
                  <a:pt x="13652" y="3443"/>
                  <a:pt x="13662" y="3438"/>
                  <a:pt x="13671" y="3432"/>
                </a:cubicBezTo>
                <a:cubicBezTo>
                  <a:pt x="13679" y="3426"/>
                  <a:pt x="13688" y="3419"/>
                  <a:pt x="13695" y="3412"/>
                </a:cubicBezTo>
                <a:cubicBezTo>
                  <a:pt x="13703" y="3404"/>
                  <a:pt x="13709" y="3396"/>
                  <a:pt x="13715" y="3387"/>
                </a:cubicBezTo>
                <a:cubicBezTo>
                  <a:pt x="13721" y="3378"/>
                  <a:pt x="13726" y="3369"/>
                  <a:pt x="13730" y="3359"/>
                </a:cubicBezTo>
                <a:cubicBezTo>
                  <a:pt x="13735" y="3349"/>
                  <a:pt x="13738" y="3339"/>
                  <a:pt x="13740" y="3329"/>
                </a:cubicBezTo>
                <a:cubicBezTo>
                  <a:pt x="13742" y="3318"/>
                  <a:pt x="13743" y="3308"/>
                  <a:pt x="13743" y="3297"/>
                </a:cubicBezTo>
                <a:lnTo>
                  <a:pt x="13743" y="185"/>
                </a:lnTo>
                <a:cubicBezTo>
                  <a:pt x="13743" y="175"/>
                  <a:pt x="13742" y="164"/>
                  <a:pt x="13740" y="154"/>
                </a:cubicBezTo>
                <a:cubicBezTo>
                  <a:pt x="13738" y="143"/>
                  <a:pt x="13735" y="133"/>
                  <a:pt x="13730" y="123"/>
                </a:cubicBezTo>
                <a:cubicBezTo>
                  <a:pt x="13726" y="113"/>
                  <a:pt x="13721" y="104"/>
                  <a:pt x="13715" y="95"/>
                </a:cubicBezTo>
                <a:cubicBezTo>
                  <a:pt x="13709" y="86"/>
                  <a:pt x="13703" y="78"/>
                  <a:pt x="13695" y="71"/>
                </a:cubicBezTo>
                <a:cubicBezTo>
                  <a:pt x="13688" y="63"/>
                  <a:pt x="13679" y="56"/>
                  <a:pt x="13671" y="50"/>
                </a:cubicBezTo>
                <a:cubicBezTo>
                  <a:pt x="13662" y="44"/>
                  <a:pt x="13652" y="39"/>
                  <a:pt x="13642" y="35"/>
                </a:cubicBezTo>
                <a:cubicBezTo>
                  <a:pt x="13633" y="31"/>
                  <a:pt x="13622" y="28"/>
                  <a:pt x="13612" y="26"/>
                </a:cubicBezTo>
                <a:cubicBezTo>
                  <a:pt x="13602" y="24"/>
                  <a:pt x="13591" y="23"/>
                  <a:pt x="13580" y="23"/>
                </a:cubicBezTo>
                <a:lnTo>
                  <a:pt x="185" y="23"/>
                </a:lnTo>
                <a:cubicBezTo>
                  <a:pt x="175" y="23"/>
                  <a:pt x="164" y="24"/>
                  <a:pt x="154" y="26"/>
                </a:cubicBezTo>
                <a:cubicBezTo>
                  <a:pt x="143" y="28"/>
                  <a:pt x="133" y="31"/>
                  <a:pt x="123" y="35"/>
                </a:cubicBezTo>
                <a:cubicBezTo>
                  <a:pt x="113" y="39"/>
                  <a:pt x="104" y="44"/>
                  <a:pt x="95" y="50"/>
                </a:cubicBezTo>
                <a:cubicBezTo>
                  <a:pt x="86" y="56"/>
                  <a:pt x="78" y="63"/>
                  <a:pt x="70" y="71"/>
                </a:cubicBezTo>
                <a:cubicBezTo>
                  <a:pt x="63" y="78"/>
                  <a:pt x="56" y="86"/>
                  <a:pt x="50" y="95"/>
                </a:cubicBezTo>
                <a:cubicBezTo>
                  <a:pt x="44" y="104"/>
                  <a:pt x="39" y="113"/>
                  <a:pt x="35" y="123"/>
                </a:cubicBezTo>
                <a:cubicBezTo>
                  <a:pt x="31" y="133"/>
                  <a:pt x="28" y="143"/>
                  <a:pt x="26" y="154"/>
                </a:cubicBezTo>
                <a:cubicBezTo>
                  <a:pt x="24" y="164"/>
                  <a:pt x="23" y="175"/>
                  <a:pt x="23" y="185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694" name="圖片 693"/>
          <p:cNvPicPr/>
          <p:nvPr/>
        </p:nvPicPr>
        <p:blipFill>
          <a:blip r:embed="rId2"/>
          <a:stretch>
            <a:fillRect/>
          </a:stretch>
        </p:blipFill>
        <p:spPr>
          <a:xfrm>
            <a:off x="4713120" y="1128240"/>
            <a:ext cx="25020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5" name="文字框 694"/>
          <p:cNvSpPr txBox="1"/>
          <p:nvPr/>
        </p:nvSpPr>
        <p:spPr>
          <a:xfrm>
            <a:off x="1027800" y="682560"/>
            <a:ext cx="64882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美国的稳定币监管呈现出</a:t>
            </a:r>
            <a:r>
              <a:rPr lang="zh-CN" sz="1180" b="0" u="none" strike="noStrike">
                <a:solidFill>
                  <a:srgbClr val="4CD137"/>
                </a:solidFill>
                <a:effectLst/>
                <a:uFillTx/>
                <a:latin typeface="WenQuanYiZenHei"/>
                <a:ea typeface="WenQuanYiZenHei"/>
              </a:rPr>
              <a:t>多头并进、尚未统一</a:t>
            </a:r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的局面，多个机构从不同角度审视和推动相关立法。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96" name="任意多邊形 695"/>
          <p:cNvSpPr/>
          <p:nvPr/>
        </p:nvSpPr>
        <p:spPr>
          <a:xfrm>
            <a:off x="4854960" y="1671120"/>
            <a:ext cx="401760" cy="401400"/>
          </a:xfrm>
          <a:custGeom>
            <a:avLst/>
            <a:gdLst/>
            <a:ahLst/>
            <a:cxnLst/>
            <a:rect l="0" t="0" r="r" b="b"/>
            <a:pathLst>
              <a:path w="1116" h="1115">
                <a:moveTo>
                  <a:pt x="1116" y="558"/>
                </a:moveTo>
                <a:cubicBezTo>
                  <a:pt x="1116" y="595"/>
                  <a:pt x="1112" y="631"/>
                  <a:pt x="1105" y="667"/>
                </a:cubicBezTo>
                <a:cubicBezTo>
                  <a:pt x="1098" y="703"/>
                  <a:pt x="1087" y="738"/>
                  <a:pt x="1073" y="771"/>
                </a:cubicBezTo>
                <a:cubicBezTo>
                  <a:pt x="1059" y="805"/>
                  <a:pt x="1042" y="837"/>
                  <a:pt x="1022" y="868"/>
                </a:cubicBezTo>
                <a:cubicBezTo>
                  <a:pt x="1001" y="898"/>
                  <a:pt x="978" y="926"/>
                  <a:pt x="952" y="952"/>
                </a:cubicBezTo>
                <a:cubicBezTo>
                  <a:pt x="926" y="978"/>
                  <a:pt x="898" y="1001"/>
                  <a:pt x="868" y="1021"/>
                </a:cubicBezTo>
                <a:cubicBezTo>
                  <a:pt x="837" y="1042"/>
                  <a:pt x="805" y="1059"/>
                  <a:pt x="772" y="1073"/>
                </a:cubicBezTo>
                <a:cubicBezTo>
                  <a:pt x="738" y="1087"/>
                  <a:pt x="703" y="1097"/>
                  <a:pt x="667" y="1105"/>
                </a:cubicBezTo>
                <a:cubicBezTo>
                  <a:pt x="631" y="1112"/>
                  <a:pt x="595" y="1115"/>
                  <a:pt x="558" y="1115"/>
                </a:cubicBezTo>
                <a:cubicBezTo>
                  <a:pt x="522" y="1115"/>
                  <a:pt x="486" y="1112"/>
                  <a:pt x="450" y="1105"/>
                </a:cubicBezTo>
                <a:cubicBezTo>
                  <a:pt x="413" y="1097"/>
                  <a:pt x="378" y="1087"/>
                  <a:pt x="344" y="1073"/>
                </a:cubicBezTo>
                <a:cubicBezTo>
                  <a:pt x="310" y="1059"/>
                  <a:pt x="278" y="1042"/>
                  <a:pt x="248" y="1021"/>
                </a:cubicBezTo>
                <a:cubicBezTo>
                  <a:pt x="217" y="1001"/>
                  <a:pt x="189" y="978"/>
                  <a:pt x="163" y="952"/>
                </a:cubicBezTo>
                <a:cubicBezTo>
                  <a:pt x="138" y="926"/>
                  <a:pt x="114" y="898"/>
                  <a:pt x="94" y="868"/>
                </a:cubicBezTo>
                <a:cubicBezTo>
                  <a:pt x="74" y="837"/>
                  <a:pt x="57" y="805"/>
                  <a:pt x="43" y="771"/>
                </a:cubicBezTo>
                <a:cubicBezTo>
                  <a:pt x="29" y="738"/>
                  <a:pt x="18" y="703"/>
                  <a:pt x="11" y="667"/>
                </a:cubicBezTo>
                <a:cubicBezTo>
                  <a:pt x="4" y="631"/>
                  <a:pt x="0" y="595"/>
                  <a:pt x="0" y="558"/>
                </a:cubicBezTo>
                <a:cubicBezTo>
                  <a:pt x="0" y="522"/>
                  <a:pt x="4" y="485"/>
                  <a:pt x="11" y="450"/>
                </a:cubicBezTo>
                <a:cubicBezTo>
                  <a:pt x="18" y="414"/>
                  <a:pt x="29" y="379"/>
                  <a:pt x="43" y="344"/>
                </a:cubicBezTo>
                <a:cubicBezTo>
                  <a:pt x="57" y="310"/>
                  <a:pt x="74" y="278"/>
                  <a:pt x="94" y="248"/>
                </a:cubicBezTo>
                <a:cubicBezTo>
                  <a:pt x="114" y="217"/>
                  <a:pt x="138" y="189"/>
                  <a:pt x="163" y="163"/>
                </a:cubicBezTo>
                <a:cubicBezTo>
                  <a:pt x="189" y="137"/>
                  <a:pt x="217" y="114"/>
                  <a:pt x="248" y="94"/>
                </a:cubicBezTo>
                <a:cubicBezTo>
                  <a:pt x="278" y="74"/>
                  <a:pt x="310" y="57"/>
                  <a:pt x="344" y="43"/>
                </a:cubicBezTo>
                <a:cubicBezTo>
                  <a:pt x="378" y="29"/>
                  <a:pt x="413" y="18"/>
                  <a:pt x="450" y="11"/>
                </a:cubicBezTo>
                <a:cubicBezTo>
                  <a:pt x="486" y="4"/>
                  <a:pt x="522" y="0"/>
                  <a:pt x="558" y="0"/>
                </a:cubicBezTo>
                <a:cubicBezTo>
                  <a:pt x="595" y="0"/>
                  <a:pt x="631" y="4"/>
                  <a:pt x="667" y="11"/>
                </a:cubicBezTo>
                <a:cubicBezTo>
                  <a:pt x="703" y="18"/>
                  <a:pt x="738" y="29"/>
                  <a:pt x="772" y="43"/>
                </a:cubicBezTo>
                <a:cubicBezTo>
                  <a:pt x="805" y="57"/>
                  <a:pt x="837" y="74"/>
                  <a:pt x="868" y="94"/>
                </a:cubicBezTo>
                <a:cubicBezTo>
                  <a:pt x="898" y="114"/>
                  <a:pt x="926" y="137"/>
                  <a:pt x="952" y="163"/>
                </a:cubicBezTo>
                <a:cubicBezTo>
                  <a:pt x="978" y="189"/>
                  <a:pt x="1001" y="217"/>
                  <a:pt x="1022" y="248"/>
                </a:cubicBezTo>
                <a:cubicBezTo>
                  <a:pt x="1042" y="278"/>
                  <a:pt x="1059" y="310"/>
                  <a:pt x="1073" y="344"/>
                </a:cubicBezTo>
                <a:cubicBezTo>
                  <a:pt x="1087" y="379"/>
                  <a:pt x="1098" y="414"/>
                  <a:pt x="1105" y="450"/>
                </a:cubicBezTo>
                <a:cubicBezTo>
                  <a:pt x="1112" y="485"/>
                  <a:pt x="1116" y="522"/>
                  <a:pt x="1116" y="558"/>
                </a:cubicBezTo>
                <a:close/>
              </a:path>
            </a:pathLst>
          </a:custGeom>
          <a:solidFill>
            <a:srgbClr val="7F1D1D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697" name="圖片 696"/>
          <p:cNvPicPr/>
          <p:nvPr/>
        </p:nvPicPr>
        <p:blipFill>
          <a:blip r:embed="rId3"/>
          <a:stretch>
            <a:fillRect/>
          </a:stretch>
        </p:blipFill>
        <p:spPr>
          <a:xfrm>
            <a:off x="4955400" y="177156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8" name="文字框 697"/>
          <p:cNvSpPr txBox="1"/>
          <p:nvPr/>
        </p:nvSpPr>
        <p:spPr>
          <a:xfrm>
            <a:off x="5062680" y="1102320"/>
            <a:ext cx="14090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各监管机构立场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99" name="文字框 698"/>
          <p:cNvSpPr txBox="1"/>
          <p:nvPr/>
        </p:nvSpPr>
        <p:spPr>
          <a:xfrm>
            <a:off x="5388480" y="1652400"/>
            <a:ext cx="218016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财政部与金融稳定监督委员会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00" name="文字框 699"/>
          <p:cNvSpPr txBox="1"/>
          <p:nvPr/>
        </p:nvSpPr>
        <p:spPr>
          <a:xfrm>
            <a:off x="5388480" y="1918800"/>
            <a:ext cx="40237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将稳定币视为</a:t>
            </a:r>
            <a:r>
              <a:rPr lang="zh-CN" sz="1050" b="0" u="none" strike="noStrike">
                <a:solidFill>
                  <a:srgbClr val="4CD137"/>
                </a:solidFill>
                <a:effectLst/>
                <a:uFillTx/>
                <a:latin typeface="WenQuanYiZenHei"/>
                <a:ea typeface="WenQuanYiZenHei"/>
              </a:rPr>
              <a:t>潜在的系统性金融风险</a:t>
            </a:r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来源，强烈呼吁国会出台全面的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01" name="任意多邊形 700"/>
          <p:cNvSpPr/>
          <p:nvPr/>
        </p:nvSpPr>
        <p:spPr>
          <a:xfrm>
            <a:off x="4854960" y="2757600"/>
            <a:ext cx="401760" cy="401400"/>
          </a:xfrm>
          <a:custGeom>
            <a:avLst/>
            <a:gdLst/>
            <a:ahLst/>
            <a:cxnLst/>
            <a:rect l="0" t="0" r="r" b="b"/>
            <a:pathLst>
              <a:path w="1116" h="1115">
                <a:moveTo>
                  <a:pt x="1116" y="557"/>
                </a:moveTo>
                <a:cubicBezTo>
                  <a:pt x="1116" y="594"/>
                  <a:pt x="1112" y="630"/>
                  <a:pt x="1105" y="666"/>
                </a:cubicBezTo>
                <a:cubicBezTo>
                  <a:pt x="1098" y="702"/>
                  <a:pt x="1087" y="737"/>
                  <a:pt x="1073" y="771"/>
                </a:cubicBezTo>
                <a:cubicBezTo>
                  <a:pt x="1059" y="805"/>
                  <a:pt x="1042" y="837"/>
                  <a:pt x="1022" y="867"/>
                </a:cubicBezTo>
                <a:cubicBezTo>
                  <a:pt x="1001" y="898"/>
                  <a:pt x="978" y="926"/>
                  <a:pt x="952" y="952"/>
                </a:cubicBezTo>
                <a:cubicBezTo>
                  <a:pt x="926" y="978"/>
                  <a:pt x="898" y="1001"/>
                  <a:pt x="868" y="1021"/>
                </a:cubicBezTo>
                <a:cubicBezTo>
                  <a:pt x="837" y="1041"/>
                  <a:pt x="805" y="1059"/>
                  <a:pt x="772" y="1073"/>
                </a:cubicBezTo>
                <a:cubicBezTo>
                  <a:pt x="738" y="1087"/>
                  <a:pt x="703" y="1097"/>
                  <a:pt x="667" y="1104"/>
                </a:cubicBezTo>
                <a:cubicBezTo>
                  <a:pt x="631" y="1111"/>
                  <a:pt x="595" y="1115"/>
                  <a:pt x="558" y="1115"/>
                </a:cubicBezTo>
                <a:cubicBezTo>
                  <a:pt x="522" y="1115"/>
                  <a:pt x="486" y="1111"/>
                  <a:pt x="450" y="1104"/>
                </a:cubicBezTo>
                <a:cubicBezTo>
                  <a:pt x="413" y="1097"/>
                  <a:pt x="378" y="1087"/>
                  <a:pt x="344" y="1073"/>
                </a:cubicBezTo>
                <a:cubicBezTo>
                  <a:pt x="310" y="1059"/>
                  <a:pt x="278" y="1041"/>
                  <a:pt x="248" y="1021"/>
                </a:cubicBezTo>
                <a:cubicBezTo>
                  <a:pt x="217" y="1001"/>
                  <a:pt x="189" y="978"/>
                  <a:pt x="163" y="952"/>
                </a:cubicBezTo>
                <a:cubicBezTo>
                  <a:pt x="138" y="926"/>
                  <a:pt x="114" y="898"/>
                  <a:pt x="94" y="867"/>
                </a:cubicBezTo>
                <a:cubicBezTo>
                  <a:pt x="74" y="837"/>
                  <a:pt x="57" y="805"/>
                  <a:pt x="43" y="771"/>
                </a:cubicBezTo>
                <a:cubicBezTo>
                  <a:pt x="29" y="737"/>
                  <a:pt x="18" y="702"/>
                  <a:pt x="11" y="666"/>
                </a:cubicBezTo>
                <a:cubicBezTo>
                  <a:pt x="4" y="630"/>
                  <a:pt x="0" y="594"/>
                  <a:pt x="0" y="557"/>
                </a:cubicBezTo>
                <a:cubicBezTo>
                  <a:pt x="0" y="520"/>
                  <a:pt x="4" y="484"/>
                  <a:pt x="11" y="448"/>
                </a:cubicBezTo>
                <a:cubicBezTo>
                  <a:pt x="18" y="412"/>
                  <a:pt x="29" y="378"/>
                  <a:pt x="43" y="344"/>
                </a:cubicBezTo>
                <a:cubicBezTo>
                  <a:pt x="57" y="310"/>
                  <a:pt x="74" y="278"/>
                  <a:pt x="94" y="247"/>
                </a:cubicBezTo>
                <a:cubicBezTo>
                  <a:pt x="114" y="217"/>
                  <a:pt x="138" y="189"/>
                  <a:pt x="163" y="163"/>
                </a:cubicBezTo>
                <a:cubicBezTo>
                  <a:pt x="189" y="137"/>
                  <a:pt x="217" y="114"/>
                  <a:pt x="248" y="94"/>
                </a:cubicBezTo>
                <a:cubicBezTo>
                  <a:pt x="278" y="73"/>
                  <a:pt x="310" y="56"/>
                  <a:pt x="344" y="42"/>
                </a:cubicBezTo>
                <a:cubicBezTo>
                  <a:pt x="378" y="28"/>
                  <a:pt x="413" y="18"/>
                  <a:pt x="450" y="11"/>
                </a:cubicBezTo>
                <a:cubicBezTo>
                  <a:pt x="486" y="3"/>
                  <a:pt x="522" y="0"/>
                  <a:pt x="558" y="0"/>
                </a:cubicBezTo>
                <a:cubicBezTo>
                  <a:pt x="595" y="0"/>
                  <a:pt x="631" y="3"/>
                  <a:pt x="667" y="11"/>
                </a:cubicBezTo>
                <a:cubicBezTo>
                  <a:pt x="703" y="18"/>
                  <a:pt x="738" y="28"/>
                  <a:pt x="772" y="42"/>
                </a:cubicBezTo>
                <a:cubicBezTo>
                  <a:pt x="805" y="56"/>
                  <a:pt x="837" y="73"/>
                  <a:pt x="868" y="94"/>
                </a:cubicBezTo>
                <a:cubicBezTo>
                  <a:pt x="898" y="114"/>
                  <a:pt x="926" y="137"/>
                  <a:pt x="952" y="163"/>
                </a:cubicBezTo>
                <a:cubicBezTo>
                  <a:pt x="978" y="189"/>
                  <a:pt x="1001" y="217"/>
                  <a:pt x="1022" y="247"/>
                </a:cubicBezTo>
                <a:cubicBezTo>
                  <a:pt x="1042" y="278"/>
                  <a:pt x="1059" y="310"/>
                  <a:pt x="1073" y="344"/>
                </a:cubicBezTo>
                <a:cubicBezTo>
                  <a:pt x="1087" y="378"/>
                  <a:pt x="1098" y="412"/>
                  <a:pt x="1105" y="448"/>
                </a:cubicBezTo>
                <a:cubicBezTo>
                  <a:pt x="1112" y="484"/>
                  <a:pt x="1116" y="520"/>
                  <a:pt x="1116" y="557"/>
                </a:cubicBezTo>
                <a:close/>
              </a:path>
            </a:pathLst>
          </a:custGeom>
          <a:solidFill>
            <a:srgbClr val="1E3A8A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702" name="圖片 701"/>
          <p:cNvPicPr/>
          <p:nvPr/>
        </p:nvPicPr>
        <p:blipFill>
          <a:blip r:embed="rId4"/>
          <a:stretch>
            <a:fillRect/>
          </a:stretch>
        </p:blipFill>
        <p:spPr>
          <a:xfrm>
            <a:off x="4955400" y="285804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3" name="文字框 702"/>
          <p:cNvSpPr txBox="1"/>
          <p:nvPr/>
        </p:nvSpPr>
        <p:spPr>
          <a:xfrm>
            <a:off x="5388480" y="2119320"/>
            <a:ext cx="9396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联邦监管法案。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04" name="文字框 703"/>
          <p:cNvSpPr txBox="1"/>
          <p:nvPr/>
        </p:nvSpPr>
        <p:spPr>
          <a:xfrm>
            <a:off x="5388480" y="2738880"/>
            <a:ext cx="100656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联邦储备系统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05" name="文字框 704"/>
          <p:cNvSpPr txBox="1"/>
          <p:nvPr/>
        </p:nvSpPr>
        <p:spPr>
          <a:xfrm>
            <a:off x="5388480" y="3004920"/>
            <a:ext cx="40240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强调稳定币发行方应受到与</a:t>
            </a:r>
            <a:r>
              <a:rPr lang="zh-CN" sz="1050" b="0" u="none" strike="noStrike">
                <a:solidFill>
                  <a:srgbClr val="4CD137"/>
                </a:solidFill>
                <a:effectLst/>
                <a:uFillTx/>
                <a:latin typeface="WenQuanYiZenHei"/>
                <a:ea typeface="WenQuanYiZenHei"/>
              </a:rPr>
              <a:t>传统银行类似的严格监管</a:t>
            </a:r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，以确保金融稳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06" name="任意多邊形 705"/>
          <p:cNvSpPr/>
          <p:nvPr/>
        </p:nvSpPr>
        <p:spPr>
          <a:xfrm>
            <a:off x="4854960" y="3844080"/>
            <a:ext cx="401760" cy="401400"/>
          </a:xfrm>
          <a:custGeom>
            <a:avLst/>
            <a:gdLst/>
            <a:ahLst/>
            <a:cxnLst/>
            <a:rect l="0" t="0" r="r" b="b"/>
            <a:pathLst>
              <a:path w="1116" h="1115">
                <a:moveTo>
                  <a:pt x="1116" y="557"/>
                </a:moveTo>
                <a:cubicBezTo>
                  <a:pt x="1116" y="593"/>
                  <a:pt x="1112" y="629"/>
                  <a:pt x="1105" y="665"/>
                </a:cubicBezTo>
                <a:cubicBezTo>
                  <a:pt x="1098" y="701"/>
                  <a:pt x="1087" y="736"/>
                  <a:pt x="1073" y="770"/>
                </a:cubicBezTo>
                <a:cubicBezTo>
                  <a:pt x="1059" y="804"/>
                  <a:pt x="1042" y="836"/>
                  <a:pt x="1022" y="866"/>
                </a:cubicBezTo>
                <a:cubicBezTo>
                  <a:pt x="1001" y="897"/>
                  <a:pt x="978" y="925"/>
                  <a:pt x="952" y="951"/>
                </a:cubicBezTo>
                <a:cubicBezTo>
                  <a:pt x="926" y="976"/>
                  <a:pt x="898" y="1000"/>
                  <a:pt x="868" y="1021"/>
                </a:cubicBezTo>
                <a:cubicBezTo>
                  <a:pt x="837" y="1041"/>
                  <a:pt x="805" y="1058"/>
                  <a:pt x="772" y="1072"/>
                </a:cubicBezTo>
                <a:cubicBezTo>
                  <a:pt x="738" y="1086"/>
                  <a:pt x="703" y="1097"/>
                  <a:pt x="667" y="1104"/>
                </a:cubicBezTo>
                <a:cubicBezTo>
                  <a:pt x="631" y="1111"/>
                  <a:pt x="595" y="1115"/>
                  <a:pt x="558" y="1115"/>
                </a:cubicBezTo>
                <a:cubicBezTo>
                  <a:pt x="522" y="1115"/>
                  <a:pt x="486" y="1111"/>
                  <a:pt x="450" y="1104"/>
                </a:cubicBezTo>
                <a:cubicBezTo>
                  <a:pt x="413" y="1097"/>
                  <a:pt x="378" y="1086"/>
                  <a:pt x="344" y="1072"/>
                </a:cubicBezTo>
                <a:cubicBezTo>
                  <a:pt x="310" y="1058"/>
                  <a:pt x="278" y="1041"/>
                  <a:pt x="248" y="1021"/>
                </a:cubicBezTo>
                <a:cubicBezTo>
                  <a:pt x="217" y="1000"/>
                  <a:pt x="189" y="976"/>
                  <a:pt x="163" y="951"/>
                </a:cubicBezTo>
                <a:cubicBezTo>
                  <a:pt x="138" y="925"/>
                  <a:pt x="114" y="897"/>
                  <a:pt x="94" y="866"/>
                </a:cubicBezTo>
                <a:cubicBezTo>
                  <a:pt x="74" y="836"/>
                  <a:pt x="57" y="804"/>
                  <a:pt x="43" y="770"/>
                </a:cubicBezTo>
                <a:cubicBezTo>
                  <a:pt x="29" y="736"/>
                  <a:pt x="18" y="701"/>
                  <a:pt x="11" y="665"/>
                </a:cubicBezTo>
                <a:cubicBezTo>
                  <a:pt x="4" y="629"/>
                  <a:pt x="0" y="593"/>
                  <a:pt x="0" y="557"/>
                </a:cubicBezTo>
                <a:cubicBezTo>
                  <a:pt x="0" y="520"/>
                  <a:pt x="4" y="484"/>
                  <a:pt x="11" y="448"/>
                </a:cubicBezTo>
                <a:cubicBezTo>
                  <a:pt x="18" y="412"/>
                  <a:pt x="29" y="377"/>
                  <a:pt x="43" y="343"/>
                </a:cubicBezTo>
                <a:cubicBezTo>
                  <a:pt x="57" y="310"/>
                  <a:pt x="74" y="278"/>
                  <a:pt x="94" y="247"/>
                </a:cubicBezTo>
                <a:cubicBezTo>
                  <a:pt x="114" y="217"/>
                  <a:pt x="138" y="189"/>
                  <a:pt x="163" y="163"/>
                </a:cubicBezTo>
                <a:cubicBezTo>
                  <a:pt x="189" y="137"/>
                  <a:pt x="217" y="114"/>
                  <a:pt x="248" y="93"/>
                </a:cubicBezTo>
                <a:cubicBezTo>
                  <a:pt x="278" y="73"/>
                  <a:pt x="310" y="56"/>
                  <a:pt x="344" y="42"/>
                </a:cubicBezTo>
                <a:cubicBezTo>
                  <a:pt x="378" y="28"/>
                  <a:pt x="413" y="17"/>
                  <a:pt x="450" y="10"/>
                </a:cubicBezTo>
                <a:cubicBezTo>
                  <a:pt x="486" y="3"/>
                  <a:pt x="522" y="0"/>
                  <a:pt x="558" y="0"/>
                </a:cubicBezTo>
                <a:cubicBezTo>
                  <a:pt x="595" y="0"/>
                  <a:pt x="631" y="3"/>
                  <a:pt x="667" y="10"/>
                </a:cubicBezTo>
                <a:cubicBezTo>
                  <a:pt x="703" y="17"/>
                  <a:pt x="738" y="28"/>
                  <a:pt x="772" y="42"/>
                </a:cubicBezTo>
                <a:cubicBezTo>
                  <a:pt x="805" y="56"/>
                  <a:pt x="837" y="73"/>
                  <a:pt x="868" y="93"/>
                </a:cubicBezTo>
                <a:cubicBezTo>
                  <a:pt x="898" y="114"/>
                  <a:pt x="926" y="137"/>
                  <a:pt x="952" y="163"/>
                </a:cubicBezTo>
                <a:cubicBezTo>
                  <a:pt x="978" y="189"/>
                  <a:pt x="1001" y="217"/>
                  <a:pt x="1022" y="247"/>
                </a:cubicBezTo>
                <a:cubicBezTo>
                  <a:pt x="1042" y="278"/>
                  <a:pt x="1059" y="310"/>
                  <a:pt x="1073" y="343"/>
                </a:cubicBezTo>
                <a:cubicBezTo>
                  <a:pt x="1087" y="377"/>
                  <a:pt x="1098" y="412"/>
                  <a:pt x="1105" y="448"/>
                </a:cubicBezTo>
                <a:cubicBezTo>
                  <a:pt x="1112" y="484"/>
                  <a:pt x="1116" y="520"/>
                  <a:pt x="1116" y="557"/>
                </a:cubicBezTo>
                <a:close/>
              </a:path>
            </a:pathLst>
          </a:custGeom>
          <a:solidFill>
            <a:srgbClr val="064E3B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707" name="圖片 706"/>
          <p:cNvPicPr/>
          <p:nvPr/>
        </p:nvPicPr>
        <p:blipFill>
          <a:blip r:embed="rId5"/>
          <a:stretch>
            <a:fillRect/>
          </a:stretch>
        </p:blipFill>
        <p:spPr>
          <a:xfrm>
            <a:off x="4955400" y="394452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8" name="文字框 707"/>
          <p:cNvSpPr txBox="1"/>
          <p:nvPr/>
        </p:nvSpPr>
        <p:spPr>
          <a:xfrm>
            <a:off x="5388480" y="3205440"/>
            <a:ext cx="13417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定和支付系统的安全。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09" name="文字框 708"/>
          <p:cNvSpPr txBox="1"/>
          <p:nvPr/>
        </p:nvSpPr>
        <p:spPr>
          <a:xfrm>
            <a:off x="5388480" y="3825360"/>
            <a:ext cx="117432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证券交易委员会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10" name="文字框 709"/>
          <p:cNvSpPr txBox="1"/>
          <p:nvPr/>
        </p:nvSpPr>
        <p:spPr>
          <a:xfrm>
            <a:off x="5388480" y="4091400"/>
            <a:ext cx="268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主席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11" name="文字框 710"/>
          <p:cNvSpPr txBox="1"/>
          <p:nvPr/>
        </p:nvSpPr>
        <p:spPr>
          <a:xfrm>
            <a:off x="5655960" y="4096080"/>
            <a:ext cx="880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Gary Gensler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12" name="文字框 711"/>
          <p:cNvSpPr txBox="1"/>
          <p:nvPr/>
        </p:nvSpPr>
        <p:spPr>
          <a:xfrm>
            <a:off x="6532920" y="4091400"/>
            <a:ext cx="29512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多次表示，部分稳定币可能因其结构或提供的收益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13" name="文字框 712"/>
          <p:cNvSpPr txBox="1"/>
          <p:nvPr/>
        </p:nvSpPr>
        <p:spPr>
          <a:xfrm>
            <a:off x="5388480" y="4291920"/>
            <a:ext cx="537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而被视为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14" name="文字框 713"/>
          <p:cNvSpPr txBox="1"/>
          <p:nvPr/>
        </p:nvSpPr>
        <p:spPr>
          <a:xfrm>
            <a:off x="5923440" y="429660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1" u="none" strike="noStrike">
                <a:solidFill>
                  <a:srgbClr val="4CD137"/>
                </a:solidFill>
                <a:effectLst/>
                <a:uFillTx/>
                <a:latin typeface="DejaVuSans"/>
                <a:ea typeface="DejaVuSans"/>
              </a:rPr>
              <a:t>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15" name="文字框 714"/>
          <p:cNvSpPr txBox="1"/>
          <p:nvPr/>
        </p:nvSpPr>
        <p:spPr>
          <a:xfrm>
            <a:off x="5993280" y="4291920"/>
            <a:ext cx="268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CD137"/>
                </a:solidFill>
                <a:effectLst/>
                <a:uFillTx/>
                <a:latin typeface="WenQuanYiZenHei"/>
                <a:ea typeface="WenQuanYiZenHei"/>
              </a:rPr>
              <a:t>证券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16" name="文字框 715"/>
          <p:cNvSpPr txBox="1"/>
          <p:nvPr/>
        </p:nvSpPr>
        <p:spPr>
          <a:xfrm>
            <a:off x="6260400" y="429660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1" u="none" strike="noStrike">
                <a:solidFill>
                  <a:srgbClr val="4CD137"/>
                </a:solidFill>
                <a:effectLst/>
                <a:uFillTx/>
                <a:latin typeface="DejaVuSans"/>
                <a:ea typeface="DejaVuSans"/>
              </a:rPr>
              <a:t>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17" name="文字框 716"/>
          <p:cNvSpPr txBox="1"/>
          <p:nvPr/>
        </p:nvSpPr>
        <p:spPr>
          <a:xfrm>
            <a:off x="6330240" y="4291920"/>
            <a:ext cx="1609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，应遵守证券法规定，接受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18" name="文字框 717"/>
          <p:cNvSpPr txBox="1"/>
          <p:nvPr/>
        </p:nvSpPr>
        <p:spPr>
          <a:xfrm>
            <a:off x="7934760" y="4296600"/>
            <a:ext cx="2642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SEC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719" name="圖片 718"/>
          <p:cNvPicPr/>
          <p:nvPr/>
        </p:nvPicPr>
        <p:blipFill>
          <a:blip r:embed="rId6"/>
          <a:stretch>
            <a:fillRect/>
          </a:stretch>
        </p:blipFill>
        <p:spPr>
          <a:xfrm>
            <a:off x="4855320" y="493056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0" name="文字框 719"/>
          <p:cNvSpPr txBox="1"/>
          <p:nvPr/>
        </p:nvSpPr>
        <p:spPr>
          <a:xfrm>
            <a:off x="8197560" y="4291920"/>
            <a:ext cx="403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监管。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721" name="圖片 720"/>
          <p:cNvPicPr/>
          <p:nvPr/>
        </p:nvPicPr>
        <p:blipFill>
          <a:blip r:embed="rId7"/>
          <a:stretch>
            <a:fillRect/>
          </a:stretch>
        </p:blipFill>
        <p:spPr>
          <a:xfrm>
            <a:off x="4855320" y="5248080"/>
            <a:ext cx="100080" cy="10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2" name="文字框 721"/>
          <p:cNvSpPr txBox="1"/>
          <p:nvPr/>
        </p:nvSpPr>
        <p:spPr>
          <a:xfrm>
            <a:off x="5087880" y="4911480"/>
            <a:ext cx="184464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20" b="0" u="none" strike="noStrike">
                <a:solidFill>
                  <a:srgbClr val="FCD34D"/>
                </a:solidFill>
                <a:effectLst/>
                <a:uFillTx/>
                <a:latin typeface="WenQuanYiZenHei"/>
                <a:ea typeface="WenQuanYiZenHei"/>
              </a:rPr>
              <a:t>政策不确定性与市场影响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723" name="圖片 722"/>
          <p:cNvPicPr/>
          <p:nvPr/>
        </p:nvPicPr>
        <p:blipFill>
          <a:blip r:embed="rId7"/>
          <a:stretch>
            <a:fillRect/>
          </a:stretch>
        </p:blipFill>
        <p:spPr>
          <a:xfrm>
            <a:off x="4855320" y="5482080"/>
            <a:ext cx="100080" cy="10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4" name="文字框 723"/>
          <p:cNvSpPr txBox="1"/>
          <p:nvPr/>
        </p:nvSpPr>
        <p:spPr>
          <a:xfrm>
            <a:off x="5020920" y="5211000"/>
            <a:ext cx="40240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CD137"/>
                </a:solidFill>
                <a:effectLst/>
                <a:uFillTx/>
                <a:latin typeface="WenQuanYiZenHei"/>
                <a:ea typeface="WenQuanYiZenHei"/>
              </a:rPr>
              <a:t>合规路径不清晰</a:t>
            </a:r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：发行方面临遵守多个可能存在冲突的监管机构规则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725" name="圖片 724"/>
          <p:cNvPicPr/>
          <p:nvPr/>
        </p:nvPicPr>
        <p:blipFill>
          <a:blip r:embed="rId7"/>
          <a:stretch>
            <a:fillRect/>
          </a:stretch>
        </p:blipFill>
        <p:spPr>
          <a:xfrm>
            <a:off x="4855320" y="5716080"/>
            <a:ext cx="100080" cy="10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6" name="文字框 725"/>
          <p:cNvSpPr txBox="1"/>
          <p:nvPr/>
        </p:nvSpPr>
        <p:spPr>
          <a:xfrm>
            <a:off x="5020920" y="5445000"/>
            <a:ext cx="32194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CD137"/>
                </a:solidFill>
                <a:effectLst/>
                <a:uFillTx/>
                <a:latin typeface="WenQuanYiZenHei"/>
                <a:ea typeface="WenQuanYiZenHei"/>
              </a:rPr>
              <a:t>市场主导权之争</a:t>
            </a:r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：不同监管方案可能影响现有市场格局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27" name="任意多邊形 726"/>
          <p:cNvSpPr/>
          <p:nvPr/>
        </p:nvSpPr>
        <p:spPr>
          <a:xfrm>
            <a:off x="1027800" y="1094400"/>
            <a:ext cx="3485160" cy="4914360"/>
          </a:xfrm>
          <a:custGeom>
            <a:avLst/>
            <a:gdLst/>
            <a:ahLst/>
            <a:cxnLst/>
            <a:rect l="0" t="0" r="r" b="b"/>
            <a:pathLst>
              <a:path w="9681" h="13651">
                <a:moveTo>
                  <a:pt x="26" y="215"/>
                </a:moveTo>
                <a:cubicBezTo>
                  <a:pt x="44" y="173"/>
                  <a:pt x="69" y="135"/>
                  <a:pt x="102" y="102"/>
                </a:cubicBezTo>
                <a:cubicBezTo>
                  <a:pt x="134" y="70"/>
                  <a:pt x="172" y="45"/>
                  <a:pt x="215" y="27"/>
                </a:cubicBezTo>
                <a:cubicBezTo>
                  <a:pt x="257" y="9"/>
                  <a:pt x="302" y="0"/>
                  <a:pt x="348" y="0"/>
                </a:cubicBezTo>
                <a:lnTo>
                  <a:pt x="9332" y="0"/>
                </a:lnTo>
                <a:cubicBezTo>
                  <a:pt x="9379" y="0"/>
                  <a:pt x="9423" y="9"/>
                  <a:pt x="9466" y="27"/>
                </a:cubicBezTo>
                <a:cubicBezTo>
                  <a:pt x="9508" y="45"/>
                  <a:pt x="9546" y="70"/>
                  <a:pt x="9579" y="102"/>
                </a:cubicBezTo>
                <a:cubicBezTo>
                  <a:pt x="9611" y="135"/>
                  <a:pt x="9636" y="173"/>
                  <a:pt x="9654" y="215"/>
                </a:cubicBezTo>
                <a:cubicBezTo>
                  <a:pt x="9672" y="258"/>
                  <a:pt x="9681" y="302"/>
                  <a:pt x="9681" y="349"/>
                </a:cubicBezTo>
                <a:lnTo>
                  <a:pt x="9681" y="13302"/>
                </a:lnTo>
                <a:cubicBezTo>
                  <a:pt x="9681" y="13349"/>
                  <a:pt x="9672" y="13393"/>
                  <a:pt x="9654" y="13436"/>
                </a:cubicBezTo>
                <a:cubicBezTo>
                  <a:pt x="9636" y="13478"/>
                  <a:pt x="9611" y="13516"/>
                  <a:pt x="9579" y="13549"/>
                </a:cubicBezTo>
                <a:cubicBezTo>
                  <a:pt x="9546" y="13581"/>
                  <a:pt x="9508" y="13607"/>
                  <a:pt x="9466" y="13624"/>
                </a:cubicBezTo>
                <a:cubicBezTo>
                  <a:pt x="9423" y="13642"/>
                  <a:pt x="9379" y="13651"/>
                  <a:pt x="9332" y="13651"/>
                </a:cubicBezTo>
                <a:lnTo>
                  <a:pt x="348" y="13651"/>
                </a:lnTo>
                <a:cubicBezTo>
                  <a:pt x="302" y="13651"/>
                  <a:pt x="257" y="13642"/>
                  <a:pt x="215" y="13624"/>
                </a:cubicBezTo>
                <a:cubicBezTo>
                  <a:pt x="172" y="13607"/>
                  <a:pt x="134" y="13581"/>
                  <a:pt x="102" y="13549"/>
                </a:cubicBezTo>
                <a:cubicBezTo>
                  <a:pt x="69" y="13516"/>
                  <a:pt x="44" y="13478"/>
                  <a:pt x="26" y="13436"/>
                </a:cubicBezTo>
                <a:cubicBezTo>
                  <a:pt x="9" y="13393"/>
                  <a:pt x="0" y="13349"/>
                  <a:pt x="0" y="13302"/>
                </a:cubicBezTo>
                <a:lnTo>
                  <a:pt x="0" y="349"/>
                </a:lnTo>
                <a:cubicBezTo>
                  <a:pt x="0" y="302"/>
                  <a:pt x="9" y="258"/>
                  <a:pt x="26" y="215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28" name="任意多邊形 727"/>
          <p:cNvSpPr/>
          <p:nvPr/>
        </p:nvSpPr>
        <p:spPr>
          <a:xfrm>
            <a:off x="1027800" y="1094400"/>
            <a:ext cx="3485160" cy="4914360"/>
          </a:xfrm>
          <a:custGeom>
            <a:avLst/>
            <a:gdLst/>
            <a:ahLst/>
            <a:cxnLst/>
            <a:rect l="0" t="0" r="r" b="b"/>
            <a:pathLst>
              <a:path w="9681" h="13651">
                <a:moveTo>
                  <a:pt x="0" y="13302"/>
                </a:moveTo>
                <a:lnTo>
                  <a:pt x="0" y="349"/>
                </a:lnTo>
                <a:cubicBezTo>
                  <a:pt x="0" y="302"/>
                  <a:pt x="9" y="258"/>
                  <a:pt x="26" y="215"/>
                </a:cubicBezTo>
                <a:cubicBezTo>
                  <a:pt x="44" y="173"/>
                  <a:pt x="69" y="135"/>
                  <a:pt x="102" y="102"/>
                </a:cubicBezTo>
                <a:cubicBezTo>
                  <a:pt x="134" y="70"/>
                  <a:pt x="172" y="45"/>
                  <a:pt x="215" y="27"/>
                </a:cubicBezTo>
                <a:cubicBezTo>
                  <a:pt x="257" y="9"/>
                  <a:pt x="302" y="0"/>
                  <a:pt x="348" y="0"/>
                </a:cubicBezTo>
                <a:lnTo>
                  <a:pt x="9332" y="0"/>
                </a:lnTo>
                <a:cubicBezTo>
                  <a:pt x="9379" y="0"/>
                  <a:pt x="9423" y="9"/>
                  <a:pt x="9466" y="27"/>
                </a:cubicBezTo>
                <a:cubicBezTo>
                  <a:pt x="9508" y="45"/>
                  <a:pt x="9546" y="70"/>
                  <a:pt x="9579" y="102"/>
                </a:cubicBezTo>
                <a:cubicBezTo>
                  <a:pt x="9611" y="135"/>
                  <a:pt x="9636" y="173"/>
                  <a:pt x="9654" y="215"/>
                </a:cubicBezTo>
                <a:cubicBezTo>
                  <a:pt x="9672" y="258"/>
                  <a:pt x="9681" y="302"/>
                  <a:pt x="9681" y="349"/>
                </a:cubicBezTo>
                <a:lnTo>
                  <a:pt x="9681" y="13302"/>
                </a:lnTo>
                <a:cubicBezTo>
                  <a:pt x="9681" y="13349"/>
                  <a:pt x="9672" y="13393"/>
                  <a:pt x="9654" y="13436"/>
                </a:cubicBezTo>
                <a:cubicBezTo>
                  <a:pt x="9636" y="13478"/>
                  <a:pt x="9611" y="13516"/>
                  <a:pt x="9579" y="13549"/>
                </a:cubicBezTo>
                <a:cubicBezTo>
                  <a:pt x="9546" y="13581"/>
                  <a:pt x="9508" y="13607"/>
                  <a:pt x="9466" y="13624"/>
                </a:cubicBezTo>
                <a:cubicBezTo>
                  <a:pt x="9423" y="13642"/>
                  <a:pt x="9379" y="13651"/>
                  <a:pt x="9332" y="13651"/>
                </a:cubicBezTo>
                <a:lnTo>
                  <a:pt x="348" y="13651"/>
                </a:lnTo>
                <a:cubicBezTo>
                  <a:pt x="302" y="13651"/>
                  <a:pt x="257" y="13642"/>
                  <a:pt x="215" y="13624"/>
                </a:cubicBezTo>
                <a:cubicBezTo>
                  <a:pt x="172" y="13607"/>
                  <a:pt x="134" y="13581"/>
                  <a:pt x="102" y="13549"/>
                </a:cubicBezTo>
                <a:cubicBezTo>
                  <a:pt x="69" y="13516"/>
                  <a:pt x="44" y="13478"/>
                  <a:pt x="26" y="13436"/>
                </a:cubicBezTo>
                <a:cubicBezTo>
                  <a:pt x="9" y="13393"/>
                  <a:pt x="0" y="13349"/>
                  <a:pt x="0" y="13302"/>
                </a:cubicBezTo>
                <a:moveTo>
                  <a:pt x="23" y="349"/>
                </a:moveTo>
                <a:lnTo>
                  <a:pt x="23" y="13302"/>
                </a:lnTo>
                <a:cubicBezTo>
                  <a:pt x="23" y="13324"/>
                  <a:pt x="25" y="13345"/>
                  <a:pt x="29" y="13366"/>
                </a:cubicBezTo>
                <a:cubicBezTo>
                  <a:pt x="33" y="13387"/>
                  <a:pt x="39" y="13407"/>
                  <a:pt x="48" y="13427"/>
                </a:cubicBezTo>
                <a:cubicBezTo>
                  <a:pt x="56" y="13447"/>
                  <a:pt x="66" y="13465"/>
                  <a:pt x="78" y="13483"/>
                </a:cubicBezTo>
                <a:cubicBezTo>
                  <a:pt x="90" y="13501"/>
                  <a:pt x="103" y="13517"/>
                  <a:pt x="118" y="13532"/>
                </a:cubicBezTo>
                <a:cubicBezTo>
                  <a:pt x="133" y="13547"/>
                  <a:pt x="150" y="13561"/>
                  <a:pt x="167" y="13573"/>
                </a:cubicBezTo>
                <a:cubicBezTo>
                  <a:pt x="185" y="13585"/>
                  <a:pt x="204" y="13595"/>
                  <a:pt x="224" y="13603"/>
                </a:cubicBezTo>
                <a:cubicBezTo>
                  <a:pt x="243" y="13611"/>
                  <a:pt x="264" y="13617"/>
                  <a:pt x="285" y="13621"/>
                </a:cubicBezTo>
                <a:cubicBezTo>
                  <a:pt x="305" y="13625"/>
                  <a:pt x="327" y="13627"/>
                  <a:pt x="348" y="13627"/>
                </a:cubicBezTo>
                <a:lnTo>
                  <a:pt x="9332" y="13627"/>
                </a:lnTo>
                <a:cubicBezTo>
                  <a:pt x="9354" y="13627"/>
                  <a:pt x="9375" y="13625"/>
                  <a:pt x="9396" y="13621"/>
                </a:cubicBezTo>
                <a:cubicBezTo>
                  <a:pt x="9417" y="13617"/>
                  <a:pt x="9437" y="13611"/>
                  <a:pt x="9457" y="13603"/>
                </a:cubicBezTo>
                <a:cubicBezTo>
                  <a:pt x="9476" y="13595"/>
                  <a:pt x="9495" y="13585"/>
                  <a:pt x="9513" y="13573"/>
                </a:cubicBezTo>
                <a:cubicBezTo>
                  <a:pt x="9531" y="13561"/>
                  <a:pt x="9547" y="13547"/>
                  <a:pt x="9562" y="13532"/>
                </a:cubicBezTo>
                <a:cubicBezTo>
                  <a:pt x="9577" y="13517"/>
                  <a:pt x="9591" y="13501"/>
                  <a:pt x="9603" y="13483"/>
                </a:cubicBezTo>
                <a:cubicBezTo>
                  <a:pt x="9614" y="13465"/>
                  <a:pt x="9624" y="13447"/>
                  <a:pt x="9633" y="13427"/>
                </a:cubicBezTo>
                <a:cubicBezTo>
                  <a:pt x="9641" y="13407"/>
                  <a:pt x="9647" y="13387"/>
                  <a:pt x="9651" y="13366"/>
                </a:cubicBezTo>
                <a:cubicBezTo>
                  <a:pt x="9655" y="13345"/>
                  <a:pt x="9657" y="13324"/>
                  <a:pt x="9657" y="13302"/>
                </a:cubicBezTo>
                <a:lnTo>
                  <a:pt x="9657" y="349"/>
                </a:lnTo>
                <a:cubicBezTo>
                  <a:pt x="9657" y="327"/>
                  <a:pt x="9655" y="306"/>
                  <a:pt x="9651" y="285"/>
                </a:cubicBezTo>
                <a:cubicBezTo>
                  <a:pt x="9647" y="264"/>
                  <a:pt x="9641" y="244"/>
                  <a:pt x="9633" y="224"/>
                </a:cubicBezTo>
                <a:cubicBezTo>
                  <a:pt x="9624" y="205"/>
                  <a:pt x="9614" y="186"/>
                  <a:pt x="9603" y="168"/>
                </a:cubicBezTo>
                <a:cubicBezTo>
                  <a:pt x="9591" y="150"/>
                  <a:pt x="9577" y="134"/>
                  <a:pt x="9562" y="119"/>
                </a:cubicBezTo>
                <a:cubicBezTo>
                  <a:pt x="9547" y="104"/>
                  <a:pt x="9531" y="90"/>
                  <a:pt x="9513" y="78"/>
                </a:cubicBezTo>
                <a:cubicBezTo>
                  <a:pt x="9495" y="67"/>
                  <a:pt x="9476" y="57"/>
                  <a:pt x="9457" y="48"/>
                </a:cubicBezTo>
                <a:cubicBezTo>
                  <a:pt x="9437" y="40"/>
                  <a:pt x="9417" y="34"/>
                  <a:pt x="9396" y="30"/>
                </a:cubicBezTo>
                <a:cubicBezTo>
                  <a:pt x="9375" y="26"/>
                  <a:pt x="9354" y="24"/>
                  <a:pt x="9332" y="24"/>
                </a:cubicBezTo>
                <a:lnTo>
                  <a:pt x="348" y="24"/>
                </a:lnTo>
                <a:cubicBezTo>
                  <a:pt x="327" y="24"/>
                  <a:pt x="305" y="26"/>
                  <a:pt x="285" y="30"/>
                </a:cubicBezTo>
                <a:cubicBezTo>
                  <a:pt x="264" y="34"/>
                  <a:pt x="243" y="40"/>
                  <a:pt x="224" y="48"/>
                </a:cubicBezTo>
                <a:cubicBezTo>
                  <a:pt x="204" y="57"/>
                  <a:pt x="185" y="67"/>
                  <a:pt x="167" y="78"/>
                </a:cubicBezTo>
                <a:cubicBezTo>
                  <a:pt x="150" y="90"/>
                  <a:pt x="133" y="104"/>
                  <a:pt x="118" y="119"/>
                </a:cubicBezTo>
                <a:cubicBezTo>
                  <a:pt x="103" y="134"/>
                  <a:pt x="90" y="150"/>
                  <a:pt x="78" y="168"/>
                </a:cubicBezTo>
                <a:cubicBezTo>
                  <a:pt x="66" y="186"/>
                  <a:pt x="56" y="205"/>
                  <a:pt x="48" y="224"/>
                </a:cubicBezTo>
                <a:cubicBezTo>
                  <a:pt x="39" y="244"/>
                  <a:pt x="33" y="264"/>
                  <a:pt x="29" y="285"/>
                </a:cubicBezTo>
                <a:cubicBezTo>
                  <a:pt x="25" y="306"/>
                  <a:pt x="23" y="327"/>
                  <a:pt x="23" y="349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29" name="任意多邊形 728"/>
          <p:cNvSpPr/>
          <p:nvPr/>
        </p:nvSpPr>
        <p:spPr>
          <a:xfrm>
            <a:off x="1203120" y="3977640"/>
            <a:ext cx="3134160" cy="902880"/>
          </a:xfrm>
          <a:custGeom>
            <a:avLst/>
            <a:gdLst/>
            <a:ahLst/>
            <a:cxnLst/>
            <a:rect l="0" t="0" r="r" b="b"/>
            <a:pathLst>
              <a:path w="8706" h="2508">
                <a:moveTo>
                  <a:pt x="0" y="2322"/>
                </a:moveTo>
                <a:lnTo>
                  <a:pt x="0" y="186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5"/>
                </a:cubicBezTo>
                <a:cubicBezTo>
                  <a:pt x="19" y="103"/>
                  <a:pt x="25" y="93"/>
                  <a:pt x="31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4"/>
                  <a:pt x="104" y="19"/>
                  <a:pt x="115" y="14"/>
                </a:cubicBezTo>
                <a:cubicBezTo>
                  <a:pt x="126" y="9"/>
                  <a:pt x="138" y="6"/>
                  <a:pt x="150" y="3"/>
                </a:cubicBezTo>
                <a:cubicBezTo>
                  <a:pt x="162" y="1"/>
                  <a:pt x="174" y="0"/>
                  <a:pt x="186" y="0"/>
                </a:cubicBezTo>
                <a:lnTo>
                  <a:pt x="8520" y="0"/>
                </a:lnTo>
                <a:cubicBezTo>
                  <a:pt x="8533" y="0"/>
                  <a:pt x="8545" y="1"/>
                  <a:pt x="8557" y="3"/>
                </a:cubicBezTo>
                <a:cubicBezTo>
                  <a:pt x="8569" y="6"/>
                  <a:pt x="8580" y="9"/>
                  <a:pt x="8591" y="14"/>
                </a:cubicBezTo>
                <a:cubicBezTo>
                  <a:pt x="8603" y="19"/>
                  <a:pt x="8613" y="24"/>
                  <a:pt x="8624" y="31"/>
                </a:cubicBezTo>
                <a:cubicBezTo>
                  <a:pt x="8634" y="38"/>
                  <a:pt x="8643" y="46"/>
                  <a:pt x="8652" y="54"/>
                </a:cubicBezTo>
                <a:cubicBezTo>
                  <a:pt x="8660" y="63"/>
                  <a:pt x="8668" y="72"/>
                  <a:pt x="8675" y="82"/>
                </a:cubicBezTo>
                <a:cubicBezTo>
                  <a:pt x="8682" y="93"/>
                  <a:pt x="8687" y="103"/>
                  <a:pt x="8692" y="115"/>
                </a:cubicBezTo>
                <a:cubicBezTo>
                  <a:pt x="8697" y="126"/>
                  <a:pt x="8700" y="137"/>
                  <a:pt x="8703" y="149"/>
                </a:cubicBezTo>
                <a:cubicBezTo>
                  <a:pt x="8705" y="161"/>
                  <a:pt x="8706" y="173"/>
                  <a:pt x="8706" y="186"/>
                </a:cubicBezTo>
                <a:lnTo>
                  <a:pt x="8706" y="2322"/>
                </a:lnTo>
                <a:cubicBezTo>
                  <a:pt x="8706" y="2334"/>
                  <a:pt x="8705" y="2346"/>
                  <a:pt x="8703" y="2358"/>
                </a:cubicBezTo>
                <a:cubicBezTo>
                  <a:pt x="8700" y="2370"/>
                  <a:pt x="8697" y="2382"/>
                  <a:pt x="8692" y="2393"/>
                </a:cubicBezTo>
                <a:cubicBezTo>
                  <a:pt x="8687" y="2405"/>
                  <a:pt x="8682" y="2415"/>
                  <a:pt x="8675" y="2425"/>
                </a:cubicBezTo>
                <a:cubicBezTo>
                  <a:pt x="8668" y="2436"/>
                  <a:pt x="8660" y="2445"/>
                  <a:pt x="8652" y="2454"/>
                </a:cubicBezTo>
                <a:cubicBezTo>
                  <a:pt x="8643" y="2462"/>
                  <a:pt x="8634" y="2470"/>
                  <a:pt x="8624" y="2477"/>
                </a:cubicBezTo>
                <a:cubicBezTo>
                  <a:pt x="8613" y="2483"/>
                  <a:pt x="8603" y="2489"/>
                  <a:pt x="8591" y="2494"/>
                </a:cubicBezTo>
                <a:cubicBezTo>
                  <a:pt x="8580" y="2498"/>
                  <a:pt x="8569" y="2502"/>
                  <a:pt x="8557" y="2504"/>
                </a:cubicBezTo>
                <a:cubicBezTo>
                  <a:pt x="8545" y="2507"/>
                  <a:pt x="8533" y="2508"/>
                  <a:pt x="8520" y="2508"/>
                </a:cubicBezTo>
                <a:lnTo>
                  <a:pt x="186" y="2508"/>
                </a:lnTo>
                <a:cubicBezTo>
                  <a:pt x="174" y="2508"/>
                  <a:pt x="162" y="2507"/>
                  <a:pt x="150" y="2504"/>
                </a:cubicBezTo>
                <a:cubicBezTo>
                  <a:pt x="138" y="2502"/>
                  <a:pt x="126" y="2498"/>
                  <a:pt x="115" y="2494"/>
                </a:cubicBezTo>
                <a:cubicBezTo>
                  <a:pt x="104" y="2489"/>
                  <a:pt x="93" y="2483"/>
                  <a:pt x="83" y="2477"/>
                </a:cubicBezTo>
                <a:cubicBezTo>
                  <a:pt x="73" y="2470"/>
                  <a:pt x="63" y="2462"/>
                  <a:pt x="55" y="2454"/>
                </a:cubicBezTo>
                <a:cubicBezTo>
                  <a:pt x="46" y="2445"/>
                  <a:pt x="38" y="2436"/>
                  <a:pt x="31" y="2425"/>
                </a:cubicBezTo>
                <a:cubicBezTo>
                  <a:pt x="25" y="2415"/>
                  <a:pt x="19" y="2405"/>
                  <a:pt x="14" y="2393"/>
                </a:cubicBezTo>
                <a:cubicBezTo>
                  <a:pt x="10" y="2382"/>
                  <a:pt x="6" y="2370"/>
                  <a:pt x="4" y="2358"/>
                </a:cubicBezTo>
                <a:cubicBezTo>
                  <a:pt x="1" y="2346"/>
                  <a:pt x="0" y="2334"/>
                  <a:pt x="0" y="2322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730" name="圖片 729"/>
          <p:cNvPicPr/>
          <p:nvPr/>
        </p:nvPicPr>
        <p:blipFill>
          <a:blip r:embed="rId8"/>
          <a:stretch>
            <a:fillRect/>
          </a:stretch>
        </p:blipFill>
        <p:spPr>
          <a:xfrm>
            <a:off x="1203480" y="1303560"/>
            <a:ext cx="2253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1" name="文字框 730"/>
          <p:cNvSpPr txBox="1"/>
          <p:nvPr/>
        </p:nvSpPr>
        <p:spPr>
          <a:xfrm>
            <a:off x="5020920" y="5679000"/>
            <a:ext cx="42922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CD137"/>
                </a:solidFill>
                <a:effectLst/>
                <a:uFillTx/>
                <a:latin typeface="WenQuanYiZenHei"/>
                <a:ea typeface="WenQuanYiZenHei"/>
              </a:rPr>
              <a:t>创新与风险平衡</a:t>
            </a:r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：监管机构努力在防范风险的同时为负责任创新留出空间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32" name="文字框 731"/>
          <p:cNvSpPr txBox="1"/>
          <p:nvPr/>
        </p:nvSpPr>
        <p:spPr>
          <a:xfrm>
            <a:off x="1529280" y="1277640"/>
            <a:ext cx="120780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主要立法动向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733" name="圖片 732"/>
          <p:cNvPicPr/>
          <p:nvPr/>
        </p:nvPicPr>
        <p:blipFill>
          <a:blip r:embed="rId9"/>
          <a:stretch>
            <a:fillRect/>
          </a:stretch>
        </p:blipFill>
        <p:spPr>
          <a:xfrm>
            <a:off x="1270080" y="200556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4" name="文字框 733"/>
          <p:cNvSpPr txBox="1"/>
          <p:nvPr/>
        </p:nvSpPr>
        <p:spPr>
          <a:xfrm>
            <a:off x="1203480" y="1685880"/>
            <a:ext cx="184464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20" b="0" u="none" strike="noStrike">
                <a:solidFill>
                  <a:srgbClr val="6EE7B7"/>
                </a:solidFill>
                <a:effectLst/>
                <a:uFillTx/>
                <a:latin typeface="WenQuanYiZenHei"/>
                <a:ea typeface="WenQuanYiZenHei"/>
              </a:rPr>
              <a:t>《支付稳定币清晰法案》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35" name="文字框 734"/>
          <p:cNvSpPr txBox="1"/>
          <p:nvPr/>
        </p:nvSpPr>
        <p:spPr>
          <a:xfrm>
            <a:off x="1470600" y="1985400"/>
            <a:ext cx="28173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CD137"/>
                </a:solidFill>
                <a:effectLst/>
                <a:uFillTx/>
                <a:latin typeface="WenQuanYiZenHei"/>
                <a:ea typeface="WenQuanYiZenHei"/>
              </a:rPr>
              <a:t>双轨制监管</a:t>
            </a:r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：允许银行和非银行机构在满足监管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736" name="圖片 735"/>
          <p:cNvPicPr/>
          <p:nvPr/>
        </p:nvPicPr>
        <p:blipFill>
          <a:blip r:embed="rId9"/>
          <a:stretch>
            <a:fillRect/>
          </a:stretch>
        </p:blipFill>
        <p:spPr>
          <a:xfrm>
            <a:off x="1270080" y="247356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7" name="文字框 736"/>
          <p:cNvSpPr txBox="1"/>
          <p:nvPr/>
        </p:nvSpPr>
        <p:spPr>
          <a:xfrm>
            <a:off x="1470600" y="2185920"/>
            <a:ext cx="13417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要求前提下发行稳定币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38" name="文字框 737"/>
          <p:cNvSpPr txBox="1"/>
          <p:nvPr/>
        </p:nvSpPr>
        <p:spPr>
          <a:xfrm>
            <a:off x="1470600" y="2453400"/>
            <a:ext cx="1744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CD137"/>
                </a:solidFill>
                <a:effectLst/>
                <a:uFillTx/>
                <a:latin typeface="WenQuanYiZenHei"/>
                <a:ea typeface="WenQuanYiZenHei"/>
              </a:rPr>
              <a:t>储备金要求</a:t>
            </a:r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：要求发行方持有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39" name="文字框 738"/>
          <p:cNvSpPr txBox="1"/>
          <p:nvPr/>
        </p:nvSpPr>
        <p:spPr>
          <a:xfrm>
            <a:off x="3209040" y="2458080"/>
            <a:ext cx="2167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1:1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0" name="文字框 739"/>
          <p:cNvSpPr txBox="1"/>
          <p:nvPr/>
        </p:nvSpPr>
        <p:spPr>
          <a:xfrm>
            <a:off x="3424320" y="2453400"/>
            <a:ext cx="8053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的现金或短期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741" name="圖片 740"/>
          <p:cNvPicPr/>
          <p:nvPr/>
        </p:nvPicPr>
        <p:blipFill>
          <a:blip r:embed="rId9"/>
          <a:stretch>
            <a:fillRect/>
          </a:stretch>
        </p:blipFill>
        <p:spPr>
          <a:xfrm>
            <a:off x="1270080" y="294156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2" name="文字框 741"/>
          <p:cNvSpPr txBox="1"/>
          <p:nvPr/>
        </p:nvSpPr>
        <p:spPr>
          <a:xfrm>
            <a:off x="1470600" y="2653920"/>
            <a:ext cx="1476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国债等高质量流动性资产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3" name="文字框 742"/>
          <p:cNvSpPr txBox="1"/>
          <p:nvPr/>
        </p:nvSpPr>
        <p:spPr>
          <a:xfrm>
            <a:off x="1470600" y="2921400"/>
            <a:ext cx="2817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CD137"/>
                </a:solidFill>
                <a:effectLst/>
                <a:uFillTx/>
                <a:latin typeface="WenQuanYiZenHei"/>
                <a:ea typeface="WenQuanYiZenHei"/>
              </a:rPr>
              <a:t>禁止算法稳定币</a:t>
            </a:r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：在两年内禁止发行无支持的算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744" name="圖片 743"/>
          <p:cNvPicPr/>
          <p:nvPr/>
        </p:nvPicPr>
        <p:blipFill>
          <a:blip r:embed="rId9"/>
          <a:stretch>
            <a:fillRect/>
          </a:stretch>
        </p:blipFill>
        <p:spPr>
          <a:xfrm>
            <a:off x="1270080" y="340956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5" name="文字框 744"/>
          <p:cNvSpPr txBox="1"/>
          <p:nvPr/>
        </p:nvSpPr>
        <p:spPr>
          <a:xfrm>
            <a:off x="1470600" y="3121920"/>
            <a:ext cx="537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法稳定币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6" name="文字框 745"/>
          <p:cNvSpPr txBox="1"/>
          <p:nvPr/>
        </p:nvSpPr>
        <p:spPr>
          <a:xfrm>
            <a:off x="1470600" y="3389400"/>
            <a:ext cx="2817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CD137"/>
                </a:solidFill>
                <a:effectLst/>
                <a:uFillTx/>
                <a:latin typeface="WenQuanYiZenHei"/>
                <a:ea typeface="WenQuanYiZenHei"/>
              </a:rPr>
              <a:t>联邦与州级协调</a:t>
            </a:r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：试图建立联邦和州级监管机构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7" name="文字框 746"/>
          <p:cNvSpPr txBox="1"/>
          <p:nvPr/>
        </p:nvSpPr>
        <p:spPr>
          <a:xfrm>
            <a:off x="1470600" y="3589920"/>
            <a:ext cx="8053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间的协调机制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8" name="文字框 747"/>
          <p:cNvSpPr txBox="1"/>
          <p:nvPr/>
        </p:nvSpPr>
        <p:spPr>
          <a:xfrm>
            <a:off x="1303560" y="4100400"/>
            <a:ext cx="6040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80" b="0" u="none" strike="noStrike">
                <a:solidFill>
                  <a:srgbClr val="FCD34D"/>
                </a:solidFill>
                <a:effectLst/>
                <a:uFillTx/>
                <a:latin typeface="WenQuanYiZenHei"/>
                <a:ea typeface="WenQuanYiZenHei"/>
              </a:rPr>
              <a:t>当前进展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9" name="文字框 748"/>
          <p:cNvSpPr txBox="1"/>
          <p:nvPr/>
        </p:nvSpPr>
        <p:spPr>
          <a:xfrm>
            <a:off x="1303560" y="4392360"/>
            <a:ext cx="2817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该法案已在众议院金融服务委员会获得通过，但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0" name="文字框 749"/>
          <p:cNvSpPr txBox="1"/>
          <p:nvPr/>
        </p:nvSpPr>
        <p:spPr>
          <a:xfrm>
            <a:off x="1303560" y="4592880"/>
            <a:ext cx="12078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尚未进入全院表决。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1" name="文字框 750"/>
          <p:cNvSpPr txBox="1"/>
          <p:nvPr/>
        </p:nvSpPr>
        <p:spPr>
          <a:xfrm>
            <a:off x="9442080" y="580464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第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2" name="文字框 751"/>
          <p:cNvSpPr txBox="1"/>
          <p:nvPr/>
        </p:nvSpPr>
        <p:spPr>
          <a:xfrm>
            <a:off x="9576000" y="580932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3" name="文字框 752"/>
          <p:cNvSpPr txBox="1"/>
          <p:nvPr/>
        </p:nvSpPr>
        <p:spPr>
          <a:xfrm>
            <a:off x="9660960" y="580464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页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4" name="文字框 753"/>
          <p:cNvSpPr txBox="1"/>
          <p:nvPr/>
        </p:nvSpPr>
        <p:spPr>
          <a:xfrm>
            <a:off x="9794520" y="580932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/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5" name="文字框 754"/>
          <p:cNvSpPr txBox="1"/>
          <p:nvPr/>
        </p:nvSpPr>
        <p:spPr>
          <a:xfrm>
            <a:off x="9924840" y="580464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共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6" name="文字框 755"/>
          <p:cNvSpPr txBox="1"/>
          <p:nvPr/>
        </p:nvSpPr>
        <p:spPr>
          <a:xfrm>
            <a:off x="10058400" y="5809320"/>
            <a:ext cx="171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15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7" name="文字框 756"/>
          <p:cNvSpPr txBox="1"/>
          <p:nvPr/>
        </p:nvSpPr>
        <p:spPr>
          <a:xfrm>
            <a:off x="10228680" y="580464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页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8" name="圖片 757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6320" cy="623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9" name="任意多邊形 758"/>
          <p:cNvSpPr/>
          <p:nvPr/>
        </p:nvSpPr>
        <p:spPr>
          <a:xfrm>
            <a:off x="334080" y="735120"/>
            <a:ext cx="668880" cy="33840"/>
          </a:xfrm>
          <a:custGeom>
            <a:avLst/>
            <a:gdLst/>
            <a:ahLst/>
            <a:cxnLst/>
            <a:rect l="0" t="0" r="r" b="b"/>
            <a:pathLst>
              <a:path w="1858" h="94">
                <a:moveTo>
                  <a:pt x="0" y="0"/>
                </a:moveTo>
                <a:lnTo>
                  <a:pt x="1858" y="0"/>
                </a:lnTo>
                <a:lnTo>
                  <a:pt x="1858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34D3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0" name="任意多邊形 759"/>
          <p:cNvSpPr/>
          <p:nvPr/>
        </p:nvSpPr>
        <p:spPr>
          <a:xfrm>
            <a:off x="334080" y="492840"/>
            <a:ext cx="10028520" cy="5850000"/>
          </a:xfrm>
          <a:custGeom>
            <a:avLst/>
            <a:gdLst/>
            <a:ahLst/>
            <a:cxnLst/>
            <a:rect l="0" t="0" r="r" b="b"/>
            <a:pathLst>
              <a:path w="27857" h="16250">
                <a:moveTo>
                  <a:pt x="27" y="215"/>
                </a:moveTo>
                <a:cubicBezTo>
                  <a:pt x="44" y="172"/>
                  <a:pt x="69" y="135"/>
                  <a:pt x="102" y="102"/>
                </a:cubicBezTo>
                <a:cubicBezTo>
                  <a:pt x="135" y="69"/>
                  <a:pt x="172" y="44"/>
                  <a:pt x="215" y="27"/>
                </a:cubicBezTo>
                <a:cubicBezTo>
                  <a:pt x="258" y="9"/>
                  <a:pt x="302" y="0"/>
                  <a:pt x="348" y="0"/>
                </a:cubicBezTo>
                <a:lnTo>
                  <a:pt x="27508" y="0"/>
                </a:lnTo>
                <a:cubicBezTo>
                  <a:pt x="27555" y="0"/>
                  <a:pt x="27599" y="9"/>
                  <a:pt x="27642" y="27"/>
                </a:cubicBezTo>
                <a:cubicBezTo>
                  <a:pt x="27684" y="44"/>
                  <a:pt x="27722" y="69"/>
                  <a:pt x="27755" y="102"/>
                </a:cubicBezTo>
                <a:cubicBezTo>
                  <a:pt x="27787" y="135"/>
                  <a:pt x="27813" y="172"/>
                  <a:pt x="27830" y="215"/>
                </a:cubicBezTo>
                <a:cubicBezTo>
                  <a:pt x="27848" y="258"/>
                  <a:pt x="27857" y="302"/>
                  <a:pt x="27857" y="348"/>
                </a:cubicBezTo>
                <a:lnTo>
                  <a:pt x="27857" y="15902"/>
                </a:lnTo>
                <a:cubicBezTo>
                  <a:pt x="27857" y="15948"/>
                  <a:pt x="27848" y="15993"/>
                  <a:pt x="27830" y="16035"/>
                </a:cubicBezTo>
                <a:cubicBezTo>
                  <a:pt x="27813" y="16078"/>
                  <a:pt x="27787" y="16116"/>
                  <a:pt x="27755" y="16148"/>
                </a:cubicBezTo>
                <a:cubicBezTo>
                  <a:pt x="27722" y="16181"/>
                  <a:pt x="27684" y="16206"/>
                  <a:pt x="27642" y="16224"/>
                </a:cubicBezTo>
                <a:cubicBezTo>
                  <a:pt x="27599" y="16241"/>
                  <a:pt x="27555" y="16250"/>
                  <a:pt x="27509" y="16250"/>
                </a:cubicBezTo>
                <a:lnTo>
                  <a:pt x="348" y="16250"/>
                </a:lnTo>
                <a:cubicBezTo>
                  <a:pt x="302" y="16250"/>
                  <a:pt x="258" y="16241"/>
                  <a:pt x="215" y="16224"/>
                </a:cubicBezTo>
                <a:cubicBezTo>
                  <a:pt x="172" y="16206"/>
                  <a:pt x="135" y="16181"/>
                  <a:pt x="102" y="16148"/>
                </a:cubicBezTo>
                <a:cubicBezTo>
                  <a:pt x="69" y="16116"/>
                  <a:pt x="44" y="16078"/>
                  <a:pt x="27" y="16035"/>
                </a:cubicBezTo>
                <a:cubicBezTo>
                  <a:pt x="9" y="15993"/>
                  <a:pt x="0" y="15948"/>
                  <a:pt x="0" y="15902"/>
                </a:cubicBezTo>
                <a:lnTo>
                  <a:pt x="0" y="348"/>
                </a:lnTo>
                <a:cubicBezTo>
                  <a:pt x="0" y="302"/>
                  <a:pt x="9" y="258"/>
                  <a:pt x="27" y="215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1" name="任意多邊形 760"/>
          <p:cNvSpPr/>
          <p:nvPr/>
        </p:nvSpPr>
        <p:spPr>
          <a:xfrm>
            <a:off x="334080" y="492840"/>
            <a:ext cx="10028520" cy="5850000"/>
          </a:xfrm>
          <a:custGeom>
            <a:avLst/>
            <a:gdLst/>
            <a:ahLst/>
            <a:cxnLst/>
            <a:rect l="0" t="0" r="r" b="b"/>
            <a:pathLst>
              <a:path w="27857" h="16250">
                <a:moveTo>
                  <a:pt x="0" y="15902"/>
                </a:moveTo>
                <a:lnTo>
                  <a:pt x="0" y="348"/>
                </a:lnTo>
                <a:cubicBezTo>
                  <a:pt x="0" y="302"/>
                  <a:pt x="9" y="258"/>
                  <a:pt x="27" y="215"/>
                </a:cubicBezTo>
                <a:cubicBezTo>
                  <a:pt x="44" y="172"/>
                  <a:pt x="69" y="135"/>
                  <a:pt x="102" y="102"/>
                </a:cubicBezTo>
                <a:cubicBezTo>
                  <a:pt x="135" y="69"/>
                  <a:pt x="172" y="44"/>
                  <a:pt x="215" y="27"/>
                </a:cubicBezTo>
                <a:cubicBezTo>
                  <a:pt x="258" y="9"/>
                  <a:pt x="302" y="0"/>
                  <a:pt x="348" y="0"/>
                </a:cubicBezTo>
                <a:lnTo>
                  <a:pt x="27508" y="0"/>
                </a:lnTo>
                <a:cubicBezTo>
                  <a:pt x="27555" y="0"/>
                  <a:pt x="27599" y="9"/>
                  <a:pt x="27642" y="27"/>
                </a:cubicBezTo>
                <a:cubicBezTo>
                  <a:pt x="27684" y="44"/>
                  <a:pt x="27722" y="69"/>
                  <a:pt x="27755" y="102"/>
                </a:cubicBezTo>
                <a:cubicBezTo>
                  <a:pt x="27787" y="135"/>
                  <a:pt x="27813" y="172"/>
                  <a:pt x="27830" y="215"/>
                </a:cubicBezTo>
                <a:cubicBezTo>
                  <a:pt x="27848" y="258"/>
                  <a:pt x="27857" y="302"/>
                  <a:pt x="27857" y="348"/>
                </a:cubicBezTo>
                <a:lnTo>
                  <a:pt x="27857" y="15902"/>
                </a:lnTo>
                <a:cubicBezTo>
                  <a:pt x="27857" y="15948"/>
                  <a:pt x="27848" y="15993"/>
                  <a:pt x="27830" y="16035"/>
                </a:cubicBezTo>
                <a:cubicBezTo>
                  <a:pt x="27813" y="16078"/>
                  <a:pt x="27787" y="16116"/>
                  <a:pt x="27755" y="16148"/>
                </a:cubicBezTo>
                <a:cubicBezTo>
                  <a:pt x="27722" y="16181"/>
                  <a:pt x="27684" y="16206"/>
                  <a:pt x="27642" y="16224"/>
                </a:cubicBezTo>
                <a:cubicBezTo>
                  <a:pt x="27599" y="16241"/>
                  <a:pt x="27555" y="16250"/>
                  <a:pt x="27508" y="16250"/>
                </a:cubicBezTo>
                <a:lnTo>
                  <a:pt x="348" y="16250"/>
                </a:lnTo>
                <a:cubicBezTo>
                  <a:pt x="302" y="16250"/>
                  <a:pt x="258" y="16241"/>
                  <a:pt x="215" y="16224"/>
                </a:cubicBezTo>
                <a:cubicBezTo>
                  <a:pt x="172" y="16206"/>
                  <a:pt x="135" y="16181"/>
                  <a:pt x="102" y="16148"/>
                </a:cubicBezTo>
                <a:cubicBezTo>
                  <a:pt x="69" y="16116"/>
                  <a:pt x="44" y="16078"/>
                  <a:pt x="27" y="16035"/>
                </a:cubicBezTo>
                <a:cubicBezTo>
                  <a:pt x="9" y="15993"/>
                  <a:pt x="0" y="15948"/>
                  <a:pt x="0" y="15902"/>
                </a:cubicBezTo>
                <a:moveTo>
                  <a:pt x="23" y="348"/>
                </a:moveTo>
                <a:lnTo>
                  <a:pt x="23" y="15902"/>
                </a:lnTo>
                <a:cubicBezTo>
                  <a:pt x="23" y="15923"/>
                  <a:pt x="25" y="15944"/>
                  <a:pt x="29" y="15965"/>
                </a:cubicBezTo>
                <a:cubicBezTo>
                  <a:pt x="34" y="15986"/>
                  <a:pt x="40" y="16007"/>
                  <a:pt x="48" y="16026"/>
                </a:cubicBezTo>
                <a:cubicBezTo>
                  <a:pt x="56" y="16046"/>
                  <a:pt x="66" y="16065"/>
                  <a:pt x="78" y="16083"/>
                </a:cubicBezTo>
                <a:cubicBezTo>
                  <a:pt x="90" y="16100"/>
                  <a:pt x="103" y="16117"/>
                  <a:pt x="118" y="16132"/>
                </a:cubicBezTo>
                <a:cubicBezTo>
                  <a:pt x="134" y="16147"/>
                  <a:pt x="150" y="16160"/>
                  <a:pt x="168" y="16172"/>
                </a:cubicBezTo>
                <a:cubicBezTo>
                  <a:pt x="185" y="16184"/>
                  <a:pt x="204" y="16194"/>
                  <a:pt x="224" y="16202"/>
                </a:cubicBezTo>
                <a:cubicBezTo>
                  <a:pt x="244" y="16210"/>
                  <a:pt x="264" y="16217"/>
                  <a:pt x="285" y="16221"/>
                </a:cubicBezTo>
                <a:cubicBezTo>
                  <a:pt x="306" y="16225"/>
                  <a:pt x="327" y="16227"/>
                  <a:pt x="348" y="16227"/>
                </a:cubicBezTo>
                <a:lnTo>
                  <a:pt x="27508" y="16227"/>
                </a:lnTo>
                <a:cubicBezTo>
                  <a:pt x="27530" y="16227"/>
                  <a:pt x="27551" y="16225"/>
                  <a:pt x="27572" y="16221"/>
                </a:cubicBezTo>
                <a:cubicBezTo>
                  <a:pt x="27593" y="16217"/>
                  <a:pt x="27613" y="16210"/>
                  <a:pt x="27633" y="16202"/>
                </a:cubicBezTo>
                <a:cubicBezTo>
                  <a:pt x="27653" y="16194"/>
                  <a:pt x="27671" y="16184"/>
                  <a:pt x="27689" y="16172"/>
                </a:cubicBezTo>
                <a:cubicBezTo>
                  <a:pt x="27707" y="16160"/>
                  <a:pt x="27723" y="16147"/>
                  <a:pt x="27738" y="16132"/>
                </a:cubicBezTo>
                <a:cubicBezTo>
                  <a:pt x="27753" y="16117"/>
                  <a:pt x="27767" y="16100"/>
                  <a:pt x="27779" y="16083"/>
                </a:cubicBezTo>
                <a:cubicBezTo>
                  <a:pt x="27791" y="16065"/>
                  <a:pt x="27801" y="16046"/>
                  <a:pt x="27809" y="16026"/>
                </a:cubicBezTo>
                <a:cubicBezTo>
                  <a:pt x="27817" y="16007"/>
                  <a:pt x="27823" y="15986"/>
                  <a:pt x="27827" y="15965"/>
                </a:cubicBezTo>
                <a:cubicBezTo>
                  <a:pt x="27831" y="15944"/>
                  <a:pt x="27833" y="15923"/>
                  <a:pt x="27833" y="15902"/>
                </a:cubicBezTo>
                <a:lnTo>
                  <a:pt x="27833" y="348"/>
                </a:lnTo>
                <a:cubicBezTo>
                  <a:pt x="27833" y="327"/>
                  <a:pt x="27831" y="306"/>
                  <a:pt x="27827" y="285"/>
                </a:cubicBezTo>
                <a:cubicBezTo>
                  <a:pt x="27823" y="264"/>
                  <a:pt x="27817" y="244"/>
                  <a:pt x="27809" y="224"/>
                </a:cubicBezTo>
                <a:cubicBezTo>
                  <a:pt x="27801" y="204"/>
                  <a:pt x="27791" y="185"/>
                  <a:pt x="27779" y="168"/>
                </a:cubicBezTo>
                <a:cubicBezTo>
                  <a:pt x="27767" y="150"/>
                  <a:pt x="27753" y="134"/>
                  <a:pt x="27738" y="118"/>
                </a:cubicBezTo>
                <a:cubicBezTo>
                  <a:pt x="27723" y="103"/>
                  <a:pt x="27707" y="90"/>
                  <a:pt x="27689" y="78"/>
                </a:cubicBezTo>
                <a:cubicBezTo>
                  <a:pt x="27671" y="66"/>
                  <a:pt x="27653" y="56"/>
                  <a:pt x="27633" y="48"/>
                </a:cubicBezTo>
                <a:cubicBezTo>
                  <a:pt x="27613" y="40"/>
                  <a:pt x="27593" y="34"/>
                  <a:pt x="27572" y="30"/>
                </a:cubicBezTo>
                <a:cubicBezTo>
                  <a:pt x="27551" y="25"/>
                  <a:pt x="27530" y="23"/>
                  <a:pt x="27508" y="23"/>
                </a:cubicBezTo>
                <a:lnTo>
                  <a:pt x="348" y="23"/>
                </a:lnTo>
                <a:cubicBezTo>
                  <a:pt x="327" y="23"/>
                  <a:pt x="306" y="25"/>
                  <a:pt x="285" y="30"/>
                </a:cubicBezTo>
                <a:cubicBezTo>
                  <a:pt x="264" y="34"/>
                  <a:pt x="244" y="40"/>
                  <a:pt x="224" y="48"/>
                </a:cubicBezTo>
                <a:cubicBezTo>
                  <a:pt x="204" y="56"/>
                  <a:pt x="185" y="66"/>
                  <a:pt x="168" y="78"/>
                </a:cubicBezTo>
                <a:cubicBezTo>
                  <a:pt x="150" y="90"/>
                  <a:pt x="134" y="103"/>
                  <a:pt x="118" y="118"/>
                </a:cubicBezTo>
                <a:cubicBezTo>
                  <a:pt x="103" y="134"/>
                  <a:pt x="90" y="150"/>
                  <a:pt x="78" y="168"/>
                </a:cubicBezTo>
                <a:cubicBezTo>
                  <a:pt x="66" y="185"/>
                  <a:pt x="56" y="204"/>
                  <a:pt x="48" y="224"/>
                </a:cubicBezTo>
                <a:cubicBezTo>
                  <a:pt x="40" y="244"/>
                  <a:pt x="34" y="264"/>
                  <a:pt x="29" y="285"/>
                </a:cubicBezTo>
                <a:cubicBezTo>
                  <a:pt x="25" y="306"/>
                  <a:pt x="23" y="327"/>
                  <a:pt x="23" y="348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2" name="任意多邊形 761"/>
          <p:cNvSpPr/>
          <p:nvPr/>
        </p:nvSpPr>
        <p:spPr>
          <a:xfrm>
            <a:off x="609840" y="4813200"/>
            <a:ext cx="9477000" cy="1253880"/>
          </a:xfrm>
          <a:custGeom>
            <a:avLst/>
            <a:gdLst/>
            <a:ahLst/>
            <a:cxnLst/>
            <a:rect l="0" t="0" r="r" b="b"/>
            <a:pathLst>
              <a:path w="26325" h="3483">
                <a:moveTo>
                  <a:pt x="14" y="115"/>
                </a:moveTo>
                <a:cubicBezTo>
                  <a:pt x="24" y="92"/>
                  <a:pt x="37" y="72"/>
                  <a:pt x="54" y="55"/>
                </a:cubicBezTo>
                <a:cubicBezTo>
                  <a:pt x="72" y="37"/>
                  <a:pt x="92" y="24"/>
                  <a:pt x="115" y="14"/>
                </a:cubicBezTo>
                <a:cubicBezTo>
                  <a:pt x="137" y="5"/>
                  <a:pt x="161" y="0"/>
                  <a:pt x="186" y="0"/>
                </a:cubicBezTo>
                <a:lnTo>
                  <a:pt x="26139" y="0"/>
                </a:lnTo>
                <a:cubicBezTo>
                  <a:pt x="26164" y="0"/>
                  <a:pt x="26187" y="5"/>
                  <a:pt x="26210" y="14"/>
                </a:cubicBezTo>
                <a:cubicBezTo>
                  <a:pt x="26233" y="24"/>
                  <a:pt x="26253" y="37"/>
                  <a:pt x="26270" y="55"/>
                </a:cubicBezTo>
                <a:cubicBezTo>
                  <a:pt x="26288" y="72"/>
                  <a:pt x="26301" y="92"/>
                  <a:pt x="26311" y="115"/>
                </a:cubicBezTo>
                <a:cubicBezTo>
                  <a:pt x="26320" y="138"/>
                  <a:pt x="26325" y="161"/>
                  <a:pt x="26325" y="186"/>
                </a:cubicBezTo>
                <a:lnTo>
                  <a:pt x="26325" y="3297"/>
                </a:lnTo>
                <a:cubicBezTo>
                  <a:pt x="26325" y="3322"/>
                  <a:pt x="26320" y="3346"/>
                  <a:pt x="26311" y="3369"/>
                </a:cubicBezTo>
                <a:cubicBezTo>
                  <a:pt x="26301" y="3391"/>
                  <a:pt x="26288" y="3411"/>
                  <a:pt x="26270" y="3429"/>
                </a:cubicBezTo>
                <a:cubicBezTo>
                  <a:pt x="26253" y="3446"/>
                  <a:pt x="26233" y="3460"/>
                  <a:pt x="26210" y="3469"/>
                </a:cubicBezTo>
                <a:cubicBezTo>
                  <a:pt x="26187" y="3478"/>
                  <a:pt x="26164" y="3483"/>
                  <a:pt x="26139" y="3483"/>
                </a:cubicBezTo>
                <a:lnTo>
                  <a:pt x="186" y="3483"/>
                </a:lnTo>
                <a:cubicBezTo>
                  <a:pt x="161" y="3483"/>
                  <a:pt x="137" y="3478"/>
                  <a:pt x="115" y="3469"/>
                </a:cubicBezTo>
                <a:cubicBezTo>
                  <a:pt x="92" y="3460"/>
                  <a:pt x="72" y="3446"/>
                  <a:pt x="54" y="3429"/>
                </a:cubicBezTo>
                <a:cubicBezTo>
                  <a:pt x="37" y="3411"/>
                  <a:pt x="24" y="3391"/>
                  <a:pt x="14" y="3369"/>
                </a:cubicBezTo>
                <a:cubicBezTo>
                  <a:pt x="5" y="3346"/>
                  <a:pt x="0" y="3322"/>
                  <a:pt x="0" y="3297"/>
                </a:cubicBezTo>
                <a:lnTo>
                  <a:pt x="0" y="186"/>
                </a:lnTo>
                <a:cubicBezTo>
                  <a:pt x="0" y="161"/>
                  <a:pt x="5" y="138"/>
                  <a:pt x="14" y="115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3" name="任意多邊形 762"/>
          <p:cNvSpPr/>
          <p:nvPr/>
        </p:nvSpPr>
        <p:spPr>
          <a:xfrm>
            <a:off x="609840" y="4813200"/>
            <a:ext cx="9477000" cy="1253880"/>
          </a:xfrm>
          <a:custGeom>
            <a:avLst/>
            <a:gdLst/>
            <a:ahLst/>
            <a:cxnLst/>
            <a:rect l="0" t="0" r="r" b="b"/>
            <a:pathLst>
              <a:path w="26325" h="3483">
                <a:moveTo>
                  <a:pt x="0" y="3297"/>
                </a:moveTo>
                <a:lnTo>
                  <a:pt x="0" y="186"/>
                </a:lnTo>
                <a:cubicBezTo>
                  <a:pt x="0" y="161"/>
                  <a:pt x="5" y="138"/>
                  <a:pt x="14" y="115"/>
                </a:cubicBezTo>
                <a:cubicBezTo>
                  <a:pt x="24" y="92"/>
                  <a:pt x="37" y="72"/>
                  <a:pt x="54" y="55"/>
                </a:cubicBezTo>
                <a:cubicBezTo>
                  <a:pt x="72" y="37"/>
                  <a:pt x="92" y="24"/>
                  <a:pt x="115" y="14"/>
                </a:cubicBezTo>
                <a:cubicBezTo>
                  <a:pt x="137" y="5"/>
                  <a:pt x="161" y="0"/>
                  <a:pt x="186" y="0"/>
                </a:cubicBezTo>
                <a:lnTo>
                  <a:pt x="26139" y="0"/>
                </a:lnTo>
                <a:cubicBezTo>
                  <a:pt x="26164" y="0"/>
                  <a:pt x="26187" y="5"/>
                  <a:pt x="26210" y="14"/>
                </a:cubicBezTo>
                <a:cubicBezTo>
                  <a:pt x="26233" y="24"/>
                  <a:pt x="26253" y="37"/>
                  <a:pt x="26270" y="55"/>
                </a:cubicBezTo>
                <a:cubicBezTo>
                  <a:pt x="26288" y="72"/>
                  <a:pt x="26301" y="92"/>
                  <a:pt x="26311" y="115"/>
                </a:cubicBezTo>
                <a:cubicBezTo>
                  <a:pt x="26320" y="138"/>
                  <a:pt x="26325" y="161"/>
                  <a:pt x="26325" y="186"/>
                </a:cubicBezTo>
                <a:lnTo>
                  <a:pt x="26325" y="3297"/>
                </a:lnTo>
                <a:cubicBezTo>
                  <a:pt x="26325" y="3322"/>
                  <a:pt x="26320" y="3346"/>
                  <a:pt x="26311" y="3369"/>
                </a:cubicBezTo>
                <a:cubicBezTo>
                  <a:pt x="26301" y="3391"/>
                  <a:pt x="26288" y="3411"/>
                  <a:pt x="26270" y="3429"/>
                </a:cubicBezTo>
                <a:cubicBezTo>
                  <a:pt x="26253" y="3446"/>
                  <a:pt x="26233" y="3460"/>
                  <a:pt x="26210" y="3469"/>
                </a:cubicBezTo>
                <a:cubicBezTo>
                  <a:pt x="26187" y="3478"/>
                  <a:pt x="26164" y="3483"/>
                  <a:pt x="26139" y="3483"/>
                </a:cubicBezTo>
                <a:lnTo>
                  <a:pt x="186" y="3483"/>
                </a:lnTo>
                <a:cubicBezTo>
                  <a:pt x="161" y="3483"/>
                  <a:pt x="137" y="3478"/>
                  <a:pt x="115" y="3469"/>
                </a:cubicBezTo>
                <a:cubicBezTo>
                  <a:pt x="92" y="3460"/>
                  <a:pt x="72" y="3446"/>
                  <a:pt x="54" y="3429"/>
                </a:cubicBezTo>
                <a:cubicBezTo>
                  <a:pt x="37" y="3411"/>
                  <a:pt x="24" y="3391"/>
                  <a:pt x="14" y="3369"/>
                </a:cubicBezTo>
                <a:cubicBezTo>
                  <a:pt x="5" y="3346"/>
                  <a:pt x="0" y="3322"/>
                  <a:pt x="0" y="3297"/>
                </a:cubicBezTo>
                <a:moveTo>
                  <a:pt x="23" y="186"/>
                </a:moveTo>
                <a:lnTo>
                  <a:pt x="23" y="3297"/>
                </a:lnTo>
                <a:cubicBezTo>
                  <a:pt x="23" y="3308"/>
                  <a:pt x="24" y="3319"/>
                  <a:pt x="26" y="3329"/>
                </a:cubicBezTo>
                <a:cubicBezTo>
                  <a:pt x="28" y="3340"/>
                  <a:pt x="32" y="3350"/>
                  <a:pt x="36" y="3360"/>
                </a:cubicBezTo>
                <a:cubicBezTo>
                  <a:pt x="40" y="3370"/>
                  <a:pt x="45" y="3379"/>
                  <a:pt x="51" y="3388"/>
                </a:cubicBezTo>
                <a:cubicBezTo>
                  <a:pt x="57" y="3397"/>
                  <a:pt x="63" y="3405"/>
                  <a:pt x="71" y="3412"/>
                </a:cubicBezTo>
                <a:cubicBezTo>
                  <a:pt x="78" y="3420"/>
                  <a:pt x="87" y="3427"/>
                  <a:pt x="95" y="3433"/>
                </a:cubicBezTo>
                <a:cubicBezTo>
                  <a:pt x="104" y="3439"/>
                  <a:pt x="114" y="3444"/>
                  <a:pt x="124" y="3448"/>
                </a:cubicBezTo>
                <a:cubicBezTo>
                  <a:pt x="133" y="3452"/>
                  <a:pt x="144" y="3455"/>
                  <a:pt x="154" y="3457"/>
                </a:cubicBezTo>
                <a:cubicBezTo>
                  <a:pt x="165" y="3459"/>
                  <a:pt x="175" y="3460"/>
                  <a:pt x="186" y="3460"/>
                </a:cubicBezTo>
                <a:lnTo>
                  <a:pt x="26139" y="3460"/>
                </a:lnTo>
                <a:cubicBezTo>
                  <a:pt x="26150" y="3460"/>
                  <a:pt x="26160" y="3459"/>
                  <a:pt x="26171" y="3457"/>
                </a:cubicBezTo>
                <a:cubicBezTo>
                  <a:pt x="26181" y="3455"/>
                  <a:pt x="26191" y="3452"/>
                  <a:pt x="26201" y="3448"/>
                </a:cubicBezTo>
                <a:cubicBezTo>
                  <a:pt x="26211" y="3444"/>
                  <a:pt x="26220" y="3439"/>
                  <a:pt x="26229" y="3433"/>
                </a:cubicBezTo>
                <a:cubicBezTo>
                  <a:pt x="26238" y="3427"/>
                  <a:pt x="26246" y="3420"/>
                  <a:pt x="26254" y="3412"/>
                </a:cubicBezTo>
                <a:cubicBezTo>
                  <a:pt x="26261" y="3405"/>
                  <a:pt x="26268" y="3397"/>
                  <a:pt x="26274" y="3388"/>
                </a:cubicBezTo>
                <a:cubicBezTo>
                  <a:pt x="26280" y="3379"/>
                  <a:pt x="26285" y="3370"/>
                  <a:pt x="26289" y="3360"/>
                </a:cubicBezTo>
                <a:cubicBezTo>
                  <a:pt x="26293" y="3350"/>
                  <a:pt x="26296" y="3340"/>
                  <a:pt x="26298" y="3329"/>
                </a:cubicBezTo>
                <a:cubicBezTo>
                  <a:pt x="26300" y="3319"/>
                  <a:pt x="26301" y="3308"/>
                  <a:pt x="26301" y="3297"/>
                </a:cubicBezTo>
                <a:lnTo>
                  <a:pt x="26301" y="186"/>
                </a:lnTo>
                <a:cubicBezTo>
                  <a:pt x="26301" y="175"/>
                  <a:pt x="26300" y="165"/>
                  <a:pt x="26298" y="154"/>
                </a:cubicBezTo>
                <a:cubicBezTo>
                  <a:pt x="26296" y="144"/>
                  <a:pt x="26293" y="134"/>
                  <a:pt x="26289" y="124"/>
                </a:cubicBezTo>
                <a:cubicBezTo>
                  <a:pt x="26285" y="114"/>
                  <a:pt x="26280" y="105"/>
                  <a:pt x="26274" y="96"/>
                </a:cubicBezTo>
                <a:cubicBezTo>
                  <a:pt x="26268" y="87"/>
                  <a:pt x="26261" y="79"/>
                  <a:pt x="26254" y="71"/>
                </a:cubicBezTo>
                <a:cubicBezTo>
                  <a:pt x="26246" y="63"/>
                  <a:pt x="26238" y="57"/>
                  <a:pt x="26229" y="51"/>
                </a:cubicBezTo>
                <a:cubicBezTo>
                  <a:pt x="26220" y="45"/>
                  <a:pt x="26211" y="40"/>
                  <a:pt x="26201" y="36"/>
                </a:cubicBezTo>
                <a:cubicBezTo>
                  <a:pt x="26191" y="32"/>
                  <a:pt x="26181" y="29"/>
                  <a:pt x="26171" y="27"/>
                </a:cubicBezTo>
                <a:cubicBezTo>
                  <a:pt x="26160" y="24"/>
                  <a:pt x="26150" y="23"/>
                  <a:pt x="26139" y="23"/>
                </a:cubicBezTo>
                <a:lnTo>
                  <a:pt x="186" y="23"/>
                </a:lnTo>
                <a:cubicBezTo>
                  <a:pt x="175" y="23"/>
                  <a:pt x="165" y="24"/>
                  <a:pt x="154" y="27"/>
                </a:cubicBezTo>
                <a:cubicBezTo>
                  <a:pt x="144" y="29"/>
                  <a:pt x="133" y="32"/>
                  <a:pt x="124" y="36"/>
                </a:cubicBezTo>
                <a:cubicBezTo>
                  <a:pt x="114" y="40"/>
                  <a:pt x="104" y="45"/>
                  <a:pt x="95" y="51"/>
                </a:cubicBezTo>
                <a:cubicBezTo>
                  <a:pt x="87" y="57"/>
                  <a:pt x="78" y="63"/>
                  <a:pt x="71" y="71"/>
                </a:cubicBezTo>
                <a:cubicBezTo>
                  <a:pt x="63" y="79"/>
                  <a:pt x="57" y="87"/>
                  <a:pt x="51" y="96"/>
                </a:cubicBezTo>
                <a:cubicBezTo>
                  <a:pt x="45" y="105"/>
                  <a:pt x="40" y="114"/>
                  <a:pt x="36" y="124"/>
                </a:cubicBezTo>
                <a:cubicBezTo>
                  <a:pt x="32" y="134"/>
                  <a:pt x="28" y="144"/>
                  <a:pt x="26" y="154"/>
                </a:cubicBezTo>
                <a:cubicBezTo>
                  <a:pt x="24" y="165"/>
                  <a:pt x="23" y="175"/>
                  <a:pt x="23" y="186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4" name="任意多邊形 763"/>
          <p:cNvSpPr/>
          <p:nvPr/>
        </p:nvSpPr>
        <p:spPr>
          <a:xfrm>
            <a:off x="609840" y="768600"/>
            <a:ext cx="334800" cy="334800"/>
          </a:xfrm>
          <a:custGeom>
            <a:avLst/>
            <a:gdLst/>
            <a:ahLst/>
            <a:cxnLst/>
            <a:rect l="0" t="0" r="r" b="b"/>
            <a:pathLst>
              <a:path w="930" h="930">
                <a:moveTo>
                  <a:pt x="930" y="465"/>
                </a:moveTo>
                <a:cubicBezTo>
                  <a:pt x="930" y="496"/>
                  <a:pt x="927" y="526"/>
                  <a:pt x="921" y="556"/>
                </a:cubicBezTo>
                <a:cubicBezTo>
                  <a:pt x="915" y="586"/>
                  <a:pt x="906" y="615"/>
                  <a:pt x="894" y="643"/>
                </a:cubicBezTo>
                <a:cubicBezTo>
                  <a:pt x="883" y="671"/>
                  <a:pt x="868" y="698"/>
                  <a:pt x="851" y="723"/>
                </a:cubicBezTo>
                <a:cubicBezTo>
                  <a:pt x="834" y="749"/>
                  <a:pt x="815" y="772"/>
                  <a:pt x="794" y="794"/>
                </a:cubicBezTo>
                <a:cubicBezTo>
                  <a:pt x="772" y="815"/>
                  <a:pt x="749" y="834"/>
                  <a:pt x="723" y="851"/>
                </a:cubicBezTo>
                <a:cubicBezTo>
                  <a:pt x="698" y="868"/>
                  <a:pt x="671" y="883"/>
                  <a:pt x="643" y="894"/>
                </a:cubicBezTo>
                <a:cubicBezTo>
                  <a:pt x="614" y="906"/>
                  <a:pt x="585" y="915"/>
                  <a:pt x="555" y="921"/>
                </a:cubicBezTo>
                <a:cubicBezTo>
                  <a:pt x="525" y="927"/>
                  <a:pt x="495" y="930"/>
                  <a:pt x="464" y="930"/>
                </a:cubicBezTo>
                <a:cubicBezTo>
                  <a:pt x="434" y="930"/>
                  <a:pt x="404" y="927"/>
                  <a:pt x="374" y="921"/>
                </a:cubicBezTo>
                <a:cubicBezTo>
                  <a:pt x="344" y="915"/>
                  <a:pt x="315" y="906"/>
                  <a:pt x="287" y="894"/>
                </a:cubicBezTo>
                <a:cubicBezTo>
                  <a:pt x="258" y="883"/>
                  <a:pt x="232" y="868"/>
                  <a:pt x="206" y="851"/>
                </a:cubicBezTo>
                <a:cubicBezTo>
                  <a:pt x="181" y="834"/>
                  <a:pt x="158" y="815"/>
                  <a:pt x="136" y="794"/>
                </a:cubicBezTo>
                <a:cubicBezTo>
                  <a:pt x="114" y="772"/>
                  <a:pt x="95" y="749"/>
                  <a:pt x="78" y="723"/>
                </a:cubicBezTo>
                <a:cubicBezTo>
                  <a:pt x="61" y="698"/>
                  <a:pt x="47" y="671"/>
                  <a:pt x="35" y="643"/>
                </a:cubicBezTo>
                <a:cubicBezTo>
                  <a:pt x="24" y="615"/>
                  <a:pt x="15" y="586"/>
                  <a:pt x="9" y="556"/>
                </a:cubicBezTo>
                <a:cubicBezTo>
                  <a:pt x="3" y="526"/>
                  <a:pt x="0" y="496"/>
                  <a:pt x="0" y="465"/>
                </a:cubicBezTo>
                <a:cubicBezTo>
                  <a:pt x="0" y="435"/>
                  <a:pt x="3" y="405"/>
                  <a:pt x="9" y="375"/>
                </a:cubicBezTo>
                <a:cubicBezTo>
                  <a:pt x="15" y="345"/>
                  <a:pt x="24" y="316"/>
                  <a:pt x="35" y="288"/>
                </a:cubicBezTo>
                <a:cubicBezTo>
                  <a:pt x="47" y="260"/>
                  <a:pt x="61" y="233"/>
                  <a:pt x="78" y="207"/>
                </a:cubicBezTo>
                <a:cubicBezTo>
                  <a:pt x="95" y="181"/>
                  <a:pt x="114" y="158"/>
                  <a:pt x="136" y="136"/>
                </a:cubicBezTo>
                <a:cubicBezTo>
                  <a:pt x="158" y="115"/>
                  <a:pt x="181" y="95"/>
                  <a:pt x="206" y="78"/>
                </a:cubicBezTo>
                <a:cubicBezTo>
                  <a:pt x="232" y="61"/>
                  <a:pt x="258" y="47"/>
                  <a:pt x="287" y="35"/>
                </a:cubicBezTo>
                <a:cubicBezTo>
                  <a:pt x="315" y="24"/>
                  <a:pt x="344" y="15"/>
                  <a:pt x="374" y="9"/>
                </a:cubicBezTo>
                <a:cubicBezTo>
                  <a:pt x="404" y="3"/>
                  <a:pt x="434" y="0"/>
                  <a:pt x="464" y="0"/>
                </a:cubicBezTo>
                <a:cubicBezTo>
                  <a:pt x="495" y="0"/>
                  <a:pt x="525" y="3"/>
                  <a:pt x="555" y="9"/>
                </a:cubicBezTo>
                <a:cubicBezTo>
                  <a:pt x="585" y="15"/>
                  <a:pt x="614" y="24"/>
                  <a:pt x="643" y="35"/>
                </a:cubicBezTo>
                <a:cubicBezTo>
                  <a:pt x="671" y="47"/>
                  <a:pt x="698" y="61"/>
                  <a:pt x="723" y="78"/>
                </a:cubicBezTo>
                <a:cubicBezTo>
                  <a:pt x="749" y="95"/>
                  <a:pt x="772" y="115"/>
                  <a:pt x="794" y="136"/>
                </a:cubicBezTo>
                <a:cubicBezTo>
                  <a:pt x="815" y="158"/>
                  <a:pt x="834" y="181"/>
                  <a:pt x="851" y="207"/>
                </a:cubicBezTo>
                <a:cubicBezTo>
                  <a:pt x="868" y="233"/>
                  <a:pt x="883" y="260"/>
                  <a:pt x="894" y="288"/>
                </a:cubicBezTo>
                <a:cubicBezTo>
                  <a:pt x="906" y="316"/>
                  <a:pt x="915" y="345"/>
                  <a:pt x="921" y="375"/>
                </a:cubicBezTo>
                <a:cubicBezTo>
                  <a:pt x="927" y="405"/>
                  <a:pt x="930" y="435"/>
                  <a:pt x="930" y="465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765" name="圖片 764"/>
          <p:cNvPicPr/>
          <p:nvPr/>
        </p:nvPicPr>
        <p:blipFill>
          <a:blip r:embed="rId2"/>
          <a:stretch>
            <a:fillRect/>
          </a:stretch>
        </p:blipFill>
        <p:spPr>
          <a:xfrm>
            <a:off x="710280" y="86904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6" name="文字框 765"/>
          <p:cNvSpPr txBox="1"/>
          <p:nvPr/>
        </p:nvSpPr>
        <p:spPr>
          <a:xfrm>
            <a:off x="334440" y="312120"/>
            <a:ext cx="2702880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37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中美港监管政策对比</a:t>
            </a:r>
            <a:endParaRPr lang="en-US" sz="23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7" name="任意多邊形 766"/>
          <p:cNvSpPr/>
          <p:nvPr/>
        </p:nvSpPr>
        <p:spPr>
          <a:xfrm>
            <a:off x="626400" y="1236600"/>
            <a:ext cx="3008880" cy="769320"/>
          </a:xfrm>
          <a:custGeom>
            <a:avLst/>
            <a:gdLst/>
            <a:ahLst/>
            <a:cxnLst/>
            <a:rect l="0" t="0" r="r" b="b"/>
            <a:pathLst>
              <a:path w="8358" h="2137">
                <a:moveTo>
                  <a:pt x="0" y="1951"/>
                </a:moveTo>
                <a:lnTo>
                  <a:pt x="0" y="186"/>
                </a:lnTo>
                <a:cubicBezTo>
                  <a:pt x="0" y="174"/>
                  <a:pt x="1" y="161"/>
                  <a:pt x="3" y="150"/>
                </a:cubicBezTo>
                <a:cubicBezTo>
                  <a:pt x="5" y="138"/>
                  <a:pt x="8" y="126"/>
                  <a:pt x="11" y="115"/>
                </a:cubicBezTo>
                <a:cubicBezTo>
                  <a:pt x="15" y="103"/>
                  <a:pt x="19" y="93"/>
                  <a:pt x="24" y="83"/>
                </a:cubicBezTo>
                <a:cubicBezTo>
                  <a:pt x="29" y="72"/>
                  <a:pt x="35" y="63"/>
                  <a:pt x="41" y="54"/>
                </a:cubicBezTo>
                <a:cubicBezTo>
                  <a:pt x="48" y="46"/>
                  <a:pt x="55" y="38"/>
                  <a:pt x="62" y="31"/>
                </a:cubicBezTo>
                <a:cubicBezTo>
                  <a:pt x="70" y="25"/>
                  <a:pt x="78" y="19"/>
                  <a:pt x="86" y="14"/>
                </a:cubicBezTo>
                <a:cubicBezTo>
                  <a:pt x="95" y="10"/>
                  <a:pt x="104" y="6"/>
                  <a:pt x="113" y="4"/>
                </a:cubicBezTo>
                <a:cubicBezTo>
                  <a:pt x="122" y="1"/>
                  <a:pt x="131" y="0"/>
                  <a:pt x="140" y="0"/>
                </a:cubicBezTo>
                <a:lnTo>
                  <a:pt x="8172" y="0"/>
                </a:lnTo>
                <a:cubicBezTo>
                  <a:pt x="8185" y="0"/>
                  <a:pt x="8197" y="1"/>
                  <a:pt x="8209" y="4"/>
                </a:cubicBezTo>
                <a:cubicBezTo>
                  <a:pt x="8221" y="6"/>
                  <a:pt x="8232" y="10"/>
                  <a:pt x="8244" y="14"/>
                </a:cubicBezTo>
                <a:cubicBezTo>
                  <a:pt x="8255" y="19"/>
                  <a:pt x="8266" y="25"/>
                  <a:pt x="8276" y="31"/>
                </a:cubicBezTo>
                <a:cubicBezTo>
                  <a:pt x="8286" y="38"/>
                  <a:pt x="8295" y="46"/>
                  <a:pt x="8304" y="54"/>
                </a:cubicBezTo>
                <a:cubicBezTo>
                  <a:pt x="8312" y="63"/>
                  <a:pt x="8320" y="72"/>
                  <a:pt x="8327" y="83"/>
                </a:cubicBezTo>
                <a:cubicBezTo>
                  <a:pt x="8334" y="93"/>
                  <a:pt x="8339" y="103"/>
                  <a:pt x="8344" y="115"/>
                </a:cubicBezTo>
                <a:cubicBezTo>
                  <a:pt x="8349" y="126"/>
                  <a:pt x="8352" y="138"/>
                  <a:pt x="8355" y="150"/>
                </a:cubicBezTo>
                <a:cubicBezTo>
                  <a:pt x="8357" y="161"/>
                  <a:pt x="8358" y="174"/>
                  <a:pt x="8358" y="186"/>
                </a:cubicBezTo>
                <a:lnTo>
                  <a:pt x="8358" y="1951"/>
                </a:lnTo>
                <a:cubicBezTo>
                  <a:pt x="8358" y="1963"/>
                  <a:pt x="8357" y="1975"/>
                  <a:pt x="8355" y="1987"/>
                </a:cubicBezTo>
                <a:cubicBezTo>
                  <a:pt x="8352" y="1999"/>
                  <a:pt x="8349" y="2011"/>
                  <a:pt x="8344" y="2022"/>
                </a:cubicBezTo>
                <a:cubicBezTo>
                  <a:pt x="8339" y="2033"/>
                  <a:pt x="8334" y="2044"/>
                  <a:pt x="8327" y="2054"/>
                </a:cubicBezTo>
                <a:cubicBezTo>
                  <a:pt x="8320" y="2064"/>
                  <a:pt x="8312" y="2074"/>
                  <a:pt x="8304" y="2082"/>
                </a:cubicBezTo>
                <a:cubicBezTo>
                  <a:pt x="8295" y="2091"/>
                  <a:pt x="8286" y="2099"/>
                  <a:pt x="8276" y="2105"/>
                </a:cubicBezTo>
                <a:cubicBezTo>
                  <a:pt x="8266" y="2112"/>
                  <a:pt x="8255" y="2118"/>
                  <a:pt x="8244" y="2122"/>
                </a:cubicBezTo>
                <a:cubicBezTo>
                  <a:pt x="8232" y="2127"/>
                  <a:pt x="8221" y="2131"/>
                  <a:pt x="8209" y="2133"/>
                </a:cubicBezTo>
                <a:cubicBezTo>
                  <a:pt x="8197" y="2135"/>
                  <a:pt x="8185" y="2137"/>
                  <a:pt x="8172" y="2137"/>
                </a:cubicBezTo>
                <a:lnTo>
                  <a:pt x="140" y="2137"/>
                </a:lnTo>
                <a:cubicBezTo>
                  <a:pt x="131" y="2137"/>
                  <a:pt x="122" y="2135"/>
                  <a:pt x="113" y="2133"/>
                </a:cubicBezTo>
                <a:cubicBezTo>
                  <a:pt x="104" y="2131"/>
                  <a:pt x="95" y="2127"/>
                  <a:pt x="86" y="2122"/>
                </a:cubicBezTo>
                <a:cubicBezTo>
                  <a:pt x="78" y="2118"/>
                  <a:pt x="70" y="2112"/>
                  <a:pt x="62" y="2105"/>
                </a:cubicBezTo>
                <a:cubicBezTo>
                  <a:pt x="55" y="2099"/>
                  <a:pt x="48" y="2091"/>
                  <a:pt x="41" y="2082"/>
                </a:cubicBezTo>
                <a:cubicBezTo>
                  <a:pt x="35" y="2074"/>
                  <a:pt x="29" y="2064"/>
                  <a:pt x="24" y="2054"/>
                </a:cubicBezTo>
                <a:cubicBezTo>
                  <a:pt x="19" y="2044"/>
                  <a:pt x="15" y="2033"/>
                  <a:pt x="11" y="2022"/>
                </a:cubicBezTo>
                <a:cubicBezTo>
                  <a:pt x="8" y="2011"/>
                  <a:pt x="5" y="1999"/>
                  <a:pt x="3" y="1987"/>
                </a:cubicBezTo>
                <a:cubicBezTo>
                  <a:pt x="1" y="1975"/>
                  <a:pt x="0" y="1963"/>
                  <a:pt x="0" y="1951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8" name="任意多邊形 767"/>
          <p:cNvSpPr/>
          <p:nvPr/>
        </p:nvSpPr>
        <p:spPr>
          <a:xfrm>
            <a:off x="609840" y="1236600"/>
            <a:ext cx="67320" cy="769320"/>
          </a:xfrm>
          <a:custGeom>
            <a:avLst/>
            <a:gdLst/>
            <a:ahLst/>
            <a:cxnLst/>
            <a:rect l="0" t="0" r="r" b="b"/>
            <a:pathLst>
              <a:path w="187" h="2137">
                <a:moveTo>
                  <a:pt x="0" y="0"/>
                </a:moveTo>
                <a:lnTo>
                  <a:pt x="187" y="0"/>
                </a:lnTo>
                <a:lnTo>
                  <a:pt x="187" y="2137"/>
                </a:lnTo>
                <a:lnTo>
                  <a:pt x="0" y="2137"/>
                </a:lnTo>
                <a:lnTo>
                  <a:pt x="0" y="0"/>
                </a:lnTo>
                <a:close/>
              </a:path>
            </a:pathLst>
          </a:custGeom>
          <a:solidFill>
            <a:srgbClr val="E53E3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9" name="任意多邊形 768"/>
          <p:cNvSpPr/>
          <p:nvPr/>
        </p:nvSpPr>
        <p:spPr>
          <a:xfrm>
            <a:off x="626400" y="2139120"/>
            <a:ext cx="3008880" cy="769320"/>
          </a:xfrm>
          <a:custGeom>
            <a:avLst/>
            <a:gdLst/>
            <a:ahLst/>
            <a:cxnLst/>
            <a:rect l="0" t="0" r="r" b="b"/>
            <a:pathLst>
              <a:path w="8358" h="2137">
                <a:moveTo>
                  <a:pt x="0" y="1951"/>
                </a:moveTo>
                <a:lnTo>
                  <a:pt x="0" y="186"/>
                </a:lnTo>
                <a:cubicBezTo>
                  <a:pt x="0" y="174"/>
                  <a:pt x="1" y="161"/>
                  <a:pt x="3" y="150"/>
                </a:cubicBezTo>
                <a:cubicBezTo>
                  <a:pt x="5" y="138"/>
                  <a:pt x="8" y="126"/>
                  <a:pt x="11" y="115"/>
                </a:cubicBezTo>
                <a:cubicBezTo>
                  <a:pt x="15" y="103"/>
                  <a:pt x="19" y="93"/>
                  <a:pt x="24" y="83"/>
                </a:cubicBezTo>
                <a:cubicBezTo>
                  <a:pt x="29" y="72"/>
                  <a:pt x="35" y="63"/>
                  <a:pt x="41" y="54"/>
                </a:cubicBezTo>
                <a:cubicBezTo>
                  <a:pt x="48" y="46"/>
                  <a:pt x="55" y="38"/>
                  <a:pt x="62" y="31"/>
                </a:cubicBezTo>
                <a:cubicBezTo>
                  <a:pt x="70" y="25"/>
                  <a:pt x="78" y="19"/>
                  <a:pt x="86" y="14"/>
                </a:cubicBezTo>
                <a:cubicBezTo>
                  <a:pt x="95" y="10"/>
                  <a:pt x="104" y="6"/>
                  <a:pt x="113" y="4"/>
                </a:cubicBezTo>
                <a:cubicBezTo>
                  <a:pt x="122" y="1"/>
                  <a:pt x="131" y="0"/>
                  <a:pt x="140" y="0"/>
                </a:cubicBezTo>
                <a:lnTo>
                  <a:pt x="8172" y="0"/>
                </a:lnTo>
                <a:cubicBezTo>
                  <a:pt x="8185" y="0"/>
                  <a:pt x="8197" y="1"/>
                  <a:pt x="8209" y="4"/>
                </a:cubicBezTo>
                <a:cubicBezTo>
                  <a:pt x="8221" y="6"/>
                  <a:pt x="8232" y="10"/>
                  <a:pt x="8244" y="14"/>
                </a:cubicBezTo>
                <a:cubicBezTo>
                  <a:pt x="8255" y="19"/>
                  <a:pt x="8266" y="25"/>
                  <a:pt x="8276" y="31"/>
                </a:cubicBezTo>
                <a:cubicBezTo>
                  <a:pt x="8286" y="38"/>
                  <a:pt x="8295" y="46"/>
                  <a:pt x="8304" y="54"/>
                </a:cubicBezTo>
                <a:cubicBezTo>
                  <a:pt x="8312" y="63"/>
                  <a:pt x="8320" y="72"/>
                  <a:pt x="8327" y="83"/>
                </a:cubicBezTo>
                <a:cubicBezTo>
                  <a:pt x="8334" y="93"/>
                  <a:pt x="8339" y="103"/>
                  <a:pt x="8344" y="115"/>
                </a:cubicBezTo>
                <a:cubicBezTo>
                  <a:pt x="8349" y="126"/>
                  <a:pt x="8352" y="138"/>
                  <a:pt x="8355" y="150"/>
                </a:cubicBezTo>
                <a:cubicBezTo>
                  <a:pt x="8357" y="161"/>
                  <a:pt x="8358" y="174"/>
                  <a:pt x="8358" y="186"/>
                </a:cubicBezTo>
                <a:lnTo>
                  <a:pt x="8358" y="1951"/>
                </a:lnTo>
                <a:cubicBezTo>
                  <a:pt x="8358" y="1963"/>
                  <a:pt x="8357" y="1975"/>
                  <a:pt x="8355" y="1987"/>
                </a:cubicBezTo>
                <a:cubicBezTo>
                  <a:pt x="8352" y="1999"/>
                  <a:pt x="8349" y="2011"/>
                  <a:pt x="8344" y="2022"/>
                </a:cubicBezTo>
                <a:cubicBezTo>
                  <a:pt x="8339" y="2033"/>
                  <a:pt x="8334" y="2044"/>
                  <a:pt x="8327" y="2054"/>
                </a:cubicBezTo>
                <a:cubicBezTo>
                  <a:pt x="8320" y="2064"/>
                  <a:pt x="8312" y="2074"/>
                  <a:pt x="8304" y="2082"/>
                </a:cubicBezTo>
                <a:cubicBezTo>
                  <a:pt x="8295" y="2091"/>
                  <a:pt x="8286" y="2099"/>
                  <a:pt x="8276" y="2105"/>
                </a:cubicBezTo>
                <a:cubicBezTo>
                  <a:pt x="8266" y="2112"/>
                  <a:pt x="8255" y="2118"/>
                  <a:pt x="8244" y="2123"/>
                </a:cubicBezTo>
                <a:cubicBezTo>
                  <a:pt x="8232" y="2127"/>
                  <a:pt x="8221" y="2131"/>
                  <a:pt x="8209" y="2133"/>
                </a:cubicBezTo>
                <a:cubicBezTo>
                  <a:pt x="8197" y="2135"/>
                  <a:pt x="8185" y="2137"/>
                  <a:pt x="8172" y="2137"/>
                </a:cubicBezTo>
                <a:lnTo>
                  <a:pt x="140" y="2137"/>
                </a:lnTo>
                <a:cubicBezTo>
                  <a:pt x="131" y="2137"/>
                  <a:pt x="122" y="2135"/>
                  <a:pt x="113" y="2133"/>
                </a:cubicBezTo>
                <a:cubicBezTo>
                  <a:pt x="104" y="2131"/>
                  <a:pt x="95" y="2127"/>
                  <a:pt x="86" y="2123"/>
                </a:cubicBezTo>
                <a:cubicBezTo>
                  <a:pt x="78" y="2118"/>
                  <a:pt x="70" y="2112"/>
                  <a:pt x="62" y="2105"/>
                </a:cubicBezTo>
                <a:cubicBezTo>
                  <a:pt x="55" y="2099"/>
                  <a:pt x="48" y="2091"/>
                  <a:pt x="41" y="2082"/>
                </a:cubicBezTo>
                <a:cubicBezTo>
                  <a:pt x="35" y="2074"/>
                  <a:pt x="29" y="2064"/>
                  <a:pt x="24" y="2054"/>
                </a:cubicBezTo>
                <a:cubicBezTo>
                  <a:pt x="19" y="2044"/>
                  <a:pt x="15" y="2033"/>
                  <a:pt x="11" y="2022"/>
                </a:cubicBezTo>
                <a:cubicBezTo>
                  <a:pt x="8" y="2011"/>
                  <a:pt x="5" y="1999"/>
                  <a:pt x="3" y="1987"/>
                </a:cubicBezTo>
                <a:cubicBezTo>
                  <a:pt x="1" y="1975"/>
                  <a:pt x="0" y="1963"/>
                  <a:pt x="0" y="1951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0" name="任意多邊形 769"/>
          <p:cNvSpPr/>
          <p:nvPr/>
        </p:nvSpPr>
        <p:spPr>
          <a:xfrm>
            <a:off x="609840" y="2139120"/>
            <a:ext cx="67320" cy="769320"/>
          </a:xfrm>
          <a:custGeom>
            <a:avLst/>
            <a:gdLst/>
            <a:ahLst/>
            <a:cxnLst/>
            <a:rect l="0" t="0" r="r" b="b"/>
            <a:pathLst>
              <a:path w="187" h="2137">
                <a:moveTo>
                  <a:pt x="0" y="0"/>
                </a:moveTo>
                <a:lnTo>
                  <a:pt x="187" y="0"/>
                </a:lnTo>
                <a:lnTo>
                  <a:pt x="187" y="2137"/>
                </a:lnTo>
                <a:lnTo>
                  <a:pt x="0" y="2137"/>
                </a:lnTo>
                <a:lnTo>
                  <a:pt x="0" y="0"/>
                </a:lnTo>
                <a:close/>
              </a:path>
            </a:pathLst>
          </a:custGeom>
          <a:solidFill>
            <a:srgbClr val="E53E3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1" name="任意多邊形 770"/>
          <p:cNvSpPr/>
          <p:nvPr/>
        </p:nvSpPr>
        <p:spPr>
          <a:xfrm>
            <a:off x="626400" y="3041640"/>
            <a:ext cx="3008880" cy="1571400"/>
          </a:xfrm>
          <a:custGeom>
            <a:avLst/>
            <a:gdLst/>
            <a:ahLst/>
            <a:cxnLst/>
            <a:rect l="0" t="0" r="r" b="b"/>
            <a:pathLst>
              <a:path w="8358" h="4365">
                <a:moveTo>
                  <a:pt x="0" y="4179"/>
                </a:moveTo>
                <a:lnTo>
                  <a:pt x="0" y="186"/>
                </a:lnTo>
                <a:cubicBezTo>
                  <a:pt x="0" y="174"/>
                  <a:pt x="1" y="161"/>
                  <a:pt x="3" y="150"/>
                </a:cubicBezTo>
                <a:cubicBezTo>
                  <a:pt x="5" y="138"/>
                  <a:pt x="8" y="126"/>
                  <a:pt x="11" y="115"/>
                </a:cubicBezTo>
                <a:cubicBezTo>
                  <a:pt x="15" y="103"/>
                  <a:pt x="19" y="93"/>
                  <a:pt x="24" y="83"/>
                </a:cubicBezTo>
                <a:cubicBezTo>
                  <a:pt x="29" y="72"/>
                  <a:pt x="35" y="63"/>
                  <a:pt x="41" y="54"/>
                </a:cubicBezTo>
                <a:cubicBezTo>
                  <a:pt x="48" y="46"/>
                  <a:pt x="55" y="38"/>
                  <a:pt x="62" y="31"/>
                </a:cubicBezTo>
                <a:cubicBezTo>
                  <a:pt x="70" y="25"/>
                  <a:pt x="78" y="19"/>
                  <a:pt x="86" y="14"/>
                </a:cubicBezTo>
                <a:cubicBezTo>
                  <a:pt x="95" y="10"/>
                  <a:pt x="104" y="6"/>
                  <a:pt x="113" y="4"/>
                </a:cubicBezTo>
                <a:cubicBezTo>
                  <a:pt x="122" y="1"/>
                  <a:pt x="131" y="0"/>
                  <a:pt x="140" y="0"/>
                </a:cubicBezTo>
                <a:lnTo>
                  <a:pt x="8172" y="0"/>
                </a:lnTo>
                <a:cubicBezTo>
                  <a:pt x="8185" y="0"/>
                  <a:pt x="8197" y="1"/>
                  <a:pt x="8209" y="4"/>
                </a:cubicBezTo>
                <a:cubicBezTo>
                  <a:pt x="8221" y="6"/>
                  <a:pt x="8232" y="10"/>
                  <a:pt x="8244" y="14"/>
                </a:cubicBezTo>
                <a:cubicBezTo>
                  <a:pt x="8255" y="19"/>
                  <a:pt x="8266" y="25"/>
                  <a:pt x="8276" y="31"/>
                </a:cubicBezTo>
                <a:cubicBezTo>
                  <a:pt x="8286" y="38"/>
                  <a:pt x="8295" y="46"/>
                  <a:pt x="8304" y="54"/>
                </a:cubicBezTo>
                <a:cubicBezTo>
                  <a:pt x="8312" y="63"/>
                  <a:pt x="8320" y="72"/>
                  <a:pt x="8327" y="83"/>
                </a:cubicBezTo>
                <a:cubicBezTo>
                  <a:pt x="8334" y="93"/>
                  <a:pt x="8339" y="103"/>
                  <a:pt x="8344" y="115"/>
                </a:cubicBezTo>
                <a:cubicBezTo>
                  <a:pt x="8349" y="126"/>
                  <a:pt x="8352" y="138"/>
                  <a:pt x="8355" y="150"/>
                </a:cubicBezTo>
                <a:cubicBezTo>
                  <a:pt x="8357" y="161"/>
                  <a:pt x="8358" y="174"/>
                  <a:pt x="8358" y="186"/>
                </a:cubicBezTo>
                <a:lnTo>
                  <a:pt x="8358" y="4179"/>
                </a:lnTo>
                <a:cubicBezTo>
                  <a:pt x="8358" y="4192"/>
                  <a:pt x="8357" y="4204"/>
                  <a:pt x="8355" y="4216"/>
                </a:cubicBezTo>
                <a:cubicBezTo>
                  <a:pt x="8352" y="4228"/>
                  <a:pt x="8349" y="4239"/>
                  <a:pt x="8344" y="4250"/>
                </a:cubicBezTo>
                <a:cubicBezTo>
                  <a:pt x="8339" y="4262"/>
                  <a:pt x="8334" y="4272"/>
                  <a:pt x="8327" y="4283"/>
                </a:cubicBezTo>
                <a:cubicBezTo>
                  <a:pt x="8320" y="4293"/>
                  <a:pt x="8312" y="4302"/>
                  <a:pt x="8304" y="4311"/>
                </a:cubicBezTo>
                <a:cubicBezTo>
                  <a:pt x="8295" y="4319"/>
                  <a:pt x="8286" y="4327"/>
                  <a:pt x="8276" y="4334"/>
                </a:cubicBezTo>
                <a:cubicBezTo>
                  <a:pt x="8266" y="4341"/>
                  <a:pt x="8255" y="4346"/>
                  <a:pt x="8244" y="4351"/>
                </a:cubicBezTo>
                <a:cubicBezTo>
                  <a:pt x="8232" y="4356"/>
                  <a:pt x="8221" y="4359"/>
                  <a:pt x="8209" y="4362"/>
                </a:cubicBezTo>
                <a:cubicBezTo>
                  <a:pt x="8197" y="4364"/>
                  <a:pt x="8185" y="4365"/>
                  <a:pt x="8172" y="4365"/>
                </a:cubicBezTo>
                <a:lnTo>
                  <a:pt x="140" y="4365"/>
                </a:lnTo>
                <a:cubicBezTo>
                  <a:pt x="131" y="4365"/>
                  <a:pt x="122" y="4364"/>
                  <a:pt x="113" y="4362"/>
                </a:cubicBezTo>
                <a:cubicBezTo>
                  <a:pt x="104" y="4359"/>
                  <a:pt x="95" y="4356"/>
                  <a:pt x="86" y="4351"/>
                </a:cubicBezTo>
                <a:cubicBezTo>
                  <a:pt x="78" y="4346"/>
                  <a:pt x="70" y="4341"/>
                  <a:pt x="62" y="4334"/>
                </a:cubicBezTo>
                <a:cubicBezTo>
                  <a:pt x="55" y="4327"/>
                  <a:pt x="48" y="4319"/>
                  <a:pt x="41" y="4311"/>
                </a:cubicBezTo>
                <a:cubicBezTo>
                  <a:pt x="35" y="4302"/>
                  <a:pt x="29" y="4293"/>
                  <a:pt x="24" y="4283"/>
                </a:cubicBezTo>
                <a:cubicBezTo>
                  <a:pt x="19" y="4272"/>
                  <a:pt x="15" y="4262"/>
                  <a:pt x="11" y="4250"/>
                </a:cubicBezTo>
                <a:cubicBezTo>
                  <a:pt x="8" y="4239"/>
                  <a:pt x="5" y="4228"/>
                  <a:pt x="3" y="4216"/>
                </a:cubicBezTo>
                <a:cubicBezTo>
                  <a:pt x="1" y="4204"/>
                  <a:pt x="0" y="4192"/>
                  <a:pt x="0" y="4179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2" name="任意多邊形 771"/>
          <p:cNvSpPr/>
          <p:nvPr/>
        </p:nvSpPr>
        <p:spPr>
          <a:xfrm>
            <a:off x="609840" y="3041640"/>
            <a:ext cx="67320" cy="1571400"/>
          </a:xfrm>
          <a:custGeom>
            <a:avLst/>
            <a:gdLst/>
            <a:ahLst/>
            <a:cxnLst/>
            <a:rect l="0" t="0" r="r" b="b"/>
            <a:pathLst>
              <a:path w="187" h="4365">
                <a:moveTo>
                  <a:pt x="0" y="0"/>
                </a:moveTo>
                <a:lnTo>
                  <a:pt x="187" y="0"/>
                </a:lnTo>
                <a:lnTo>
                  <a:pt x="187" y="4365"/>
                </a:lnTo>
                <a:lnTo>
                  <a:pt x="0" y="4365"/>
                </a:lnTo>
                <a:lnTo>
                  <a:pt x="0" y="0"/>
                </a:lnTo>
                <a:close/>
              </a:path>
            </a:pathLst>
          </a:custGeom>
          <a:solidFill>
            <a:srgbClr val="E53E3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3" name="任意多邊形 772"/>
          <p:cNvSpPr/>
          <p:nvPr/>
        </p:nvSpPr>
        <p:spPr>
          <a:xfrm>
            <a:off x="743400" y="1337040"/>
            <a:ext cx="267840" cy="267480"/>
          </a:xfrm>
          <a:custGeom>
            <a:avLst/>
            <a:gdLst/>
            <a:ahLst/>
            <a:cxnLst/>
            <a:rect l="0" t="0" r="r" b="b"/>
            <a:pathLst>
              <a:path w="744" h="743">
                <a:moveTo>
                  <a:pt x="29" y="229"/>
                </a:moveTo>
                <a:cubicBezTo>
                  <a:pt x="48" y="183"/>
                  <a:pt x="74" y="143"/>
                  <a:pt x="109" y="108"/>
                </a:cubicBezTo>
                <a:cubicBezTo>
                  <a:pt x="144" y="74"/>
                  <a:pt x="184" y="47"/>
                  <a:pt x="230" y="28"/>
                </a:cubicBezTo>
                <a:cubicBezTo>
                  <a:pt x="275" y="9"/>
                  <a:pt x="323" y="0"/>
                  <a:pt x="372" y="0"/>
                </a:cubicBezTo>
                <a:cubicBezTo>
                  <a:pt x="421" y="0"/>
                  <a:pt x="469" y="9"/>
                  <a:pt x="514" y="28"/>
                </a:cubicBezTo>
                <a:cubicBezTo>
                  <a:pt x="561" y="47"/>
                  <a:pt x="601" y="74"/>
                  <a:pt x="635" y="108"/>
                </a:cubicBezTo>
                <a:cubicBezTo>
                  <a:pt x="670" y="143"/>
                  <a:pt x="697" y="183"/>
                  <a:pt x="716" y="229"/>
                </a:cubicBezTo>
                <a:cubicBezTo>
                  <a:pt x="735" y="274"/>
                  <a:pt x="744" y="322"/>
                  <a:pt x="744" y="372"/>
                </a:cubicBezTo>
                <a:cubicBezTo>
                  <a:pt x="744" y="421"/>
                  <a:pt x="735" y="469"/>
                  <a:pt x="716" y="514"/>
                </a:cubicBezTo>
                <a:cubicBezTo>
                  <a:pt x="697" y="560"/>
                  <a:pt x="670" y="600"/>
                  <a:pt x="635" y="635"/>
                </a:cubicBezTo>
                <a:cubicBezTo>
                  <a:pt x="601" y="669"/>
                  <a:pt x="561" y="696"/>
                  <a:pt x="514" y="715"/>
                </a:cubicBezTo>
                <a:cubicBezTo>
                  <a:pt x="469" y="734"/>
                  <a:pt x="421" y="743"/>
                  <a:pt x="372" y="743"/>
                </a:cubicBezTo>
                <a:cubicBezTo>
                  <a:pt x="323" y="743"/>
                  <a:pt x="275" y="734"/>
                  <a:pt x="230" y="715"/>
                </a:cubicBezTo>
                <a:cubicBezTo>
                  <a:pt x="184" y="696"/>
                  <a:pt x="144" y="669"/>
                  <a:pt x="109" y="635"/>
                </a:cubicBezTo>
                <a:cubicBezTo>
                  <a:pt x="74" y="600"/>
                  <a:pt x="48" y="560"/>
                  <a:pt x="29" y="514"/>
                </a:cubicBezTo>
                <a:cubicBezTo>
                  <a:pt x="10" y="469"/>
                  <a:pt x="0" y="421"/>
                  <a:pt x="0" y="372"/>
                </a:cubicBezTo>
                <a:cubicBezTo>
                  <a:pt x="0" y="322"/>
                  <a:pt x="10" y="274"/>
                  <a:pt x="29" y="229"/>
                </a:cubicBezTo>
                <a:close/>
              </a:path>
            </a:pathLst>
          </a:custGeom>
          <a:solidFill>
            <a:srgbClr val="4CD137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4" name="任意多邊形 773"/>
          <p:cNvSpPr/>
          <p:nvPr/>
        </p:nvSpPr>
        <p:spPr>
          <a:xfrm>
            <a:off x="743400" y="1337040"/>
            <a:ext cx="267840" cy="267480"/>
          </a:xfrm>
          <a:custGeom>
            <a:avLst/>
            <a:gdLst/>
            <a:ahLst/>
            <a:cxnLst/>
            <a:rect l="0" t="0" r="r" b="b"/>
            <a:pathLst>
              <a:path w="744" h="743">
                <a:moveTo>
                  <a:pt x="0" y="372"/>
                </a:moveTo>
                <a:cubicBezTo>
                  <a:pt x="0" y="322"/>
                  <a:pt x="10" y="274"/>
                  <a:pt x="29" y="229"/>
                </a:cubicBezTo>
                <a:cubicBezTo>
                  <a:pt x="48" y="183"/>
                  <a:pt x="74" y="143"/>
                  <a:pt x="109" y="108"/>
                </a:cubicBezTo>
                <a:cubicBezTo>
                  <a:pt x="144" y="74"/>
                  <a:pt x="184" y="47"/>
                  <a:pt x="230" y="28"/>
                </a:cubicBezTo>
                <a:cubicBezTo>
                  <a:pt x="275" y="9"/>
                  <a:pt x="323" y="0"/>
                  <a:pt x="372" y="0"/>
                </a:cubicBezTo>
                <a:cubicBezTo>
                  <a:pt x="421" y="0"/>
                  <a:pt x="468" y="9"/>
                  <a:pt x="514" y="28"/>
                </a:cubicBezTo>
                <a:cubicBezTo>
                  <a:pt x="561" y="47"/>
                  <a:pt x="601" y="74"/>
                  <a:pt x="635" y="108"/>
                </a:cubicBezTo>
                <a:cubicBezTo>
                  <a:pt x="670" y="143"/>
                  <a:pt x="697" y="183"/>
                  <a:pt x="716" y="229"/>
                </a:cubicBezTo>
                <a:cubicBezTo>
                  <a:pt x="735" y="274"/>
                  <a:pt x="744" y="322"/>
                  <a:pt x="744" y="372"/>
                </a:cubicBezTo>
                <a:cubicBezTo>
                  <a:pt x="744" y="421"/>
                  <a:pt x="735" y="469"/>
                  <a:pt x="716" y="514"/>
                </a:cubicBezTo>
                <a:cubicBezTo>
                  <a:pt x="697" y="560"/>
                  <a:pt x="670" y="600"/>
                  <a:pt x="635" y="635"/>
                </a:cubicBezTo>
                <a:cubicBezTo>
                  <a:pt x="601" y="669"/>
                  <a:pt x="561" y="696"/>
                  <a:pt x="514" y="715"/>
                </a:cubicBezTo>
                <a:cubicBezTo>
                  <a:pt x="468" y="734"/>
                  <a:pt x="421" y="743"/>
                  <a:pt x="372" y="743"/>
                </a:cubicBezTo>
                <a:cubicBezTo>
                  <a:pt x="323" y="743"/>
                  <a:pt x="275" y="734"/>
                  <a:pt x="230" y="715"/>
                </a:cubicBezTo>
                <a:cubicBezTo>
                  <a:pt x="184" y="696"/>
                  <a:pt x="144" y="669"/>
                  <a:pt x="109" y="635"/>
                </a:cubicBezTo>
                <a:cubicBezTo>
                  <a:pt x="74" y="600"/>
                  <a:pt x="48" y="560"/>
                  <a:pt x="29" y="514"/>
                </a:cubicBezTo>
                <a:cubicBezTo>
                  <a:pt x="10" y="469"/>
                  <a:pt x="0" y="421"/>
                  <a:pt x="0" y="372"/>
                </a:cubicBezTo>
                <a:moveTo>
                  <a:pt x="372" y="23"/>
                </a:moveTo>
                <a:cubicBezTo>
                  <a:pt x="349" y="23"/>
                  <a:pt x="326" y="25"/>
                  <a:pt x="304" y="29"/>
                </a:cubicBezTo>
                <a:cubicBezTo>
                  <a:pt x="282" y="34"/>
                  <a:pt x="260" y="41"/>
                  <a:pt x="239" y="49"/>
                </a:cubicBezTo>
                <a:cubicBezTo>
                  <a:pt x="217" y="58"/>
                  <a:pt x="197" y="69"/>
                  <a:pt x="178" y="81"/>
                </a:cubicBezTo>
                <a:cubicBezTo>
                  <a:pt x="159" y="94"/>
                  <a:pt x="142" y="109"/>
                  <a:pt x="126" y="125"/>
                </a:cubicBezTo>
                <a:cubicBezTo>
                  <a:pt x="109" y="141"/>
                  <a:pt x="95" y="159"/>
                  <a:pt x="82" y="178"/>
                </a:cubicBezTo>
                <a:cubicBezTo>
                  <a:pt x="70" y="197"/>
                  <a:pt x="59" y="217"/>
                  <a:pt x="50" y="238"/>
                </a:cubicBezTo>
                <a:cubicBezTo>
                  <a:pt x="41" y="259"/>
                  <a:pt x="35" y="281"/>
                  <a:pt x="30" y="303"/>
                </a:cubicBezTo>
                <a:cubicBezTo>
                  <a:pt x="26" y="325"/>
                  <a:pt x="24" y="348"/>
                  <a:pt x="24" y="372"/>
                </a:cubicBezTo>
                <a:cubicBezTo>
                  <a:pt x="24" y="395"/>
                  <a:pt x="26" y="418"/>
                  <a:pt x="30" y="440"/>
                </a:cubicBezTo>
                <a:cubicBezTo>
                  <a:pt x="35" y="462"/>
                  <a:pt x="41" y="484"/>
                  <a:pt x="50" y="505"/>
                </a:cubicBezTo>
                <a:cubicBezTo>
                  <a:pt x="59" y="526"/>
                  <a:pt x="70" y="546"/>
                  <a:pt x="82" y="565"/>
                </a:cubicBezTo>
                <a:cubicBezTo>
                  <a:pt x="95" y="584"/>
                  <a:pt x="109" y="602"/>
                  <a:pt x="126" y="618"/>
                </a:cubicBezTo>
                <a:cubicBezTo>
                  <a:pt x="142" y="634"/>
                  <a:pt x="159" y="649"/>
                  <a:pt x="178" y="662"/>
                </a:cubicBezTo>
                <a:cubicBezTo>
                  <a:pt x="197" y="674"/>
                  <a:pt x="217" y="685"/>
                  <a:pt x="239" y="694"/>
                </a:cubicBezTo>
                <a:cubicBezTo>
                  <a:pt x="260" y="702"/>
                  <a:pt x="282" y="709"/>
                  <a:pt x="304" y="714"/>
                </a:cubicBezTo>
                <a:cubicBezTo>
                  <a:pt x="326" y="718"/>
                  <a:pt x="349" y="720"/>
                  <a:pt x="372" y="720"/>
                </a:cubicBezTo>
                <a:cubicBezTo>
                  <a:pt x="395" y="720"/>
                  <a:pt x="417" y="718"/>
                  <a:pt x="440" y="714"/>
                </a:cubicBezTo>
                <a:cubicBezTo>
                  <a:pt x="462" y="709"/>
                  <a:pt x="484" y="702"/>
                  <a:pt x="505" y="694"/>
                </a:cubicBezTo>
                <a:cubicBezTo>
                  <a:pt x="526" y="685"/>
                  <a:pt x="547" y="674"/>
                  <a:pt x="566" y="662"/>
                </a:cubicBezTo>
                <a:cubicBezTo>
                  <a:pt x="585" y="649"/>
                  <a:pt x="603" y="634"/>
                  <a:pt x="619" y="618"/>
                </a:cubicBezTo>
                <a:cubicBezTo>
                  <a:pt x="635" y="602"/>
                  <a:pt x="650" y="584"/>
                  <a:pt x="662" y="565"/>
                </a:cubicBezTo>
                <a:cubicBezTo>
                  <a:pt x="675" y="546"/>
                  <a:pt x="686" y="526"/>
                  <a:pt x="695" y="505"/>
                </a:cubicBezTo>
                <a:cubicBezTo>
                  <a:pt x="703" y="484"/>
                  <a:pt x="710" y="462"/>
                  <a:pt x="714" y="440"/>
                </a:cubicBezTo>
                <a:cubicBezTo>
                  <a:pt x="719" y="418"/>
                  <a:pt x="721" y="395"/>
                  <a:pt x="721" y="372"/>
                </a:cubicBezTo>
                <a:cubicBezTo>
                  <a:pt x="721" y="348"/>
                  <a:pt x="719" y="325"/>
                  <a:pt x="714" y="303"/>
                </a:cubicBezTo>
                <a:cubicBezTo>
                  <a:pt x="710" y="281"/>
                  <a:pt x="703" y="259"/>
                  <a:pt x="695" y="238"/>
                </a:cubicBezTo>
                <a:cubicBezTo>
                  <a:pt x="686" y="217"/>
                  <a:pt x="675" y="197"/>
                  <a:pt x="662" y="178"/>
                </a:cubicBezTo>
                <a:cubicBezTo>
                  <a:pt x="650" y="159"/>
                  <a:pt x="635" y="141"/>
                  <a:pt x="619" y="125"/>
                </a:cubicBezTo>
                <a:cubicBezTo>
                  <a:pt x="603" y="109"/>
                  <a:pt x="585" y="94"/>
                  <a:pt x="566" y="81"/>
                </a:cubicBezTo>
                <a:cubicBezTo>
                  <a:pt x="547" y="69"/>
                  <a:pt x="526" y="58"/>
                  <a:pt x="505" y="49"/>
                </a:cubicBezTo>
                <a:cubicBezTo>
                  <a:pt x="484" y="41"/>
                  <a:pt x="462" y="34"/>
                  <a:pt x="440" y="29"/>
                </a:cubicBezTo>
                <a:cubicBezTo>
                  <a:pt x="417" y="25"/>
                  <a:pt x="395" y="23"/>
                  <a:pt x="372" y="23"/>
                </a:cubicBezTo>
                <a:close/>
              </a:path>
            </a:pathLst>
          </a:custGeom>
          <a:solidFill>
            <a:srgbClr val="4CD137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775" name="圖片 774"/>
          <p:cNvPicPr/>
          <p:nvPr/>
        </p:nvPicPr>
        <p:blipFill>
          <a:blip r:embed="rId3"/>
          <a:stretch>
            <a:fillRect/>
          </a:stretch>
        </p:blipFill>
        <p:spPr>
          <a:xfrm>
            <a:off x="793800" y="1404000"/>
            <a:ext cx="1666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6" name="文字框 775"/>
          <p:cNvSpPr txBox="1"/>
          <p:nvPr/>
        </p:nvSpPr>
        <p:spPr>
          <a:xfrm>
            <a:off x="1044720" y="809640"/>
            <a:ext cx="8053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中国香港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7" name="文字框 776"/>
          <p:cNvSpPr txBox="1"/>
          <p:nvPr/>
        </p:nvSpPr>
        <p:spPr>
          <a:xfrm>
            <a:off x="1111320" y="1350360"/>
            <a:ext cx="537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监管理念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8" name="文字框 777"/>
          <p:cNvSpPr txBox="1"/>
          <p:nvPr/>
        </p:nvSpPr>
        <p:spPr>
          <a:xfrm>
            <a:off x="1111320" y="1587960"/>
            <a:ext cx="1166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"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9" name="文字框 778"/>
          <p:cNvSpPr txBox="1"/>
          <p:nvPr/>
        </p:nvSpPr>
        <p:spPr>
          <a:xfrm>
            <a:off x="1165320" y="1583640"/>
            <a:ext cx="10569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相同风险、相同监管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0" name="文字框 779"/>
          <p:cNvSpPr txBox="1"/>
          <p:nvPr/>
        </p:nvSpPr>
        <p:spPr>
          <a:xfrm>
            <a:off x="2218320" y="1587960"/>
            <a:ext cx="1166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"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1" name="文字框 780"/>
          <p:cNvSpPr txBox="1"/>
          <p:nvPr/>
        </p:nvSpPr>
        <p:spPr>
          <a:xfrm>
            <a:off x="2271960" y="1583640"/>
            <a:ext cx="1174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原则，建立明确、稳健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2" name="任意多邊形 781"/>
          <p:cNvSpPr/>
          <p:nvPr/>
        </p:nvSpPr>
        <p:spPr>
          <a:xfrm>
            <a:off x="743400" y="2239560"/>
            <a:ext cx="267840" cy="267480"/>
          </a:xfrm>
          <a:custGeom>
            <a:avLst/>
            <a:gdLst/>
            <a:ahLst/>
            <a:cxnLst/>
            <a:rect l="0" t="0" r="r" b="b"/>
            <a:pathLst>
              <a:path w="744" h="743">
                <a:moveTo>
                  <a:pt x="29" y="230"/>
                </a:moveTo>
                <a:cubicBezTo>
                  <a:pt x="48" y="184"/>
                  <a:pt x="74" y="144"/>
                  <a:pt x="109" y="109"/>
                </a:cubicBezTo>
                <a:cubicBezTo>
                  <a:pt x="144" y="74"/>
                  <a:pt x="184" y="47"/>
                  <a:pt x="230" y="28"/>
                </a:cubicBezTo>
                <a:cubicBezTo>
                  <a:pt x="275" y="9"/>
                  <a:pt x="323" y="0"/>
                  <a:pt x="372" y="0"/>
                </a:cubicBezTo>
                <a:cubicBezTo>
                  <a:pt x="421" y="0"/>
                  <a:pt x="469" y="9"/>
                  <a:pt x="514" y="28"/>
                </a:cubicBezTo>
                <a:cubicBezTo>
                  <a:pt x="561" y="47"/>
                  <a:pt x="601" y="74"/>
                  <a:pt x="635" y="109"/>
                </a:cubicBezTo>
                <a:cubicBezTo>
                  <a:pt x="670" y="144"/>
                  <a:pt x="697" y="184"/>
                  <a:pt x="716" y="230"/>
                </a:cubicBezTo>
                <a:cubicBezTo>
                  <a:pt x="735" y="275"/>
                  <a:pt x="744" y="323"/>
                  <a:pt x="744" y="372"/>
                </a:cubicBezTo>
                <a:cubicBezTo>
                  <a:pt x="744" y="421"/>
                  <a:pt x="735" y="469"/>
                  <a:pt x="716" y="514"/>
                </a:cubicBezTo>
                <a:cubicBezTo>
                  <a:pt x="697" y="560"/>
                  <a:pt x="670" y="600"/>
                  <a:pt x="635" y="635"/>
                </a:cubicBezTo>
                <a:cubicBezTo>
                  <a:pt x="601" y="669"/>
                  <a:pt x="561" y="696"/>
                  <a:pt x="514" y="715"/>
                </a:cubicBezTo>
                <a:cubicBezTo>
                  <a:pt x="468" y="734"/>
                  <a:pt x="421" y="743"/>
                  <a:pt x="372" y="743"/>
                </a:cubicBezTo>
                <a:cubicBezTo>
                  <a:pt x="323" y="743"/>
                  <a:pt x="275" y="734"/>
                  <a:pt x="230" y="715"/>
                </a:cubicBezTo>
                <a:cubicBezTo>
                  <a:pt x="184" y="696"/>
                  <a:pt x="144" y="669"/>
                  <a:pt x="109" y="635"/>
                </a:cubicBezTo>
                <a:cubicBezTo>
                  <a:pt x="74" y="600"/>
                  <a:pt x="48" y="560"/>
                  <a:pt x="29" y="514"/>
                </a:cubicBezTo>
                <a:cubicBezTo>
                  <a:pt x="10" y="469"/>
                  <a:pt x="0" y="421"/>
                  <a:pt x="0" y="372"/>
                </a:cubicBezTo>
                <a:cubicBezTo>
                  <a:pt x="0" y="323"/>
                  <a:pt x="10" y="275"/>
                  <a:pt x="29" y="230"/>
                </a:cubicBezTo>
                <a:close/>
              </a:path>
            </a:pathLst>
          </a:custGeom>
          <a:solidFill>
            <a:srgbClr val="4CD137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3" name="任意多邊形 782"/>
          <p:cNvSpPr/>
          <p:nvPr/>
        </p:nvSpPr>
        <p:spPr>
          <a:xfrm>
            <a:off x="743400" y="2239560"/>
            <a:ext cx="267840" cy="267480"/>
          </a:xfrm>
          <a:custGeom>
            <a:avLst/>
            <a:gdLst/>
            <a:ahLst/>
            <a:cxnLst/>
            <a:rect l="0" t="0" r="r" b="b"/>
            <a:pathLst>
              <a:path w="744" h="743">
                <a:moveTo>
                  <a:pt x="0" y="372"/>
                </a:moveTo>
                <a:cubicBezTo>
                  <a:pt x="0" y="323"/>
                  <a:pt x="10" y="275"/>
                  <a:pt x="29" y="230"/>
                </a:cubicBezTo>
                <a:cubicBezTo>
                  <a:pt x="48" y="184"/>
                  <a:pt x="74" y="144"/>
                  <a:pt x="109" y="109"/>
                </a:cubicBezTo>
                <a:cubicBezTo>
                  <a:pt x="144" y="74"/>
                  <a:pt x="184" y="47"/>
                  <a:pt x="230" y="28"/>
                </a:cubicBezTo>
                <a:cubicBezTo>
                  <a:pt x="275" y="9"/>
                  <a:pt x="323" y="0"/>
                  <a:pt x="372" y="0"/>
                </a:cubicBezTo>
                <a:cubicBezTo>
                  <a:pt x="421" y="0"/>
                  <a:pt x="468" y="9"/>
                  <a:pt x="514" y="28"/>
                </a:cubicBezTo>
                <a:cubicBezTo>
                  <a:pt x="561" y="47"/>
                  <a:pt x="601" y="74"/>
                  <a:pt x="635" y="109"/>
                </a:cubicBezTo>
                <a:cubicBezTo>
                  <a:pt x="670" y="144"/>
                  <a:pt x="697" y="184"/>
                  <a:pt x="716" y="230"/>
                </a:cubicBezTo>
                <a:cubicBezTo>
                  <a:pt x="735" y="275"/>
                  <a:pt x="744" y="323"/>
                  <a:pt x="744" y="372"/>
                </a:cubicBezTo>
                <a:cubicBezTo>
                  <a:pt x="744" y="421"/>
                  <a:pt x="735" y="469"/>
                  <a:pt x="716" y="514"/>
                </a:cubicBezTo>
                <a:cubicBezTo>
                  <a:pt x="697" y="560"/>
                  <a:pt x="670" y="600"/>
                  <a:pt x="635" y="635"/>
                </a:cubicBezTo>
                <a:cubicBezTo>
                  <a:pt x="601" y="669"/>
                  <a:pt x="561" y="696"/>
                  <a:pt x="514" y="715"/>
                </a:cubicBezTo>
                <a:cubicBezTo>
                  <a:pt x="468" y="734"/>
                  <a:pt x="421" y="743"/>
                  <a:pt x="372" y="743"/>
                </a:cubicBezTo>
                <a:cubicBezTo>
                  <a:pt x="323" y="743"/>
                  <a:pt x="275" y="734"/>
                  <a:pt x="230" y="715"/>
                </a:cubicBezTo>
                <a:cubicBezTo>
                  <a:pt x="184" y="696"/>
                  <a:pt x="144" y="669"/>
                  <a:pt x="109" y="635"/>
                </a:cubicBezTo>
                <a:cubicBezTo>
                  <a:pt x="74" y="600"/>
                  <a:pt x="48" y="560"/>
                  <a:pt x="29" y="514"/>
                </a:cubicBezTo>
                <a:cubicBezTo>
                  <a:pt x="10" y="469"/>
                  <a:pt x="0" y="421"/>
                  <a:pt x="0" y="372"/>
                </a:cubicBezTo>
                <a:moveTo>
                  <a:pt x="372" y="23"/>
                </a:moveTo>
                <a:cubicBezTo>
                  <a:pt x="349" y="23"/>
                  <a:pt x="326" y="25"/>
                  <a:pt x="304" y="30"/>
                </a:cubicBezTo>
                <a:cubicBezTo>
                  <a:pt x="282" y="34"/>
                  <a:pt x="260" y="41"/>
                  <a:pt x="239" y="49"/>
                </a:cubicBezTo>
                <a:cubicBezTo>
                  <a:pt x="217" y="58"/>
                  <a:pt x="197" y="69"/>
                  <a:pt x="178" y="81"/>
                </a:cubicBezTo>
                <a:cubicBezTo>
                  <a:pt x="159" y="95"/>
                  <a:pt x="142" y="110"/>
                  <a:pt x="126" y="126"/>
                </a:cubicBezTo>
                <a:cubicBezTo>
                  <a:pt x="109" y="142"/>
                  <a:pt x="95" y="160"/>
                  <a:pt x="82" y="179"/>
                </a:cubicBezTo>
                <a:cubicBezTo>
                  <a:pt x="70" y="198"/>
                  <a:pt x="59" y="218"/>
                  <a:pt x="50" y="239"/>
                </a:cubicBezTo>
                <a:cubicBezTo>
                  <a:pt x="41" y="260"/>
                  <a:pt x="35" y="282"/>
                  <a:pt x="30" y="304"/>
                </a:cubicBezTo>
                <a:cubicBezTo>
                  <a:pt x="26" y="327"/>
                  <a:pt x="24" y="349"/>
                  <a:pt x="24" y="372"/>
                </a:cubicBezTo>
                <a:cubicBezTo>
                  <a:pt x="24" y="395"/>
                  <a:pt x="26" y="418"/>
                  <a:pt x="30" y="440"/>
                </a:cubicBezTo>
                <a:cubicBezTo>
                  <a:pt x="35" y="462"/>
                  <a:pt x="41" y="484"/>
                  <a:pt x="50" y="505"/>
                </a:cubicBezTo>
                <a:cubicBezTo>
                  <a:pt x="59" y="526"/>
                  <a:pt x="70" y="546"/>
                  <a:pt x="82" y="565"/>
                </a:cubicBezTo>
                <a:cubicBezTo>
                  <a:pt x="95" y="584"/>
                  <a:pt x="109" y="602"/>
                  <a:pt x="126" y="618"/>
                </a:cubicBezTo>
                <a:cubicBezTo>
                  <a:pt x="142" y="634"/>
                  <a:pt x="159" y="649"/>
                  <a:pt x="178" y="662"/>
                </a:cubicBezTo>
                <a:cubicBezTo>
                  <a:pt x="197" y="674"/>
                  <a:pt x="217" y="685"/>
                  <a:pt x="239" y="694"/>
                </a:cubicBezTo>
                <a:cubicBezTo>
                  <a:pt x="260" y="702"/>
                  <a:pt x="282" y="709"/>
                  <a:pt x="304" y="714"/>
                </a:cubicBezTo>
                <a:cubicBezTo>
                  <a:pt x="326" y="718"/>
                  <a:pt x="349" y="720"/>
                  <a:pt x="372" y="720"/>
                </a:cubicBezTo>
                <a:cubicBezTo>
                  <a:pt x="395" y="720"/>
                  <a:pt x="417" y="718"/>
                  <a:pt x="440" y="714"/>
                </a:cubicBezTo>
                <a:cubicBezTo>
                  <a:pt x="462" y="709"/>
                  <a:pt x="484" y="702"/>
                  <a:pt x="505" y="694"/>
                </a:cubicBezTo>
                <a:cubicBezTo>
                  <a:pt x="526" y="685"/>
                  <a:pt x="547" y="674"/>
                  <a:pt x="566" y="662"/>
                </a:cubicBezTo>
                <a:cubicBezTo>
                  <a:pt x="585" y="649"/>
                  <a:pt x="603" y="634"/>
                  <a:pt x="619" y="618"/>
                </a:cubicBezTo>
                <a:cubicBezTo>
                  <a:pt x="635" y="602"/>
                  <a:pt x="650" y="584"/>
                  <a:pt x="662" y="565"/>
                </a:cubicBezTo>
                <a:cubicBezTo>
                  <a:pt x="675" y="546"/>
                  <a:pt x="686" y="526"/>
                  <a:pt x="695" y="505"/>
                </a:cubicBezTo>
                <a:cubicBezTo>
                  <a:pt x="703" y="484"/>
                  <a:pt x="710" y="462"/>
                  <a:pt x="714" y="440"/>
                </a:cubicBezTo>
                <a:cubicBezTo>
                  <a:pt x="719" y="418"/>
                  <a:pt x="721" y="395"/>
                  <a:pt x="721" y="372"/>
                </a:cubicBezTo>
                <a:cubicBezTo>
                  <a:pt x="721" y="349"/>
                  <a:pt x="719" y="327"/>
                  <a:pt x="714" y="304"/>
                </a:cubicBezTo>
                <a:cubicBezTo>
                  <a:pt x="710" y="282"/>
                  <a:pt x="703" y="260"/>
                  <a:pt x="695" y="239"/>
                </a:cubicBezTo>
                <a:cubicBezTo>
                  <a:pt x="686" y="218"/>
                  <a:pt x="675" y="198"/>
                  <a:pt x="662" y="179"/>
                </a:cubicBezTo>
                <a:cubicBezTo>
                  <a:pt x="650" y="160"/>
                  <a:pt x="635" y="142"/>
                  <a:pt x="619" y="126"/>
                </a:cubicBezTo>
                <a:cubicBezTo>
                  <a:pt x="603" y="110"/>
                  <a:pt x="585" y="95"/>
                  <a:pt x="566" y="81"/>
                </a:cubicBezTo>
                <a:cubicBezTo>
                  <a:pt x="547" y="69"/>
                  <a:pt x="526" y="58"/>
                  <a:pt x="505" y="49"/>
                </a:cubicBezTo>
                <a:cubicBezTo>
                  <a:pt x="484" y="41"/>
                  <a:pt x="462" y="34"/>
                  <a:pt x="440" y="30"/>
                </a:cubicBezTo>
                <a:cubicBezTo>
                  <a:pt x="417" y="25"/>
                  <a:pt x="395" y="23"/>
                  <a:pt x="372" y="23"/>
                </a:cubicBezTo>
                <a:close/>
              </a:path>
            </a:pathLst>
          </a:custGeom>
          <a:solidFill>
            <a:srgbClr val="4CD137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784" name="圖片 783"/>
          <p:cNvPicPr/>
          <p:nvPr/>
        </p:nvPicPr>
        <p:blipFill>
          <a:blip r:embed="rId4"/>
          <a:stretch>
            <a:fillRect/>
          </a:stretch>
        </p:blipFill>
        <p:spPr>
          <a:xfrm>
            <a:off x="802080" y="2306520"/>
            <a:ext cx="15012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5" name="文字框 784"/>
          <p:cNvSpPr txBox="1"/>
          <p:nvPr/>
        </p:nvSpPr>
        <p:spPr>
          <a:xfrm>
            <a:off x="1111320" y="1751040"/>
            <a:ext cx="1291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且有利于创新的监管环境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6" name="文字框 785"/>
          <p:cNvSpPr txBox="1"/>
          <p:nvPr/>
        </p:nvSpPr>
        <p:spPr>
          <a:xfrm>
            <a:off x="1111320" y="2252880"/>
            <a:ext cx="537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监管主体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7" name="文字框 786"/>
          <p:cNvSpPr txBox="1"/>
          <p:nvPr/>
        </p:nvSpPr>
        <p:spPr>
          <a:xfrm>
            <a:off x="1111320" y="2486160"/>
            <a:ext cx="9396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香港金融管理局（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8" name="文字框 787"/>
          <p:cNvSpPr txBox="1"/>
          <p:nvPr/>
        </p:nvSpPr>
        <p:spPr>
          <a:xfrm>
            <a:off x="2047320" y="2490480"/>
            <a:ext cx="3474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HKMA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9" name="文字框 788"/>
          <p:cNvSpPr txBox="1"/>
          <p:nvPr/>
        </p:nvSpPr>
        <p:spPr>
          <a:xfrm>
            <a:off x="2392920" y="2486160"/>
            <a:ext cx="10569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）和财经事务及库务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0" name="文字框 789"/>
          <p:cNvSpPr txBox="1"/>
          <p:nvPr/>
        </p:nvSpPr>
        <p:spPr>
          <a:xfrm>
            <a:off x="1111320" y="2653560"/>
            <a:ext cx="2354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局（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1" name="文字框 790"/>
          <p:cNvSpPr txBox="1"/>
          <p:nvPr/>
        </p:nvSpPr>
        <p:spPr>
          <a:xfrm>
            <a:off x="1345320" y="2657520"/>
            <a:ext cx="2948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FSTB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2" name="任意多邊形 791"/>
          <p:cNvSpPr/>
          <p:nvPr/>
        </p:nvSpPr>
        <p:spPr>
          <a:xfrm>
            <a:off x="743400" y="3142080"/>
            <a:ext cx="267840" cy="267480"/>
          </a:xfrm>
          <a:custGeom>
            <a:avLst/>
            <a:gdLst/>
            <a:ahLst/>
            <a:cxnLst/>
            <a:rect l="0" t="0" r="r" b="b"/>
            <a:pathLst>
              <a:path w="744" h="743">
                <a:moveTo>
                  <a:pt x="29" y="229"/>
                </a:moveTo>
                <a:cubicBezTo>
                  <a:pt x="48" y="183"/>
                  <a:pt x="74" y="143"/>
                  <a:pt x="109" y="108"/>
                </a:cubicBezTo>
                <a:cubicBezTo>
                  <a:pt x="144" y="74"/>
                  <a:pt x="184" y="47"/>
                  <a:pt x="230" y="28"/>
                </a:cubicBezTo>
                <a:cubicBezTo>
                  <a:pt x="275" y="9"/>
                  <a:pt x="323" y="0"/>
                  <a:pt x="372" y="0"/>
                </a:cubicBezTo>
                <a:cubicBezTo>
                  <a:pt x="421" y="0"/>
                  <a:pt x="468" y="9"/>
                  <a:pt x="514" y="28"/>
                </a:cubicBezTo>
                <a:cubicBezTo>
                  <a:pt x="561" y="47"/>
                  <a:pt x="601" y="74"/>
                  <a:pt x="635" y="108"/>
                </a:cubicBezTo>
                <a:cubicBezTo>
                  <a:pt x="670" y="143"/>
                  <a:pt x="697" y="183"/>
                  <a:pt x="716" y="229"/>
                </a:cubicBezTo>
                <a:cubicBezTo>
                  <a:pt x="735" y="274"/>
                  <a:pt x="744" y="322"/>
                  <a:pt x="744" y="371"/>
                </a:cubicBezTo>
                <a:cubicBezTo>
                  <a:pt x="744" y="420"/>
                  <a:pt x="735" y="468"/>
                  <a:pt x="716" y="513"/>
                </a:cubicBezTo>
                <a:cubicBezTo>
                  <a:pt x="697" y="560"/>
                  <a:pt x="670" y="600"/>
                  <a:pt x="635" y="635"/>
                </a:cubicBezTo>
                <a:cubicBezTo>
                  <a:pt x="601" y="669"/>
                  <a:pt x="561" y="696"/>
                  <a:pt x="514" y="715"/>
                </a:cubicBezTo>
                <a:cubicBezTo>
                  <a:pt x="469" y="734"/>
                  <a:pt x="421" y="743"/>
                  <a:pt x="372" y="743"/>
                </a:cubicBezTo>
                <a:cubicBezTo>
                  <a:pt x="323" y="743"/>
                  <a:pt x="275" y="734"/>
                  <a:pt x="230" y="715"/>
                </a:cubicBezTo>
                <a:cubicBezTo>
                  <a:pt x="184" y="696"/>
                  <a:pt x="144" y="669"/>
                  <a:pt x="109" y="635"/>
                </a:cubicBezTo>
                <a:cubicBezTo>
                  <a:pt x="74" y="600"/>
                  <a:pt x="48" y="560"/>
                  <a:pt x="29" y="513"/>
                </a:cubicBezTo>
                <a:cubicBezTo>
                  <a:pt x="10" y="468"/>
                  <a:pt x="0" y="420"/>
                  <a:pt x="0" y="371"/>
                </a:cubicBezTo>
                <a:cubicBezTo>
                  <a:pt x="0" y="322"/>
                  <a:pt x="10" y="274"/>
                  <a:pt x="29" y="229"/>
                </a:cubicBezTo>
                <a:close/>
              </a:path>
            </a:pathLst>
          </a:custGeom>
          <a:solidFill>
            <a:srgbClr val="4CD137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3" name="任意多邊形 792"/>
          <p:cNvSpPr/>
          <p:nvPr/>
        </p:nvSpPr>
        <p:spPr>
          <a:xfrm>
            <a:off x="743400" y="3142080"/>
            <a:ext cx="267840" cy="267480"/>
          </a:xfrm>
          <a:custGeom>
            <a:avLst/>
            <a:gdLst/>
            <a:ahLst/>
            <a:cxnLst/>
            <a:rect l="0" t="0" r="r" b="b"/>
            <a:pathLst>
              <a:path w="744" h="743">
                <a:moveTo>
                  <a:pt x="0" y="371"/>
                </a:moveTo>
                <a:cubicBezTo>
                  <a:pt x="0" y="322"/>
                  <a:pt x="10" y="274"/>
                  <a:pt x="29" y="229"/>
                </a:cubicBezTo>
                <a:cubicBezTo>
                  <a:pt x="48" y="183"/>
                  <a:pt x="74" y="143"/>
                  <a:pt x="109" y="108"/>
                </a:cubicBezTo>
                <a:cubicBezTo>
                  <a:pt x="144" y="74"/>
                  <a:pt x="184" y="47"/>
                  <a:pt x="230" y="28"/>
                </a:cubicBezTo>
                <a:cubicBezTo>
                  <a:pt x="275" y="9"/>
                  <a:pt x="323" y="0"/>
                  <a:pt x="372" y="0"/>
                </a:cubicBezTo>
                <a:cubicBezTo>
                  <a:pt x="421" y="0"/>
                  <a:pt x="468" y="9"/>
                  <a:pt x="514" y="28"/>
                </a:cubicBezTo>
                <a:cubicBezTo>
                  <a:pt x="561" y="47"/>
                  <a:pt x="601" y="74"/>
                  <a:pt x="635" y="108"/>
                </a:cubicBezTo>
                <a:cubicBezTo>
                  <a:pt x="670" y="143"/>
                  <a:pt x="697" y="183"/>
                  <a:pt x="716" y="229"/>
                </a:cubicBezTo>
                <a:cubicBezTo>
                  <a:pt x="735" y="274"/>
                  <a:pt x="744" y="322"/>
                  <a:pt x="744" y="371"/>
                </a:cubicBezTo>
                <a:cubicBezTo>
                  <a:pt x="744" y="420"/>
                  <a:pt x="735" y="468"/>
                  <a:pt x="716" y="513"/>
                </a:cubicBezTo>
                <a:cubicBezTo>
                  <a:pt x="697" y="560"/>
                  <a:pt x="670" y="600"/>
                  <a:pt x="635" y="635"/>
                </a:cubicBezTo>
                <a:cubicBezTo>
                  <a:pt x="601" y="669"/>
                  <a:pt x="561" y="696"/>
                  <a:pt x="514" y="715"/>
                </a:cubicBezTo>
                <a:cubicBezTo>
                  <a:pt x="468" y="734"/>
                  <a:pt x="421" y="743"/>
                  <a:pt x="372" y="743"/>
                </a:cubicBezTo>
                <a:cubicBezTo>
                  <a:pt x="323" y="743"/>
                  <a:pt x="275" y="734"/>
                  <a:pt x="230" y="715"/>
                </a:cubicBezTo>
                <a:cubicBezTo>
                  <a:pt x="184" y="696"/>
                  <a:pt x="144" y="669"/>
                  <a:pt x="109" y="635"/>
                </a:cubicBezTo>
                <a:cubicBezTo>
                  <a:pt x="74" y="600"/>
                  <a:pt x="48" y="560"/>
                  <a:pt x="29" y="513"/>
                </a:cubicBezTo>
                <a:cubicBezTo>
                  <a:pt x="10" y="468"/>
                  <a:pt x="0" y="420"/>
                  <a:pt x="0" y="371"/>
                </a:cubicBezTo>
                <a:moveTo>
                  <a:pt x="372" y="23"/>
                </a:moveTo>
                <a:cubicBezTo>
                  <a:pt x="349" y="23"/>
                  <a:pt x="326" y="25"/>
                  <a:pt x="304" y="30"/>
                </a:cubicBezTo>
                <a:cubicBezTo>
                  <a:pt x="282" y="34"/>
                  <a:pt x="260" y="41"/>
                  <a:pt x="239" y="49"/>
                </a:cubicBezTo>
                <a:cubicBezTo>
                  <a:pt x="217" y="58"/>
                  <a:pt x="197" y="69"/>
                  <a:pt x="178" y="82"/>
                </a:cubicBezTo>
                <a:cubicBezTo>
                  <a:pt x="159" y="94"/>
                  <a:pt x="142" y="109"/>
                  <a:pt x="126" y="125"/>
                </a:cubicBezTo>
                <a:cubicBezTo>
                  <a:pt x="109" y="141"/>
                  <a:pt x="95" y="159"/>
                  <a:pt x="82" y="178"/>
                </a:cubicBezTo>
                <a:cubicBezTo>
                  <a:pt x="70" y="197"/>
                  <a:pt x="59" y="217"/>
                  <a:pt x="50" y="238"/>
                </a:cubicBezTo>
                <a:cubicBezTo>
                  <a:pt x="41" y="259"/>
                  <a:pt x="35" y="281"/>
                  <a:pt x="30" y="303"/>
                </a:cubicBezTo>
                <a:cubicBezTo>
                  <a:pt x="26" y="326"/>
                  <a:pt x="24" y="348"/>
                  <a:pt x="24" y="371"/>
                </a:cubicBezTo>
                <a:cubicBezTo>
                  <a:pt x="24" y="394"/>
                  <a:pt x="26" y="417"/>
                  <a:pt x="30" y="439"/>
                </a:cubicBezTo>
                <a:cubicBezTo>
                  <a:pt x="35" y="461"/>
                  <a:pt x="41" y="483"/>
                  <a:pt x="50" y="504"/>
                </a:cubicBezTo>
                <a:cubicBezTo>
                  <a:pt x="59" y="525"/>
                  <a:pt x="70" y="545"/>
                  <a:pt x="82" y="565"/>
                </a:cubicBezTo>
                <a:cubicBezTo>
                  <a:pt x="95" y="584"/>
                  <a:pt x="109" y="602"/>
                  <a:pt x="126" y="618"/>
                </a:cubicBezTo>
                <a:cubicBezTo>
                  <a:pt x="142" y="634"/>
                  <a:pt x="159" y="649"/>
                  <a:pt x="178" y="662"/>
                </a:cubicBezTo>
                <a:cubicBezTo>
                  <a:pt x="197" y="674"/>
                  <a:pt x="217" y="685"/>
                  <a:pt x="239" y="694"/>
                </a:cubicBezTo>
                <a:cubicBezTo>
                  <a:pt x="260" y="702"/>
                  <a:pt x="282" y="709"/>
                  <a:pt x="304" y="714"/>
                </a:cubicBezTo>
                <a:cubicBezTo>
                  <a:pt x="326" y="718"/>
                  <a:pt x="349" y="720"/>
                  <a:pt x="372" y="720"/>
                </a:cubicBezTo>
                <a:cubicBezTo>
                  <a:pt x="395" y="720"/>
                  <a:pt x="417" y="718"/>
                  <a:pt x="440" y="714"/>
                </a:cubicBezTo>
                <a:cubicBezTo>
                  <a:pt x="462" y="709"/>
                  <a:pt x="484" y="702"/>
                  <a:pt x="505" y="694"/>
                </a:cubicBezTo>
                <a:cubicBezTo>
                  <a:pt x="526" y="685"/>
                  <a:pt x="547" y="674"/>
                  <a:pt x="566" y="662"/>
                </a:cubicBezTo>
                <a:cubicBezTo>
                  <a:pt x="585" y="649"/>
                  <a:pt x="603" y="634"/>
                  <a:pt x="619" y="618"/>
                </a:cubicBezTo>
                <a:cubicBezTo>
                  <a:pt x="635" y="602"/>
                  <a:pt x="650" y="584"/>
                  <a:pt x="662" y="565"/>
                </a:cubicBezTo>
                <a:cubicBezTo>
                  <a:pt x="675" y="545"/>
                  <a:pt x="686" y="525"/>
                  <a:pt x="695" y="504"/>
                </a:cubicBezTo>
                <a:cubicBezTo>
                  <a:pt x="703" y="483"/>
                  <a:pt x="710" y="461"/>
                  <a:pt x="714" y="439"/>
                </a:cubicBezTo>
                <a:cubicBezTo>
                  <a:pt x="719" y="417"/>
                  <a:pt x="721" y="394"/>
                  <a:pt x="721" y="371"/>
                </a:cubicBezTo>
                <a:cubicBezTo>
                  <a:pt x="721" y="348"/>
                  <a:pt x="719" y="326"/>
                  <a:pt x="714" y="303"/>
                </a:cubicBezTo>
                <a:cubicBezTo>
                  <a:pt x="710" y="281"/>
                  <a:pt x="703" y="259"/>
                  <a:pt x="695" y="238"/>
                </a:cubicBezTo>
                <a:cubicBezTo>
                  <a:pt x="686" y="217"/>
                  <a:pt x="675" y="197"/>
                  <a:pt x="662" y="178"/>
                </a:cubicBezTo>
                <a:cubicBezTo>
                  <a:pt x="650" y="159"/>
                  <a:pt x="635" y="141"/>
                  <a:pt x="619" y="125"/>
                </a:cubicBezTo>
                <a:cubicBezTo>
                  <a:pt x="603" y="109"/>
                  <a:pt x="585" y="94"/>
                  <a:pt x="566" y="82"/>
                </a:cubicBezTo>
                <a:cubicBezTo>
                  <a:pt x="547" y="69"/>
                  <a:pt x="526" y="58"/>
                  <a:pt x="505" y="49"/>
                </a:cubicBezTo>
                <a:cubicBezTo>
                  <a:pt x="484" y="41"/>
                  <a:pt x="462" y="34"/>
                  <a:pt x="440" y="30"/>
                </a:cubicBezTo>
                <a:cubicBezTo>
                  <a:pt x="417" y="25"/>
                  <a:pt x="395" y="23"/>
                  <a:pt x="372" y="23"/>
                </a:cubicBezTo>
                <a:close/>
              </a:path>
            </a:pathLst>
          </a:custGeom>
          <a:solidFill>
            <a:srgbClr val="4CD137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794" name="圖片 793"/>
          <p:cNvPicPr/>
          <p:nvPr/>
        </p:nvPicPr>
        <p:blipFill>
          <a:blip r:embed="rId5"/>
          <a:stretch>
            <a:fillRect/>
          </a:stretch>
        </p:blipFill>
        <p:spPr>
          <a:xfrm>
            <a:off x="810720" y="320904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5" name="文字框 794"/>
          <p:cNvSpPr txBox="1"/>
          <p:nvPr/>
        </p:nvSpPr>
        <p:spPr>
          <a:xfrm>
            <a:off x="1636560" y="2653560"/>
            <a:ext cx="5875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）联合监管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6" name="任意多邊形 795"/>
          <p:cNvSpPr/>
          <p:nvPr/>
        </p:nvSpPr>
        <p:spPr>
          <a:xfrm>
            <a:off x="1119600" y="3450960"/>
            <a:ext cx="33840" cy="33840"/>
          </a:xfrm>
          <a:custGeom>
            <a:avLst/>
            <a:gdLst/>
            <a:ahLst/>
            <a:cxnLst/>
            <a:rect l="0" t="0" r="r" b="b"/>
            <a:pathLst>
              <a:path w="94" h="94">
                <a:moveTo>
                  <a:pt x="94" y="48"/>
                </a:moveTo>
                <a:cubicBezTo>
                  <a:pt x="94" y="54"/>
                  <a:pt x="93" y="60"/>
                  <a:pt x="90" y="66"/>
                </a:cubicBezTo>
                <a:cubicBezTo>
                  <a:pt x="88" y="71"/>
                  <a:pt x="85" y="76"/>
                  <a:pt x="80" y="81"/>
                </a:cubicBezTo>
                <a:cubicBezTo>
                  <a:pt x="76" y="85"/>
                  <a:pt x="71" y="88"/>
                  <a:pt x="65" y="91"/>
                </a:cubicBezTo>
                <a:cubicBezTo>
                  <a:pt x="59" y="93"/>
                  <a:pt x="53" y="94"/>
                  <a:pt x="46" y="94"/>
                </a:cubicBezTo>
                <a:cubicBezTo>
                  <a:pt x="40" y="94"/>
                  <a:pt x="34" y="93"/>
                  <a:pt x="29" y="91"/>
                </a:cubicBezTo>
                <a:cubicBezTo>
                  <a:pt x="23" y="88"/>
                  <a:pt x="18" y="85"/>
                  <a:pt x="14" y="81"/>
                </a:cubicBezTo>
                <a:cubicBezTo>
                  <a:pt x="9" y="76"/>
                  <a:pt x="6" y="71"/>
                  <a:pt x="4" y="66"/>
                </a:cubicBezTo>
                <a:cubicBezTo>
                  <a:pt x="1" y="60"/>
                  <a:pt x="0" y="54"/>
                  <a:pt x="0" y="48"/>
                </a:cubicBezTo>
                <a:cubicBezTo>
                  <a:pt x="0" y="42"/>
                  <a:pt x="1" y="36"/>
                  <a:pt x="4" y="30"/>
                </a:cubicBezTo>
                <a:cubicBezTo>
                  <a:pt x="6" y="23"/>
                  <a:pt x="9" y="18"/>
                  <a:pt x="14" y="14"/>
                </a:cubicBezTo>
                <a:cubicBezTo>
                  <a:pt x="18" y="10"/>
                  <a:pt x="23" y="6"/>
                  <a:pt x="29" y="4"/>
                </a:cubicBezTo>
                <a:cubicBezTo>
                  <a:pt x="34" y="2"/>
                  <a:pt x="40" y="0"/>
                  <a:pt x="46" y="0"/>
                </a:cubicBezTo>
                <a:cubicBezTo>
                  <a:pt x="53" y="0"/>
                  <a:pt x="59" y="2"/>
                  <a:pt x="65" y="4"/>
                </a:cubicBezTo>
                <a:cubicBezTo>
                  <a:pt x="71" y="6"/>
                  <a:pt x="76" y="10"/>
                  <a:pt x="80" y="14"/>
                </a:cubicBezTo>
                <a:cubicBezTo>
                  <a:pt x="85" y="18"/>
                  <a:pt x="88" y="23"/>
                  <a:pt x="90" y="30"/>
                </a:cubicBezTo>
                <a:cubicBezTo>
                  <a:pt x="93" y="36"/>
                  <a:pt x="94" y="42"/>
                  <a:pt x="94" y="48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7" name="文字框 796"/>
          <p:cNvSpPr txBox="1"/>
          <p:nvPr/>
        </p:nvSpPr>
        <p:spPr>
          <a:xfrm>
            <a:off x="1111320" y="3155400"/>
            <a:ext cx="537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监管重点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8" name="任意多邊形 797"/>
          <p:cNvSpPr/>
          <p:nvPr/>
        </p:nvSpPr>
        <p:spPr>
          <a:xfrm>
            <a:off x="1119600" y="3651840"/>
            <a:ext cx="33840" cy="33480"/>
          </a:xfrm>
          <a:custGeom>
            <a:avLst/>
            <a:gdLst/>
            <a:ahLst/>
            <a:cxnLst/>
            <a:rect l="0" t="0" r="r" b="b"/>
            <a:pathLst>
              <a:path w="94" h="93">
                <a:moveTo>
                  <a:pt x="94" y="47"/>
                </a:moveTo>
                <a:cubicBezTo>
                  <a:pt x="94" y="53"/>
                  <a:pt x="93" y="59"/>
                  <a:pt x="90" y="65"/>
                </a:cubicBezTo>
                <a:cubicBezTo>
                  <a:pt x="88" y="70"/>
                  <a:pt x="85" y="76"/>
                  <a:pt x="80" y="80"/>
                </a:cubicBezTo>
                <a:cubicBezTo>
                  <a:pt x="76" y="84"/>
                  <a:pt x="71" y="88"/>
                  <a:pt x="65" y="90"/>
                </a:cubicBezTo>
                <a:cubicBezTo>
                  <a:pt x="59" y="92"/>
                  <a:pt x="53" y="93"/>
                  <a:pt x="46" y="93"/>
                </a:cubicBezTo>
                <a:cubicBezTo>
                  <a:pt x="40" y="93"/>
                  <a:pt x="34" y="92"/>
                  <a:pt x="29" y="90"/>
                </a:cubicBezTo>
                <a:cubicBezTo>
                  <a:pt x="23" y="88"/>
                  <a:pt x="18" y="84"/>
                  <a:pt x="14" y="80"/>
                </a:cubicBezTo>
                <a:cubicBezTo>
                  <a:pt x="9" y="76"/>
                  <a:pt x="6" y="70"/>
                  <a:pt x="4" y="65"/>
                </a:cubicBezTo>
                <a:cubicBezTo>
                  <a:pt x="1" y="59"/>
                  <a:pt x="0" y="53"/>
                  <a:pt x="0" y="47"/>
                </a:cubicBezTo>
                <a:cubicBezTo>
                  <a:pt x="0" y="41"/>
                  <a:pt x="1" y="35"/>
                  <a:pt x="4" y="29"/>
                </a:cubicBezTo>
                <a:cubicBezTo>
                  <a:pt x="6" y="24"/>
                  <a:pt x="9" y="18"/>
                  <a:pt x="14" y="13"/>
                </a:cubicBezTo>
                <a:cubicBezTo>
                  <a:pt x="18" y="9"/>
                  <a:pt x="23" y="5"/>
                  <a:pt x="29" y="3"/>
                </a:cubicBezTo>
                <a:cubicBezTo>
                  <a:pt x="34" y="1"/>
                  <a:pt x="40" y="0"/>
                  <a:pt x="46" y="0"/>
                </a:cubicBezTo>
                <a:cubicBezTo>
                  <a:pt x="53" y="0"/>
                  <a:pt x="59" y="1"/>
                  <a:pt x="65" y="3"/>
                </a:cubicBezTo>
                <a:cubicBezTo>
                  <a:pt x="71" y="5"/>
                  <a:pt x="76" y="9"/>
                  <a:pt x="80" y="13"/>
                </a:cubicBezTo>
                <a:cubicBezTo>
                  <a:pt x="85" y="18"/>
                  <a:pt x="88" y="24"/>
                  <a:pt x="90" y="29"/>
                </a:cubicBezTo>
                <a:cubicBezTo>
                  <a:pt x="93" y="35"/>
                  <a:pt x="94" y="41"/>
                  <a:pt x="94" y="4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9" name="文字框 798"/>
          <p:cNvSpPr txBox="1"/>
          <p:nvPr/>
        </p:nvSpPr>
        <p:spPr>
          <a:xfrm>
            <a:off x="1245240" y="3388680"/>
            <a:ext cx="7048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牌照制度管理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0" name="文字框 799"/>
          <p:cNvSpPr txBox="1"/>
          <p:nvPr/>
        </p:nvSpPr>
        <p:spPr>
          <a:xfrm>
            <a:off x="1245240" y="3593520"/>
            <a:ext cx="3362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100%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1" name="任意多邊形 800"/>
          <p:cNvSpPr/>
          <p:nvPr/>
        </p:nvSpPr>
        <p:spPr>
          <a:xfrm>
            <a:off x="1119600" y="3852360"/>
            <a:ext cx="33840" cy="33840"/>
          </a:xfrm>
          <a:custGeom>
            <a:avLst/>
            <a:gdLst/>
            <a:ahLst/>
            <a:cxnLst/>
            <a:rect l="0" t="0" r="r" b="b"/>
            <a:pathLst>
              <a:path w="94" h="94">
                <a:moveTo>
                  <a:pt x="94" y="47"/>
                </a:moveTo>
                <a:cubicBezTo>
                  <a:pt x="94" y="53"/>
                  <a:pt x="93" y="59"/>
                  <a:pt x="90" y="65"/>
                </a:cubicBezTo>
                <a:cubicBezTo>
                  <a:pt x="88" y="71"/>
                  <a:pt x="85" y="76"/>
                  <a:pt x="80" y="80"/>
                </a:cubicBezTo>
                <a:cubicBezTo>
                  <a:pt x="76" y="84"/>
                  <a:pt x="71" y="88"/>
                  <a:pt x="65" y="90"/>
                </a:cubicBezTo>
                <a:cubicBezTo>
                  <a:pt x="59" y="92"/>
                  <a:pt x="53" y="94"/>
                  <a:pt x="46" y="94"/>
                </a:cubicBezTo>
                <a:cubicBezTo>
                  <a:pt x="40" y="94"/>
                  <a:pt x="34" y="92"/>
                  <a:pt x="29" y="90"/>
                </a:cubicBezTo>
                <a:cubicBezTo>
                  <a:pt x="23" y="88"/>
                  <a:pt x="18" y="84"/>
                  <a:pt x="14" y="80"/>
                </a:cubicBezTo>
                <a:cubicBezTo>
                  <a:pt x="9" y="76"/>
                  <a:pt x="6" y="71"/>
                  <a:pt x="4" y="65"/>
                </a:cubicBezTo>
                <a:cubicBezTo>
                  <a:pt x="1" y="59"/>
                  <a:pt x="0" y="53"/>
                  <a:pt x="0" y="47"/>
                </a:cubicBezTo>
                <a:cubicBezTo>
                  <a:pt x="0" y="41"/>
                  <a:pt x="1" y="35"/>
                  <a:pt x="4" y="29"/>
                </a:cubicBezTo>
                <a:cubicBezTo>
                  <a:pt x="6" y="24"/>
                  <a:pt x="9" y="19"/>
                  <a:pt x="14" y="13"/>
                </a:cubicBezTo>
                <a:cubicBezTo>
                  <a:pt x="18" y="9"/>
                  <a:pt x="23" y="6"/>
                  <a:pt x="29" y="3"/>
                </a:cubicBezTo>
                <a:cubicBezTo>
                  <a:pt x="34" y="1"/>
                  <a:pt x="40" y="0"/>
                  <a:pt x="46" y="0"/>
                </a:cubicBezTo>
                <a:cubicBezTo>
                  <a:pt x="53" y="0"/>
                  <a:pt x="59" y="1"/>
                  <a:pt x="65" y="3"/>
                </a:cubicBezTo>
                <a:cubicBezTo>
                  <a:pt x="71" y="6"/>
                  <a:pt x="76" y="9"/>
                  <a:pt x="80" y="13"/>
                </a:cubicBezTo>
                <a:cubicBezTo>
                  <a:pt x="85" y="19"/>
                  <a:pt x="88" y="24"/>
                  <a:pt x="90" y="29"/>
                </a:cubicBezTo>
                <a:cubicBezTo>
                  <a:pt x="93" y="35"/>
                  <a:pt x="94" y="41"/>
                  <a:pt x="94" y="4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2" name="文字框 801"/>
          <p:cNvSpPr txBox="1"/>
          <p:nvPr/>
        </p:nvSpPr>
        <p:spPr>
          <a:xfrm>
            <a:off x="1579680" y="3589200"/>
            <a:ext cx="9396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储备资产支持要求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3" name="文字框 802"/>
          <p:cNvSpPr txBox="1"/>
          <p:nvPr/>
        </p:nvSpPr>
        <p:spPr>
          <a:xfrm>
            <a:off x="1245240" y="3790080"/>
            <a:ext cx="4701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反洗钱（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4" name="文字框 803"/>
          <p:cNvSpPr txBox="1"/>
          <p:nvPr/>
        </p:nvSpPr>
        <p:spPr>
          <a:xfrm>
            <a:off x="1713240" y="3794040"/>
            <a:ext cx="2476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AML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5" name="文字框 804"/>
          <p:cNvSpPr txBox="1"/>
          <p:nvPr/>
        </p:nvSpPr>
        <p:spPr>
          <a:xfrm>
            <a:off x="1959120" y="3790080"/>
            <a:ext cx="1174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）和反恐怖主义融资（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6" name="文字框 805"/>
          <p:cNvSpPr txBox="1"/>
          <p:nvPr/>
        </p:nvSpPr>
        <p:spPr>
          <a:xfrm>
            <a:off x="3129120" y="3794040"/>
            <a:ext cx="2217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CFT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7" name="文字框 806"/>
          <p:cNvSpPr txBox="1"/>
          <p:nvPr/>
        </p:nvSpPr>
        <p:spPr>
          <a:xfrm>
            <a:off x="3347640" y="3790080"/>
            <a:ext cx="1180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）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8" name="任意多邊形 807"/>
          <p:cNvSpPr/>
          <p:nvPr/>
        </p:nvSpPr>
        <p:spPr>
          <a:xfrm>
            <a:off x="1119600" y="4219920"/>
            <a:ext cx="33840" cy="33840"/>
          </a:xfrm>
          <a:custGeom>
            <a:avLst/>
            <a:gdLst/>
            <a:ahLst/>
            <a:cxnLst/>
            <a:rect l="0" t="0" r="r" b="b"/>
            <a:pathLst>
              <a:path w="94" h="94">
                <a:moveTo>
                  <a:pt x="94" y="48"/>
                </a:moveTo>
                <a:cubicBezTo>
                  <a:pt x="94" y="54"/>
                  <a:pt x="93" y="60"/>
                  <a:pt x="90" y="65"/>
                </a:cubicBezTo>
                <a:cubicBezTo>
                  <a:pt x="88" y="71"/>
                  <a:pt x="85" y="76"/>
                  <a:pt x="80" y="80"/>
                </a:cubicBezTo>
                <a:cubicBezTo>
                  <a:pt x="76" y="85"/>
                  <a:pt x="71" y="88"/>
                  <a:pt x="65" y="90"/>
                </a:cubicBezTo>
                <a:cubicBezTo>
                  <a:pt x="59" y="93"/>
                  <a:pt x="53" y="94"/>
                  <a:pt x="46" y="94"/>
                </a:cubicBezTo>
                <a:cubicBezTo>
                  <a:pt x="40" y="94"/>
                  <a:pt x="34" y="93"/>
                  <a:pt x="29" y="90"/>
                </a:cubicBezTo>
                <a:cubicBezTo>
                  <a:pt x="23" y="88"/>
                  <a:pt x="18" y="85"/>
                  <a:pt x="14" y="80"/>
                </a:cubicBezTo>
                <a:cubicBezTo>
                  <a:pt x="9" y="76"/>
                  <a:pt x="6" y="71"/>
                  <a:pt x="4" y="65"/>
                </a:cubicBezTo>
                <a:cubicBezTo>
                  <a:pt x="1" y="60"/>
                  <a:pt x="0" y="54"/>
                  <a:pt x="0" y="48"/>
                </a:cubicBezTo>
                <a:cubicBezTo>
                  <a:pt x="0" y="41"/>
                  <a:pt x="1" y="35"/>
                  <a:pt x="4" y="30"/>
                </a:cubicBezTo>
                <a:cubicBezTo>
                  <a:pt x="6" y="24"/>
                  <a:pt x="9" y="19"/>
                  <a:pt x="14" y="15"/>
                </a:cubicBezTo>
                <a:cubicBezTo>
                  <a:pt x="18" y="10"/>
                  <a:pt x="23" y="6"/>
                  <a:pt x="29" y="4"/>
                </a:cubicBezTo>
                <a:cubicBezTo>
                  <a:pt x="34" y="1"/>
                  <a:pt x="40" y="0"/>
                  <a:pt x="46" y="0"/>
                </a:cubicBezTo>
                <a:cubicBezTo>
                  <a:pt x="53" y="0"/>
                  <a:pt x="59" y="1"/>
                  <a:pt x="65" y="4"/>
                </a:cubicBezTo>
                <a:cubicBezTo>
                  <a:pt x="71" y="6"/>
                  <a:pt x="76" y="10"/>
                  <a:pt x="80" y="15"/>
                </a:cubicBezTo>
                <a:cubicBezTo>
                  <a:pt x="85" y="19"/>
                  <a:pt x="88" y="24"/>
                  <a:pt x="90" y="30"/>
                </a:cubicBezTo>
                <a:cubicBezTo>
                  <a:pt x="93" y="35"/>
                  <a:pt x="94" y="41"/>
                  <a:pt x="94" y="48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9" name="文字框 808"/>
          <p:cNvSpPr txBox="1"/>
          <p:nvPr/>
        </p:nvSpPr>
        <p:spPr>
          <a:xfrm>
            <a:off x="1245240" y="3957120"/>
            <a:ext cx="2354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合规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10" name="任意多邊形 809"/>
          <p:cNvSpPr/>
          <p:nvPr/>
        </p:nvSpPr>
        <p:spPr>
          <a:xfrm>
            <a:off x="1119600" y="4420440"/>
            <a:ext cx="33840" cy="33840"/>
          </a:xfrm>
          <a:custGeom>
            <a:avLst/>
            <a:gdLst/>
            <a:ahLst/>
            <a:cxnLst/>
            <a:rect l="0" t="0" r="r" b="b"/>
            <a:pathLst>
              <a:path w="94" h="94">
                <a:moveTo>
                  <a:pt x="94" y="48"/>
                </a:moveTo>
                <a:cubicBezTo>
                  <a:pt x="94" y="54"/>
                  <a:pt x="93" y="60"/>
                  <a:pt x="90" y="65"/>
                </a:cubicBezTo>
                <a:cubicBezTo>
                  <a:pt x="88" y="71"/>
                  <a:pt x="85" y="76"/>
                  <a:pt x="80" y="80"/>
                </a:cubicBezTo>
                <a:cubicBezTo>
                  <a:pt x="76" y="85"/>
                  <a:pt x="71" y="88"/>
                  <a:pt x="65" y="91"/>
                </a:cubicBezTo>
                <a:cubicBezTo>
                  <a:pt x="59" y="93"/>
                  <a:pt x="53" y="94"/>
                  <a:pt x="46" y="94"/>
                </a:cubicBezTo>
                <a:cubicBezTo>
                  <a:pt x="40" y="94"/>
                  <a:pt x="34" y="93"/>
                  <a:pt x="29" y="91"/>
                </a:cubicBezTo>
                <a:cubicBezTo>
                  <a:pt x="23" y="88"/>
                  <a:pt x="18" y="85"/>
                  <a:pt x="14" y="80"/>
                </a:cubicBezTo>
                <a:cubicBezTo>
                  <a:pt x="9" y="76"/>
                  <a:pt x="6" y="71"/>
                  <a:pt x="4" y="65"/>
                </a:cubicBezTo>
                <a:cubicBezTo>
                  <a:pt x="1" y="60"/>
                  <a:pt x="0" y="54"/>
                  <a:pt x="0" y="48"/>
                </a:cubicBezTo>
                <a:cubicBezTo>
                  <a:pt x="0" y="41"/>
                  <a:pt x="1" y="36"/>
                  <a:pt x="4" y="30"/>
                </a:cubicBezTo>
                <a:cubicBezTo>
                  <a:pt x="6" y="24"/>
                  <a:pt x="9" y="19"/>
                  <a:pt x="14" y="15"/>
                </a:cubicBezTo>
                <a:cubicBezTo>
                  <a:pt x="18" y="10"/>
                  <a:pt x="23" y="7"/>
                  <a:pt x="29" y="5"/>
                </a:cubicBezTo>
                <a:cubicBezTo>
                  <a:pt x="34" y="1"/>
                  <a:pt x="40" y="0"/>
                  <a:pt x="46" y="0"/>
                </a:cubicBezTo>
                <a:cubicBezTo>
                  <a:pt x="53" y="0"/>
                  <a:pt x="59" y="1"/>
                  <a:pt x="65" y="5"/>
                </a:cubicBezTo>
                <a:cubicBezTo>
                  <a:pt x="71" y="7"/>
                  <a:pt x="76" y="10"/>
                  <a:pt x="80" y="15"/>
                </a:cubicBezTo>
                <a:cubicBezTo>
                  <a:pt x="85" y="19"/>
                  <a:pt x="88" y="24"/>
                  <a:pt x="90" y="30"/>
                </a:cubicBezTo>
                <a:cubicBezTo>
                  <a:pt x="93" y="36"/>
                  <a:pt x="94" y="41"/>
                  <a:pt x="94" y="48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11" name="文字框 810"/>
          <p:cNvSpPr txBox="1"/>
          <p:nvPr/>
        </p:nvSpPr>
        <p:spPr>
          <a:xfrm>
            <a:off x="1245240" y="4157640"/>
            <a:ext cx="8222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信息披露透明度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12" name="任意多邊形 811"/>
          <p:cNvSpPr/>
          <p:nvPr/>
        </p:nvSpPr>
        <p:spPr>
          <a:xfrm>
            <a:off x="3835440" y="768600"/>
            <a:ext cx="334800" cy="334800"/>
          </a:xfrm>
          <a:custGeom>
            <a:avLst/>
            <a:gdLst/>
            <a:ahLst/>
            <a:cxnLst/>
            <a:rect l="0" t="0" r="r" b="b"/>
            <a:pathLst>
              <a:path w="930" h="930">
                <a:moveTo>
                  <a:pt x="930" y="465"/>
                </a:moveTo>
                <a:cubicBezTo>
                  <a:pt x="930" y="496"/>
                  <a:pt x="927" y="526"/>
                  <a:pt x="921" y="556"/>
                </a:cubicBezTo>
                <a:cubicBezTo>
                  <a:pt x="915" y="586"/>
                  <a:pt x="906" y="615"/>
                  <a:pt x="894" y="643"/>
                </a:cubicBezTo>
                <a:cubicBezTo>
                  <a:pt x="883" y="671"/>
                  <a:pt x="869" y="698"/>
                  <a:pt x="852" y="723"/>
                </a:cubicBezTo>
                <a:cubicBezTo>
                  <a:pt x="835" y="749"/>
                  <a:pt x="815" y="772"/>
                  <a:pt x="794" y="794"/>
                </a:cubicBezTo>
                <a:cubicBezTo>
                  <a:pt x="772" y="815"/>
                  <a:pt x="749" y="834"/>
                  <a:pt x="723" y="851"/>
                </a:cubicBezTo>
                <a:cubicBezTo>
                  <a:pt x="698" y="868"/>
                  <a:pt x="671" y="883"/>
                  <a:pt x="643" y="894"/>
                </a:cubicBezTo>
                <a:cubicBezTo>
                  <a:pt x="615" y="906"/>
                  <a:pt x="586" y="915"/>
                  <a:pt x="556" y="921"/>
                </a:cubicBezTo>
                <a:cubicBezTo>
                  <a:pt x="526" y="927"/>
                  <a:pt x="496" y="930"/>
                  <a:pt x="466" y="930"/>
                </a:cubicBezTo>
                <a:cubicBezTo>
                  <a:pt x="435" y="930"/>
                  <a:pt x="405" y="927"/>
                  <a:pt x="375" y="921"/>
                </a:cubicBezTo>
                <a:cubicBezTo>
                  <a:pt x="345" y="915"/>
                  <a:pt x="316" y="906"/>
                  <a:pt x="288" y="894"/>
                </a:cubicBezTo>
                <a:cubicBezTo>
                  <a:pt x="260" y="883"/>
                  <a:pt x="233" y="868"/>
                  <a:pt x="208" y="851"/>
                </a:cubicBezTo>
                <a:cubicBezTo>
                  <a:pt x="182" y="834"/>
                  <a:pt x="159" y="815"/>
                  <a:pt x="137" y="794"/>
                </a:cubicBezTo>
                <a:cubicBezTo>
                  <a:pt x="116" y="772"/>
                  <a:pt x="96" y="749"/>
                  <a:pt x="80" y="723"/>
                </a:cubicBezTo>
                <a:cubicBezTo>
                  <a:pt x="63" y="698"/>
                  <a:pt x="48" y="671"/>
                  <a:pt x="37" y="643"/>
                </a:cubicBezTo>
                <a:cubicBezTo>
                  <a:pt x="25" y="615"/>
                  <a:pt x="15" y="586"/>
                  <a:pt x="9" y="556"/>
                </a:cubicBezTo>
                <a:cubicBezTo>
                  <a:pt x="3" y="526"/>
                  <a:pt x="0" y="496"/>
                  <a:pt x="0" y="465"/>
                </a:cubicBezTo>
                <a:cubicBezTo>
                  <a:pt x="0" y="435"/>
                  <a:pt x="3" y="405"/>
                  <a:pt x="9" y="375"/>
                </a:cubicBezTo>
                <a:cubicBezTo>
                  <a:pt x="15" y="345"/>
                  <a:pt x="25" y="316"/>
                  <a:pt x="37" y="288"/>
                </a:cubicBezTo>
                <a:cubicBezTo>
                  <a:pt x="48" y="260"/>
                  <a:pt x="63" y="233"/>
                  <a:pt x="80" y="207"/>
                </a:cubicBezTo>
                <a:cubicBezTo>
                  <a:pt x="96" y="181"/>
                  <a:pt x="116" y="158"/>
                  <a:pt x="137" y="136"/>
                </a:cubicBezTo>
                <a:cubicBezTo>
                  <a:pt x="159" y="115"/>
                  <a:pt x="182" y="95"/>
                  <a:pt x="208" y="78"/>
                </a:cubicBezTo>
                <a:cubicBezTo>
                  <a:pt x="233" y="61"/>
                  <a:pt x="260" y="47"/>
                  <a:pt x="288" y="35"/>
                </a:cubicBezTo>
                <a:cubicBezTo>
                  <a:pt x="316" y="24"/>
                  <a:pt x="345" y="15"/>
                  <a:pt x="375" y="9"/>
                </a:cubicBezTo>
                <a:cubicBezTo>
                  <a:pt x="405" y="3"/>
                  <a:pt x="435" y="0"/>
                  <a:pt x="466" y="0"/>
                </a:cubicBezTo>
                <a:cubicBezTo>
                  <a:pt x="496" y="0"/>
                  <a:pt x="526" y="3"/>
                  <a:pt x="556" y="9"/>
                </a:cubicBezTo>
                <a:cubicBezTo>
                  <a:pt x="586" y="15"/>
                  <a:pt x="615" y="24"/>
                  <a:pt x="643" y="35"/>
                </a:cubicBezTo>
                <a:cubicBezTo>
                  <a:pt x="671" y="47"/>
                  <a:pt x="698" y="61"/>
                  <a:pt x="723" y="78"/>
                </a:cubicBezTo>
                <a:cubicBezTo>
                  <a:pt x="749" y="95"/>
                  <a:pt x="772" y="115"/>
                  <a:pt x="794" y="136"/>
                </a:cubicBezTo>
                <a:cubicBezTo>
                  <a:pt x="815" y="158"/>
                  <a:pt x="835" y="181"/>
                  <a:pt x="852" y="207"/>
                </a:cubicBezTo>
                <a:cubicBezTo>
                  <a:pt x="869" y="233"/>
                  <a:pt x="883" y="260"/>
                  <a:pt x="894" y="288"/>
                </a:cubicBezTo>
                <a:cubicBezTo>
                  <a:pt x="906" y="316"/>
                  <a:pt x="915" y="345"/>
                  <a:pt x="921" y="375"/>
                </a:cubicBezTo>
                <a:cubicBezTo>
                  <a:pt x="927" y="405"/>
                  <a:pt x="930" y="435"/>
                  <a:pt x="930" y="465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813" name="圖片 812"/>
          <p:cNvPicPr/>
          <p:nvPr/>
        </p:nvPicPr>
        <p:blipFill>
          <a:blip r:embed="rId6"/>
          <a:stretch>
            <a:fillRect/>
          </a:stretch>
        </p:blipFill>
        <p:spPr>
          <a:xfrm>
            <a:off x="3935880" y="86904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4" name="文字框 813"/>
          <p:cNvSpPr txBox="1"/>
          <p:nvPr/>
        </p:nvSpPr>
        <p:spPr>
          <a:xfrm>
            <a:off x="1245240" y="4358160"/>
            <a:ext cx="7048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监管沙盒计划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15" name="任意多邊形 814"/>
          <p:cNvSpPr/>
          <p:nvPr/>
        </p:nvSpPr>
        <p:spPr>
          <a:xfrm>
            <a:off x="3852360" y="1236600"/>
            <a:ext cx="3008520" cy="769320"/>
          </a:xfrm>
          <a:custGeom>
            <a:avLst/>
            <a:gdLst/>
            <a:ahLst/>
            <a:cxnLst/>
            <a:rect l="0" t="0" r="r" b="b"/>
            <a:pathLst>
              <a:path w="8357" h="2137">
                <a:moveTo>
                  <a:pt x="0" y="1951"/>
                </a:moveTo>
                <a:lnTo>
                  <a:pt x="0" y="186"/>
                </a:lnTo>
                <a:cubicBezTo>
                  <a:pt x="0" y="174"/>
                  <a:pt x="1" y="161"/>
                  <a:pt x="2" y="150"/>
                </a:cubicBezTo>
                <a:cubicBezTo>
                  <a:pt x="4" y="138"/>
                  <a:pt x="7" y="126"/>
                  <a:pt x="10" y="115"/>
                </a:cubicBezTo>
                <a:cubicBezTo>
                  <a:pt x="14" y="103"/>
                  <a:pt x="18" y="93"/>
                  <a:pt x="23" y="83"/>
                </a:cubicBezTo>
                <a:cubicBezTo>
                  <a:pt x="28" y="72"/>
                  <a:pt x="34" y="63"/>
                  <a:pt x="41" y="54"/>
                </a:cubicBezTo>
                <a:cubicBezTo>
                  <a:pt x="47" y="46"/>
                  <a:pt x="54" y="38"/>
                  <a:pt x="62" y="31"/>
                </a:cubicBezTo>
                <a:cubicBezTo>
                  <a:pt x="69" y="25"/>
                  <a:pt x="77" y="19"/>
                  <a:pt x="86" y="14"/>
                </a:cubicBezTo>
                <a:cubicBezTo>
                  <a:pt x="94" y="10"/>
                  <a:pt x="103" y="6"/>
                  <a:pt x="112" y="4"/>
                </a:cubicBezTo>
                <a:cubicBezTo>
                  <a:pt x="121" y="1"/>
                  <a:pt x="130" y="0"/>
                  <a:pt x="139" y="0"/>
                </a:cubicBezTo>
                <a:lnTo>
                  <a:pt x="8172" y="0"/>
                </a:lnTo>
                <a:cubicBezTo>
                  <a:pt x="8184" y="0"/>
                  <a:pt x="8196" y="1"/>
                  <a:pt x="8208" y="4"/>
                </a:cubicBezTo>
                <a:cubicBezTo>
                  <a:pt x="8220" y="6"/>
                  <a:pt x="8232" y="10"/>
                  <a:pt x="8243" y="14"/>
                </a:cubicBezTo>
                <a:cubicBezTo>
                  <a:pt x="8254" y="19"/>
                  <a:pt x="8265" y="25"/>
                  <a:pt x="8275" y="31"/>
                </a:cubicBezTo>
                <a:cubicBezTo>
                  <a:pt x="8285" y="38"/>
                  <a:pt x="8294" y="46"/>
                  <a:pt x="8303" y="54"/>
                </a:cubicBezTo>
                <a:cubicBezTo>
                  <a:pt x="8312" y="63"/>
                  <a:pt x="8319" y="72"/>
                  <a:pt x="8326" y="83"/>
                </a:cubicBezTo>
                <a:cubicBezTo>
                  <a:pt x="8333" y="93"/>
                  <a:pt x="8339" y="103"/>
                  <a:pt x="8343" y="115"/>
                </a:cubicBezTo>
                <a:cubicBezTo>
                  <a:pt x="8348" y="126"/>
                  <a:pt x="8351" y="138"/>
                  <a:pt x="8354" y="150"/>
                </a:cubicBezTo>
                <a:cubicBezTo>
                  <a:pt x="8356" y="161"/>
                  <a:pt x="8357" y="174"/>
                  <a:pt x="8357" y="186"/>
                </a:cubicBezTo>
                <a:lnTo>
                  <a:pt x="8357" y="1951"/>
                </a:lnTo>
                <a:cubicBezTo>
                  <a:pt x="8357" y="1963"/>
                  <a:pt x="8356" y="1975"/>
                  <a:pt x="8354" y="1987"/>
                </a:cubicBezTo>
                <a:cubicBezTo>
                  <a:pt x="8351" y="1999"/>
                  <a:pt x="8348" y="2011"/>
                  <a:pt x="8343" y="2022"/>
                </a:cubicBezTo>
                <a:cubicBezTo>
                  <a:pt x="8339" y="2033"/>
                  <a:pt x="8333" y="2044"/>
                  <a:pt x="8326" y="2054"/>
                </a:cubicBezTo>
                <a:cubicBezTo>
                  <a:pt x="8319" y="2064"/>
                  <a:pt x="8312" y="2074"/>
                  <a:pt x="8303" y="2082"/>
                </a:cubicBezTo>
                <a:cubicBezTo>
                  <a:pt x="8294" y="2091"/>
                  <a:pt x="8285" y="2099"/>
                  <a:pt x="8275" y="2105"/>
                </a:cubicBezTo>
                <a:cubicBezTo>
                  <a:pt x="8265" y="2112"/>
                  <a:pt x="8254" y="2118"/>
                  <a:pt x="8243" y="2122"/>
                </a:cubicBezTo>
                <a:cubicBezTo>
                  <a:pt x="8232" y="2127"/>
                  <a:pt x="8220" y="2131"/>
                  <a:pt x="8208" y="2133"/>
                </a:cubicBezTo>
                <a:cubicBezTo>
                  <a:pt x="8196" y="2135"/>
                  <a:pt x="8184" y="2137"/>
                  <a:pt x="8172" y="2137"/>
                </a:cubicBezTo>
                <a:lnTo>
                  <a:pt x="139" y="2137"/>
                </a:lnTo>
                <a:cubicBezTo>
                  <a:pt x="130" y="2137"/>
                  <a:pt x="121" y="2135"/>
                  <a:pt x="112" y="2133"/>
                </a:cubicBezTo>
                <a:cubicBezTo>
                  <a:pt x="103" y="2131"/>
                  <a:pt x="94" y="2127"/>
                  <a:pt x="86" y="2122"/>
                </a:cubicBezTo>
                <a:cubicBezTo>
                  <a:pt x="77" y="2118"/>
                  <a:pt x="69" y="2112"/>
                  <a:pt x="62" y="2105"/>
                </a:cubicBezTo>
                <a:cubicBezTo>
                  <a:pt x="54" y="2099"/>
                  <a:pt x="47" y="2091"/>
                  <a:pt x="41" y="2082"/>
                </a:cubicBezTo>
                <a:cubicBezTo>
                  <a:pt x="34" y="2074"/>
                  <a:pt x="28" y="2064"/>
                  <a:pt x="23" y="2054"/>
                </a:cubicBezTo>
                <a:cubicBezTo>
                  <a:pt x="18" y="2044"/>
                  <a:pt x="14" y="2033"/>
                  <a:pt x="10" y="2022"/>
                </a:cubicBezTo>
                <a:cubicBezTo>
                  <a:pt x="7" y="2011"/>
                  <a:pt x="4" y="1999"/>
                  <a:pt x="2" y="1987"/>
                </a:cubicBezTo>
                <a:cubicBezTo>
                  <a:pt x="1" y="1975"/>
                  <a:pt x="0" y="1963"/>
                  <a:pt x="0" y="1951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16" name="任意多邊形 815"/>
          <p:cNvSpPr/>
          <p:nvPr/>
        </p:nvSpPr>
        <p:spPr>
          <a:xfrm>
            <a:off x="3835440" y="1236600"/>
            <a:ext cx="67320" cy="769320"/>
          </a:xfrm>
          <a:custGeom>
            <a:avLst/>
            <a:gdLst/>
            <a:ahLst/>
            <a:cxnLst/>
            <a:rect l="0" t="0" r="r" b="b"/>
            <a:pathLst>
              <a:path w="187" h="2137">
                <a:moveTo>
                  <a:pt x="0" y="0"/>
                </a:moveTo>
                <a:lnTo>
                  <a:pt x="187" y="0"/>
                </a:lnTo>
                <a:lnTo>
                  <a:pt x="187" y="2137"/>
                </a:lnTo>
                <a:lnTo>
                  <a:pt x="0" y="2137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17" name="任意多邊形 816"/>
          <p:cNvSpPr/>
          <p:nvPr/>
        </p:nvSpPr>
        <p:spPr>
          <a:xfrm>
            <a:off x="3852360" y="2139120"/>
            <a:ext cx="3008520" cy="601920"/>
          </a:xfrm>
          <a:custGeom>
            <a:avLst/>
            <a:gdLst/>
            <a:ahLst/>
            <a:cxnLst/>
            <a:rect l="0" t="0" r="r" b="b"/>
            <a:pathLst>
              <a:path w="8357" h="1672">
                <a:moveTo>
                  <a:pt x="0" y="1486"/>
                </a:moveTo>
                <a:lnTo>
                  <a:pt x="0" y="186"/>
                </a:lnTo>
                <a:cubicBezTo>
                  <a:pt x="0" y="174"/>
                  <a:pt x="1" y="161"/>
                  <a:pt x="2" y="150"/>
                </a:cubicBezTo>
                <a:cubicBezTo>
                  <a:pt x="4" y="138"/>
                  <a:pt x="7" y="126"/>
                  <a:pt x="10" y="115"/>
                </a:cubicBezTo>
                <a:cubicBezTo>
                  <a:pt x="14" y="103"/>
                  <a:pt x="18" y="93"/>
                  <a:pt x="23" y="83"/>
                </a:cubicBezTo>
                <a:cubicBezTo>
                  <a:pt x="28" y="72"/>
                  <a:pt x="34" y="63"/>
                  <a:pt x="41" y="54"/>
                </a:cubicBezTo>
                <a:cubicBezTo>
                  <a:pt x="47" y="46"/>
                  <a:pt x="54" y="38"/>
                  <a:pt x="62" y="31"/>
                </a:cubicBezTo>
                <a:cubicBezTo>
                  <a:pt x="69" y="25"/>
                  <a:pt x="77" y="19"/>
                  <a:pt x="86" y="14"/>
                </a:cubicBezTo>
                <a:cubicBezTo>
                  <a:pt x="94" y="10"/>
                  <a:pt x="103" y="6"/>
                  <a:pt x="112" y="4"/>
                </a:cubicBezTo>
                <a:cubicBezTo>
                  <a:pt x="121" y="1"/>
                  <a:pt x="130" y="0"/>
                  <a:pt x="139" y="0"/>
                </a:cubicBezTo>
                <a:lnTo>
                  <a:pt x="8172" y="0"/>
                </a:lnTo>
                <a:cubicBezTo>
                  <a:pt x="8184" y="0"/>
                  <a:pt x="8196" y="1"/>
                  <a:pt x="8208" y="4"/>
                </a:cubicBezTo>
                <a:cubicBezTo>
                  <a:pt x="8220" y="6"/>
                  <a:pt x="8232" y="10"/>
                  <a:pt x="8243" y="14"/>
                </a:cubicBezTo>
                <a:cubicBezTo>
                  <a:pt x="8254" y="19"/>
                  <a:pt x="8265" y="25"/>
                  <a:pt x="8275" y="31"/>
                </a:cubicBezTo>
                <a:cubicBezTo>
                  <a:pt x="8285" y="38"/>
                  <a:pt x="8294" y="46"/>
                  <a:pt x="8303" y="54"/>
                </a:cubicBezTo>
                <a:cubicBezTo>
                  <a:pt x="8312" y="63"/>
                  <a:pt x="8319" y="72"/>
                  <a:pt x="8326" y="83"/>
                </a:cubicBezTo>
                <a:cubicBezTo>
                  <a:pt x="8333" y="93"/>
                  <a:pt x="8339" y="103"/>
                  <a:pt x="8343" y="115"/>
                </a:cubicBezTo>
                <a:cubicBezTo>
                  <a:pt x="8348" y="126"/>
                  <a:pt x="8351" y="138"/>
                  <a:pt x="8354" y="150"/>
                </a:cubicBezTo>
                <a:cubicBezTo>
                  <a:pt x="8356" y="161"/>
                  <a:pt x="8357" y="174"/>
                  <a:pt x="8357" y="186"/>
                </a:cubicBezTo>
                <a:lnTo>
                  <a:pt x="8357" y="1486"/>
                </a:lnTo>
                <a:cubicBezTo>
                  <a:pt x="8357" y="1498"/>
                  <a:pt x="8356" y="1510"/>
                  <a:pt x="8354" y="1522"/>
                </a:cubicBezTo>
                <a:cubicBezTo>
                  <a:pt x="8351" y="1534"/>
                  <a:pt x="8348" y="1545"/>
                  <a:pt x="8343" y="1557"/>
                </a:cubicBezTo>
                <a:cubicBezTo>
                  <a:pt x="8339" y="1568"/>
                  <a:pt x="8333" y="1580"/>
                  <a:pt x="8326" y="1590"/>
                </a:cubicBezTo>
                <a:cubicBezTo>
                  <a:pt x="8319" y="1600"/>
                  <a:pt x="8312" y="1609"/>
                  <a:pt x="8303" y="1618"/>
                </a:cubicBezTo>
                <a:cubicBezTo>
                  <a:pt x="8294" y="1627"/>
                  <a:pt x="8285" y="1634"/>
                  <a:pt x="8275" y="1641"/>
                </a:cubicBezTo>
                <a:cubicBezTo>
                  <a:pt x="8265" y="1648"/>
                  <a:pt x="8254" y="1654"/>
                  <a:pt x="8243" y="1658"/>
                </a:cubicBezTo>
                <a:cubicBezTo>
                  <a:pt x="8232" y="1663"/>
                  <a:pt x="8220" y="1666"/>
                  <a:pt x="8208" y="1669"/>
                </a:cubicBezTo>
                <a:cubicBezTo>
                  <a:pt x="8196" y="1671"/>
                  <a:pt x="8184" y="1672"/>
                  <a:pt x="8172" y="1672"/>
                </a:cubicBezTo>
                <a:lnTo>
                  <a:pt x="139" y="1672"/>
                </a:lnTo>
                <a:cubicBezTo>
                  <a:pt x="130" y="1672"/>
                  <a:pt x="121" y="1671"/>
                  <a:pt x="112" y="1669"/>
                </a:cubicBezTo>
                <a:cubicBezTo>
                  <a:pt x="103" y="1666"/>
                  <a:pt x="94" y="1663"/>
                  <a:pt x="86" y="1658"/>
                </a:cubicBezTo>
                <a:cubicBezTo>
                  <a:pt x="77" y="1654"/>
                  <a:pt x="69" y="1648"/>
                  <a:pt x="62" y="1641"/>
                </a:cubicBezTo>
                <a:cubicBezTo>
                  <a:pt x="54" y="1634"/>
                  <a:pt x="47" y="1627"/>
                  <a:pt x="41" y="1618"/>
                </a:cubicBezTo>
                <a:cubicBezTo>
                  <a:pt x="34" y="1609"/>
                  <a:pt x="28" y="1600"/>
                  <a:pt x="23" y="1590"/>
                </a:cubicBezTo>
                <a:cubicBezTo>
                  <a:pt x="18" y="1580"/>
                  <a:pt x="14" y="1568"/>
                  <a:pt x="10" y="1557"/>
                </a:cubicBezTo>
                <a:cubicBezTo>
                  <a:pt x="7" y="1545"/>
                  <a:pt x="4" y="1534"/>
                  <a:pt x="2" y="1522"/>
                </a:cubicBezTo>
                <a:cubicBezTo>
                  <a:pt x="1" y="1510"/>
                  <a:pt x="0" y="1498"/>
                  <a:pt x="0" y="1486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18" name="任意多邊形 817"/>
          <p:cNvSpPr/>
          <p:nvPr/>
        </p:nvSpPr>
        <p:spPr>
          <a:xfrm>
            <a:off x="3835440" y="2139120"/>
            <a:ext cx="67320" cy="601920"/>
          </a:xfrm>
          <a:custGeom>
            <a:avLst/>
            <a:gdLst/>
            <a:ahLst/>
            <a:cxnLst/>
            <a:rect l="0" t="0" r="r" b="b"/>
            <a:pathLst>
              <a:path w="187" h="1672">
                <a:moveTo>
                  <a:pt x="0" y="0"/>
                </a:moveTo>
                <a:lnTo>
                  <a:pt x="187" y="0"/>
                </a:lnTo>
                <a:lnTo>
                  <a:pt x="187" y="1672"/>
                </a:lnTo>
                <a:lnTo>
                  <a:pt x="0" y="1672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19" name="任意多邊形 818"/>
          <p:cNvSpPr/>
          <p:nvPr/>
        </p:nvSpPr>
        <p:spPr>
          <a:xfrm>
            <a:off x="3852360" y="2874600"/>
            <a:ext cx="3008520" cy="1404360"/>
          </a:xfrm>
          <a:custGeom>
            <a:avLst/>
            <a:gdLst/>
            <a:ahLst/>
            <a:cxnLst/>
            <a:rect l="0" t="0" r="r" b="b"/>
            <a:pathLst>
              <a:path w="8357" h="3901">
                <a:moveTo>
                  <a:pt x="0" y="3715"/>
                </a:moveTo>
                <a:lnTo>
                  <a:pt x="0" y="185"/>
                </a:lnTo>
                <a:cubicBezTo>
                  <a:pt x="0" y="173"/>
                  <a:pt x="1" y="161"/>
                  <a:pt x="2" y="149"/>
                </a:cubicBezTo>
                <a:cubicBezTo>
                  <a:pt x="4" y="137"/>
                  <a:pt x="7" y="126"/>
                  <a:pt x="10" y="114"/>
                </a:cubicBezTo>
                <a:cubicBezTo>
                  <a:pt x="14" y="103"/>
                  <a:pt x="18" y="92"/>
                  <a:pt x="23" y="82"/>
                </a:cubicBezTo>
                <a:cubicBezTo>
                  <a:pt x="28" y="72"/>
                  <a:pt x="34" y="63"/>
                  <a:pt x="41" y="54"/>
                </a:cubicBezTo>
                <a:cubicBezTo>
                  <a:pt x="47" y="46"/>
                  <a:pt x="54" y="38"/>
                  <a:pt x="62" y="31"/>
                </a:cubicBezTo>
                <a:cubicBezTo>
                  <a:pt x="69" y="24"/>
                  <a:pt x="77" y="19"/>
                  <a:pt x="86" y="14"/>
                </a:cubicBezTo>
                <a:cubicBezTo>
                  <a:pt x="94" y="9"/>
                  <a:pt x="103" y="6"/>
                  <a:pt x="112" y="3"/>
                </a:cubicBezTo>
                <a:cubicBezTo>
                  <a:pt x="121" y="1"/>
                  <a:pt x="130" y="0"/>
                  <a:pt x="139" y="0"/>
                </a:cubicBezTo>
                <a:lnTo>
                  <a:pt x="8172" y="0"/>
                </a:lnTo>
                <a:cubicBezTo>
                  <a:pt x="8184" y="0"/>
                  <a:pt x="8196" y="1"/>
                  <a:pt x="8208" y="3"/>
                </a:cubicBezTo>
                <a:cubicBezTo>
                  <a:pt x="8220" y="6"/>
                  <a:pt x="8232" y="9"/>
                  <a:pt x="8243" y="14"/>
                </a:cubicBezTo>
                <a:cubicBezTo>
                  <a:pt x="8254" y="19"/>
                  <a:pt x="8265" y="24"/>
                  <a:pt x="8275" y="31"/>
                </a:cubicBezTo>
                <a:cubicBezTo>
                  <a:pt x="8285" y="38"/>
                  <a:pt x="8294" y="46"/>
                  <a:pt x="8303" y="54"/>
                </a:cubicBezTo>
                <a:cubicBezTo>
                  <a:pt x="8312" y="63"/>
                  <a:pt x="8319" y="72"/>
                  <a:pt x="8326" y="82"/>
                </a:cubicBezTo>
                <a:cubicBezTo>
                  <a:pt x="8333" y="92"/>
                  <a:pt x="8339" y="103"/>
                  <a:pt x="8343" y="114"/>
                </a:cubicBezTo>
                <a:cubicBezTo>
                  <a:pt x="8348" y="126"/>
                  <a:pt x="8351" y="137"/>
                  <a:pt x="8354" y="149"/>
                </a:cubicBezTo>
                <a:cubicBezTo>
                  <a:pt x="8356" y="161"/>
                  <a:pt x="8357" y="173"/>
                  <a:pt x="8357" y="185"/>
                </a:cubicBezTo>
                <a:lnTo>
                  <a:pt x="8357" y="3715"/>
                </a:lnTo>
                <a:cubicBezTo>
                  <a:pt x="8357" y="3727"/>
                  <a:pt x="8356" y="3739"/>
                  <a:pt x="8354" y="3751"/>
                </a:cubicBezTo>
                <a:cubicBezTo>
                  <a:pt x="8351" y="3763"/>
                  <a:pt x="8348" y="3775"/>
                  <a:pt x="8343" y="3786"/>
                </a:cubicBezTo>
                <a:cubicBezTo>
                  <a:pt x="8339" y="3797"/>
                  <a:pt x="8333" y="3808"/>
                  <a:pt x="8326" y="3818"/>
                </a:cubicBezTo>
                <a:cubicBezTo>
                  <a:pt x="8319" y="3828"/>
                  <a:pt x="8312" y="3838"/>
                  <a:pt x="8303" y="3846"/>
                </a:cubicBezTo>
                <a:cubicBezTo>
                  <a:pt x="8294" y="3855"/>
                  <a:pt x="8285" y="3863"/>
                  <a:pt x="8275" y="3869"/>
                </a:cubicBezTo>
                <a:cubicBezTo>
                  <a:pt x="8265" y="3876"/>
                  <a:pt x="8254" y="3882"/>
                  <a:pt x="8243" y="3886"/>
                </a:cubicBezTo>
                <a:cubicBezTo>
                  <a:pt x="8232" y="3891"/>
                  <a:pt x="8220" y="3895"/>
                  <a:pt x="8208" y="3897"/>
                </a:cubicBezTo>
                <a:cubicBezTo>
                  <a:pt x="8196" y="3899"/>
                  <a:pt x="8184" y="3901"/>
                  <a:pt x="8172" y="3901"/>
                </a:cubicBezTo>
                <a:lnTo>
                  <a:pt x="139" y="3901"/>
                </a:lnTo>
                <a:cubicBezTo>
                  <a:pt x="130" y="3901"/>
                  <a:pt x="121" y="3899"/>
                  <a:pt x="112" y="3897"/>
                </a:cubicBezTo>
                <a:cubicBezTo>
                  <a:pt x="103" y="3895"/>
                  <a:pt x="94" y="3891"/>
                  <a:pt x="86" y="3886"/>
                </a:cubicBezTo>
                <a:cubicBezTo>
                  <a:pt x="77" y="3882"/>
                  <a:pt x="69" y="3876"/>
                  <a:pt x="62" y="3869"/>
                </a:cubicBezTo>
                <a:cubicBezTo>
                  <a:pt x="54" y="3863"/>
                  <a:pt x="47" y="3855"/>
                  <a:pt x="41" y="3846"/>
                </a:cubicBezTo>
                <a:cubicBezTo>
                  <a:pt x="34" y="3838"/>
                  <a:pt x="28" y="3828"/>
                  <a:pt x="23" y="3818"/>
                </a:cubicBezTo>
                <a:cubicBezTo>
                  <a:pt x="18" y="3808"/>
                  <a:pt x="14" y="3797"/>
                  <a:pt x="10" y="3786"/>
                </a:cubicBezTo>
                <a:cubicBezTo>
                  <a:pt x="7" y="3775"/>
                  <a:pt x="4" y="3763"/>
                  <a:pt x="2" y="3751"/>
                </a:cubicBezTo>
                <a:cubicBezTo>
                  <a:pt x="1" y="3739"/>
                  <a:pt x="0" y="3727"/>
                  <a:pt x="0" y="3715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20" name="任意多邊形 819"/>
          <p:cNvSpPr/>
          <p:nvPr/>
        </p:nvSpPr>
        <p:spPr>
          <a:xfrm>
            <a:off x="3835440" y="2874600"/>
            <a:ext cx="67320" cy="1404360"/>
          </a:xfrm>
          <a:custGeom>
            <a:avLst/>
            <a:gdLst/>
            <a:ahLst/>
            <a:cxnLst/>
            <a:rect l="0" t="0" r="r" b="b"/>
            <a:pathLst>
              <a:path w="187" h="3901">
                <a:moveTo>
                  <a:pt x="0" y="0"/>
                </a:moveTo>
                <a:lnTo>
                  <a:pt x="187" y="0"/>
                </a:lnTo>
                <a:lnTo>
                  <a:pt x="187" y="3901"/>
                </a:lnTo>
                <a:lnTo>
                  <a:pt x="0" y="3901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21" name="任意多邊形 820"/>
          <p:cNvSpPr/>
          <p:nvPr/>
        </p:nvSpPr>
        <p:spPr>
          <a:xfrm>
            <a:off x="3969360" y="1337040"/>
            <a:ext cx="267840" cy="267480"/>
          </a:xfrm>
          <a:custGeom>
            <a:avLst/>
            <a:gdLst/>
            <a:ahLst/>
            <a:cxnLst/>
            <a:rect l="0" t="0" r="r" b="b"/>
            <a:pathLst>
              <a:path w="744" h="743">
                <a:moveTo>
                  <a:pt x="28" y="229"/>
                </a:moveTo>
                <a:cubicBezTo>
                  <a:pt x="47" y="183"/>
                  <a:pt x="74" y="143"/>
                  <a:pt x="108" y="108"/>
                </a:cubicBezTo>
                <a:cubicBezTo>
                  <a:pt x="143" y="74"/>
                  <a:pt x="183" y="47"/>
                  <a:pt x="229" y="28"/>
                </a:cubicBezTo>
                <a:cubicBezTo>
                  <a:pt x="274" y="9"/>
                  <a:pt x="322" y="0"/>
                  <a:pt x="371" y="0"/>
                </a:cubicBezTo>
                <a:cubicBezTo>
                  <a:pt x="420" y="0"/>
                  <a:pt x="468" y="9"/>
                  <a:pt x="514" y="28"/>
                </a:cubicBezTo>
                <a:cubicBezTo>
                  <a:pt x="560" y="47"/>
                  <a:pt x="600" y="74"/>
                  <a:pt x="635" y="108"/>
                </a:cubicBezTo>
                <a:cubicBezTo>
                  <a:pt x="670" y="143"/>
                  <a:pt x="696" y="183"/>
                  <a:pt x="715" y="229"/>
                </a:cubicBezTo>
                <a:cubicBezTo>
                  <a:pt x="734" y="274"/>
                  <a:pt x="744" y="322"/>
                  <a:pt x="744" y="372"/>
                </a:cubicBezTo>
                <a:cubicBezTo>
                  <a:pt x="744" y="421"/>
                  <a:pt x="734" y="469"/>
                  <a:pt x="715" y="514"/>
                </a:cubicBezTo>
                <a:cubicBezTo>
                  <a:pt x="696" y="560"/>
                  <a:pt x="670" y="600"/>
                  <a:pt x="635" y="635"/>
                </a:cubicBezTo>
                <a:cubicBezTo>
                  <a:pt x="600" y="669"/>
                  <a:pt x="560" y="696"/>
                  <a:pt x="514" y="715"/>
                </a:cubicBezTo>
                <a:cubicBezTo>
                  <a:pt x="468" y="734"/>
                  <a:pt x="420" y="743"/>
                  <a:pt x="371" y="743"/>
                </a:cubicBezTo>
                <a:cubicBezTo>
                  <a:pt x="322" y="743"/>
                  <a:pt x="274" y="734"/>
                  <a:pt x="229" y="715"/>
                </a:cubicBezTo>
                <a:cubicBezTo>
                  <a:pt x="183" y="696"/>
                  <a:pt x="143" y="669"/>
                  <a:pt x="108" y="635"/>
                </a:cubicBezTo>
                <a:cubicBezTo>
                  <a:pt x="74" y="600"/>
                  <a:pt x="47" y="560"/>
                  <a:pt x="28" y="514"/>
                </a:cubicBezTo>
                <a:cubicBezTo>
                  <a:pt x="9" y="469"/>
                  <a:pt x="0" y="421"/>
                  <a:pt x="0" y="372"/>
                </a:cubicBezTo>
                <a:cubicBezTo>
                  <a:pt x="0" y="322"/>
                  <a:pt x="9" y="274"/>
                  <a:pt x="28" y="229"/>
                </a:cubicBezTo>
                <a:close/>
              </a:path>
            </a:pathLst>
          </a:custGeom>
          <a:solidFill>
            <a:srgbClr val="4CD137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22" name="任意多邊形 821"/>
          <p:cNvSpPr/>
          <p:nvPr/>
        </p:nvSpPr>
        <p:spPr>
          <a:xfrm>
            <a:off x="3969360" y="1337040"/>
            <a:ext cx="267840" cy="267480"/>
          </a:xfrm>
          <a:custGeom>
            <a:avLst/>
            <a:gdLst/>
            <a:ahLst/>
            <a:cxnLst/>
            <a:rect l="0" t="0" r="r" b="b"/>
            <a:pathLst>
              <a:path w="744" h="743">
                <a:moveTo>
                  <a:pt x="0" y="372"/>
                </a:moveTo>
                <a:cubicBezTo>
                  <a:pt x="0" y="322"/>
                  <a:pt x="9" y="274"/>
                  <a:pt x="28" y="229"/>
                </a:cubicBezTo>
                <a:cubicBezTo>
                  <a:pt x="47" y="183"/>
                  <a:pt x="74" y="143"/>
                  <a:pt x="108" y="108"/>
                </a:cubicBezTo>
                <a:cubicBezTo>
                  <a:pt x="143" y="74"/>
                  <a:pt x="183" y="47"/>
                  <a:pt x="229" y="28"/>
                </a:cubicBezTo>
                <a:cubicBezTo>
                  <a:pt x="274" y="9"/>
                  <a:pt x="322" y="0"/>
                  <a:pt x="371" y="0"/>
                </a:cubicBezTo>
                <a:cubicBezTo>
                  <a:pt x="420" y="0"/>
                  <a:pt x="468" y="9"/>
                  <a:pt x="514" y="28"/>
                </a:cubicBezTo>
                <a:cubicBezTo>
                  <a:pt x="560" y="47"/>
                  <a:pt x="600" y="74"/>
                  <a:pt x="635" y="108"/>
                </a:cubicBezTo>
                <a:cubicBezTo>
                  <a:pt x="670" y="143"/>
                  <a:pt x="696" y="183"/>
                  <a:pt x="715" y="229"/>
                </a:cubicBezTo>
                <a:cubicBezTo>
                  <a:pt x="734" y="274"/>
                  <a:pt x="744" y="322"/>
                  <a:pt x="744" y="372"/>
                </a:cubicBezTo>
                <a:cubicBezTo>
                  <a:pt x="744" y="421"/>
                  <a:pt x="734" y="469"/>
                  <a:pt x="715" y="514"/>
                </a:cubicBezTo>
                <a:cubicBezTo>
                  <a:pt x="696" y="560"/>
                  <a:pt x="670" y="600"/>
                  <a:pt x="635" y="635"/>
                </a:cubicBezTo>
                <a:cubicBezTo>
                  <a:pt x="600" y="669"/>
                  <a:pt x="560" y="696"/>
                  <a:pt x="514" y="715"/>
                </a:cubicBezTo>
                <a:cubicBezTo>
                  <a:pt x="468" y="734"/>
                  <a:pt x="420" y="743"/>
                  <a:pt x="371" y="743"/>
                </a:cubicBezTo>
                <a:cubicBezTo>
                  <a:pt x="322" y="743"/>
                  <a:pt x="274" y="734"/>
                  <a:pt x="229" y="715"/>
                </a:cubicBezTo>
                <a:cubicBezTo>
                  <a:pt x="183" y="696"/>
                  <a:pt x="143" y="669"/>
                  <a:pt x="108" y="635"/>
                </a:cubicBezTo>
                <a:cubicBezTo>
                  <a:pt x="74" y="600"/>
                  <a:pt x="47" y="560"/>
                  <a:pt x="28" y="514"/>
                </a:cubicBezTo>
                <a:cubicBezTo>
                  <a:pt x="9" y="469"/>
                  <a:pt x="0" y="421"/>
                  <a:pt x="0" y="372"/>
                </a:cubicBezTo>
                <a:moveTo>
                  <a:pt x="371" y="23"/>
                </a:moveTo>
                <a:cubicBezTo>
                  <a:pt x="348" y="23"/>
                  <a:pt x="326" y="25"/>
                  <a:pt x="303" y="29"/>
                </a:cubicBezTo>
                <a:cubicBezTo>
                  <a:pt x="281" y="34"/>
                  <a:pt x="259" y="41"/>
                  <a:pt x="238" y="49"/>
                </a:cubicBezTo>
                <a:cubicBezTo>
                  <a:pt x="217" y="58"/>
                  <a:pt x="197" y="69"/>
                  <a:pt x="178" y="81"/>
                </a:cubicBezTo>
                <a:cubicBezTo>
                  <a:pt x="159" y="94"/>
                  <a:pt x="141" y="109"/>
                  <a:pt x="125" y="125"/>
                </a:cubicBezTo>
                <a:cubicBezTo>
                  <a:pt x="109" y="141"/>
                  <a:pt x="94" y="159"/>
                  <a:pt x="82" y="178"/>
                </a:cubicBezTo>
                <a:cubicBezTo>
                  <a:pt x="69" y="197"/>
                  <a:pt x="58" y="217"/>
                  <a:pt x="49" y="238"/>
                </a:cubicBezTo>
                <a:cubicBezTo>
                  <a:pt x="41" y="259"/>
                  <a:pt x="34" y="281"/>
                  <a:pt x="30" y="303"/>
                </a:cubicBezTo>
                <a:cubicBezTo>
                  <a:pt x="25" y="325"/>
                  <a:pt x="23" y="348"/>
                  <a:pt x="23" y="372"/>
                </a:cubicBezTo>
                <a:cubicBezTo>
                  <a:pt x="23" y="395"/>
                  <a:pt x="25" y="418"/>
                  <a:pt x="30" y="440"/>
                </a:cubicBezTo>
                <a:cubicBezTo>
                  <a:pt x="34" y="462"/>
                  <a:pt x="41" y="484"/>
                  <a:pt x="49" y="505"/>
                </a:cubicBezTo>
                <a:cubicBezTo>
                  <a:pt x="58" y="526"/>
                  <a:pt x="69" y="546"/>
                  <a:pt x="82" y="565"/>
                </a:cubicBezTo>
                <a:cubicBezTo>
                  <a:pt x="94" y="584"/>
                  <a:pt x="109" y="602"/>
                  <a:pt x="125" y="618"/>
                </a:cubicBezTo>
                <a:cubicBezTo>
                  <a:pt x="141" y="634"/>
                  <a:pt x="159" y="649"/>
                  <a:pt x="178" y="662"/>
                </a:cubicBezTo>
                <a:cubicBezTo>
                  <a:pt x="197" y="674"/>
                  <a:pt x="217" y="685"/>
                  <a:pt x="238" y="694"/>
                </a:cubicBezTo>
                <a:cubicBezTo>
                  <a:pt x="259" y="702"/>
                  <a:pt x="281" y="709"/>
                  <a:pt x="303" y="714"/>
                </a:cubicBezTo>
                <a:cubicBezTo>
                  <a:pt x="326" y="718"/>
                  <a:pt x="348" y="720"/>
                  <a:pt x="371" y="720"/>
                </a:cubicBezTo>
                <a:cubicBezTo>
                  <a:pt x="394" y="720"/>
                  <a:pt x="417" y="718"/>
                  <a:pt x="439" y="714"/>
                </a:cubicBezTo>
                <a:cubicBezTo>
                  <a:pt x="461" y="709"/>
                  <a:pt x="484" y="702"/>
                  <a:pt x="505" y="694"/>
                </a:cubicBezTo>
                <a:cubicBezTo>
                  <a:pt x="526" y="685"/>
                  <a:pt x="547" y="674"/>
                  <a:pt x="566" y="662"/>
                </a:cubicBezTo>
                <a:cubicBezTo>
                  <a:pt x="585" y="649"/>
                  <a:pt x="602" y="634"/>
                  <a:pt x="618" y="618"/>
                </a:cubicBezTo>
                <a:cubicBezTo>
                  <a:pt x="634" y="602"/>
                  <a:pt x="649" y="584"/>
                  <a:pt x="662" y="565"/>
                </a:cubicBezTo>
                <a:cubicBezTo>
                  <a:pt x="674" y="546"/>
                  <a:pt x="685" y="526"/>
                  <a:pt x="694" y="505"/>
                </a:cubicBezTo>
                <a:cubicBezTo>
                  <a:pt x="703" y="484"/>
                  <a:pt x="709" y="462"/>
                  <a:pt x="714" y="440"/>
                </a:cubicBezTo>
                <a:cubicBezTo>
                  <a:pt x="718" y="418"/>
                  <a:pt x="720" y="395"/>
                  <a:pt x="720" y="372"/>
                </a:cubicBezTo>
                <a:cubicBezTo>
                  <a:pt x="720" y="348"/>
                  <a:pt x="718" y="325"/>
                  <a:pt x="714" y="303"/>
                </a:cubicBezTo>
                <a:cubicBezTo>
                  <a:pt x="709" y="281"/>
                  <a:pt x="703" y="259"/>
                  <a:pt x="694" y="238"/>
                </a:cubicBezTo>
                <a:cubicBezTo>
                  <a:pt x="685" y="217"/>
                  <a:pt x="674" y="197"/>
                  <a:pt x="662" y="178"/>
                </a:cubicBezTo>
                <a:cubicBezTo>
                  <a:pt x="649" y="159"/>
                  <a:pt x="634" y="141"/>
                  <a:pt x="618" y="125"/>
                </a:cubicBezTo>
                <a:cubicBezTo>
                  <a:pt x="602" y="109"/>
                  <a:pt x="585" y="94"/>
                  <a:pt x="566" y="81"/>
                </a:cubicBezTo>
                <a:cubicBezTo>
                  <a:pt x="547" y="69"/>
                  <a:pt x="526" y="58"/>
                  <a:pt x="505" y="49"/>
                </a:cubicBezTo>
                <a:cubicBezTo>
                  <a:pt x="484" y="41"/>
                  <a:pt x="461" y="34"/>
                  <a:pt x="439" y="29"/>
                </a:cubicBezTo>
                <a:cubicBezTo>
                  <a:pt x="417" y="25"/>
                  <a:pt x="394" y="23"/>
                  <a:pt x="371" y="23"/>
                </a:cubicBezTo>
                <a:close/>
              </a:path>
            </a:pathLst>
          </a:custGeom>
          <a:solidFill>
            <a:srgbClr val="4CD137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823" name="圖片 822"/>
          <p:cNvPicPr/>
          <p:nvPr/>
        </p:nvPicPr>
        <p:blipFill>
          <a:blip r:embed="rId7"/>
          <a:stretch>
            <a:fillRect/>
          </a:stretch>
        </p:blipFill>
        <p:spPr>
          <a:xfrm>
            <a:off x="4019400" y="1404000"/>
            <a:ext cx="1666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4" name="文字框 823"/>
          <p:cNvSpPr txBox="1"/>
          <p:nvPr/>
        </p:nvSpPr>
        <p:spPr>
          <a:xfrm>
            <a:off x="4270320" y="809640"/>
            <a:ext cx="8053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中国内地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25" name="文字框 824"/>
          <p:cNvSpPr txBox="1"/>
          <p:nvPr/>
        </p:nvSpPr>
        <p:spPr>
          <a:xfrm>
            <a:off x="4337280" y="1350360"/>
            <a:ext cx="537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监管理念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26" name="文字框 825"/>
          <p:cNvSpPr txBox="1"/>
          <p:nvPr/>
        </p:nvSpPr>
        <p:spPr>
          <a:xfrm>
            <a:off x="4337280" y="1583640"/>
            <a:ext cx="23475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对加密货币和私人发行的稳定币持严厉禁止态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27" name="任意多邊形 826"/>
          <p:cNvSpPr/>
          <p:nvPr/>
        </p:nvSpPr>
        <p:spPr>
          <a:xfrm>
            <a:off x="3969360" y="2239560"/>
            <a:ext cx="267840" cy="267480"/>
          </a:xfrm>
          <a:custGeom>
            <a:avLst/>
            <a:gdLst/>
            <a:ahLst/>
            <a:cxnLst/>
            <a:rect l="0" t="0" r="r" b="b"/>
            <a:pathLst>
              <a:path w="744" h="743">
                <a:moveTo>
                  <a:pt x="28" y="230"/>
                </a:moveTo>
                <a:cubicBezTo>
                  <a:pt x="47" y="184"/>
                  <a:pt x="74" y="144"/>
                  <a:pt x="108" y="109"/>
                </a:cubicBezTo>
                <a:cubicBezTo>
                  <a:pt x="143" y="74"/>
                  <a:pt x="183" y="47"/>
                  <a:pt x="229" y="28"/>
                </a:cubicBezTo>
                <a:cubicBezTo>
                  <a:pt x="274" y="9"/>
                  <a:pt x="322" y="0"/>
                  <a:pt x="371" y="0"/>
                </a:cubicBezTo>
                <a:cubicBezTo>
                  <a:pt x="420" y="0"/>
                  <a:pt x="468" y="9"/>
                  <a:pt x="514" y="28"/>
                </a:cubicBezTo>
                <a:cubicBezTo>
                  <a:pt x="560" y="47"/>
                  <a:pt x="600" y="74"/>
                  <a:pt x="635" y="109"/>
                </a:cubicBezTo>
                <a:cubicBezTo>
                  <a:pt x="670" y="144"/>
                  <a:pt x="696" y="184"/>
                  <a:pt x="715" y="230"/>
                </a:cubicBezTo>
                <a:cubicBezTo>
                  <a:pt x="734" y="275"/>
                  <a:pt x="744" y="323"/>
                  <a:pt x="744" y="372"/>
                </a:cubicBezTo>
                <a:cubicBezTo>
                  <a:pt x="744" y="421"/>
                  <a:pt x="734" y="469"/>
                  <a:pt x="715" y="514"/>
                </a:cubicBezTo>
                <a:cubicBezTo>
                  <a:pt x="696" y="560"/>
                  <a:pt x="670" y="600"/>
                  <a:pt x="635" y="635"/>
                </a:cubicBezTo>
                <a:cubicBezTo>
                  <a:pt x="600" y="669"/>
                  <a:pt x="560" y="696"/>
                  <a:pt x="514" y="715"/>
                </a:cubicBezTo>
                <a:cubicBezTo>
                  <a:pt x="468" y="734"/>
                  <a:pt x="420" y="743"/>
                  <a:pt x="371" y="743"/>
                </a:cubicBezTo>
                <a:cubicBezTo>
                  <a:pt x="322" y="743"/>
                  <a:pt x="274" y="734"/>
                  <a:pt x="229" y="715"/>
                </a:cubicBezTo>
                <a:cubicBezTo>
                  <a:pt x="183" y="696"/>
                  <a:pt x="143" y="669"/>
                  <a:pt x="108" y="635"/>
                </a:cubicBezTo>
                <a:cubicBezTo>
                  <a:pt x="74" y="600"/>
                  <a:pt x="47" y="560"/>
                  <a:pt x="28" y="514"/>
                </a:cubicBezTo>
                <a:cubicBezTo>
                  <a:pt x="9" y="469"/>
                  <a:pt x="0" y="421"/>
                  <a:pt x="0" y="372"/>
                </a:cubicBezTo>
                <a:cubicBezTo>
                  <a:pt x="0" y="323"/>
                  <a:pt x="9" y="275"/>
                  <a:pt x="28" y="230"/>
                </a:cubicBezTo>
                <a:close/>
              </a:path>
            </a:pathLst>
          </a:custGeom>
          <a:solidFill>
            <a:srgbClr val="4CD137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28" name="任意多邊形 827"/>
          <p:cNvSpPr/>
          <p:nvPr/>
        </p:nvSpPr>
        <p:spPr>
          <a:xfrm>
            <a:off x="3969360" y="2239560"/>
            <a:ext cx="267840" cy="267480"/>
          </a:xfrm>
          <a:custGeom>
            <a:avLst/>
            <a:gdLst/>
            <a:ahLst/>
            <a:cxnLst/>
            <a:rect l="0" t="0" r="r" b="b"/>
            <a:pathLst>
              <a:path w="744" h="743">
                <a:moveTo>
                  <a:pt x="0" y="372"/>
                </a:moveTo>
                <a:cubicBezTo>
                  <a:pt x="0" y="323"/>
                  <a:pt x="9" y="275"/>
                  <a:pt x="28" y="230"/>
                </a:cubicBezTo>
                <a:cubicBezTo>
                  <a:pt x="47" y="184"/>
                  <a:pt x="74" y="144"/>
                  <a:pt x="108" y="109"/>
                </a:cubicBezTo>
                <a:cubicBezTo>
                  <a:pt x="143" y="74"/>
                  <a:pt x="183" y="47"/>
                  <a:pt x="229" y="28"/>
                </a:cubicBezTo>
                <a:cubicBezTo>
                  <a:pt x="274" y="9"/>
                  <a:pt x="322" y="0"/>
                  <a:pt x="371" y="0"/>
                </a:cubicBezTo>
                <a:cubicBezTo>
                  <a:pt x="420" y="0"/>
                  <a:pt x="468" y="9"/>
                  <a:pt x="514" y="28"/>
                </a:cubicBezTo>
                <a:cubicBezTo>
                  <a:pt x="560" y="47"/>
                  <a:pt x="600" y="74"/>
                  <a:pt x="635" y="109"/>
                </a:cubicBezTo>
                <a:cubicBezTo>
                  <a:pt x="670" y="144"/>
                  <a:pt x="696" y="184"/>
                  <a:pt x="715" y="230"/>
                </a:cubicBezTo>
                <a:cubicBezTo>
                  <a:pt x="734" y="275"/>
                  <a:pt x="744" y="323"/>
                  <a:pt x="744" y="372"/>
                </a:cubicBezTo>
                <a:cubicBezTo>
                  <a:pt x="744" y="421"/>
                  <a:pt x="734" y="469"/>
                  <a:pt x="715" y="514"/>
                </a:cubicBezTo>
                <a:cubicBezTo>
                  <a:pt x="696" y="560"/>
                  <a:pt x="670" y="600"/>
                  <a:pt x="635" y="635"/>
                </a:cubicBezTo>
                <a:cubicBezTo>
                  <a:pt x="600" y="669"/>
                  <a:pt x="560" y="696"/>
                  <a:pt x="514" y="715"/>
                </a:cubicBezTo>
                <a:cubicBezTo>
                  <a:pt x="468" y="734"/>
                  <a:pt x="420" y="743"/>
                  <a:pt x="371" y="743"/>
                </a:cubicBezTo>
                <a:cubicBezTo>
                  <a:pt x="322" y="743"/>
                  <a:pt x="274" y="734"/>
                  <a:pt x="229" y="715"/>
                </a:cubicBezTo>
                <a:cubicBezTo>
                  <a:pt x="183" y="696"/>
                  <a:pt x="143" y="669"/>
                  <a:pt x="108" y="635"/>
                </a:cubicBezTo>
                <a:cubicBezTo>
                  <a:pt x="74" y="600"/>
                  <a:pt x="47" y="560"/>
                  <a:pt x="28" y="514"/>
                </a:cubicBezTo>
                <a:cubicBezTo>
                  <a:pt x="9" y="469"/>
                  <a:pt x="0" y="421"/>
                  <a:pt x="0" y="372"/>
                </a:cubicBezTo>
                <a:moveTo>
                  <a:pt x="371" y="23"/>
                </a:moveTo>
                <a:cubicBezTo>
                  <a:pt x="348" y="23"/>
                  <a:pt x="326" y="25"/>
                  <a:pt x="303" y="30"/>
                </a:cubicBezTo>
                <a:cubicBezTo>
                  <a:pt x="281" y="34"/>
                  <a:pt x="259" y="41"/>
                  <a:pt x="238" y="49"/>
                </a:cubicBezTo>
                <a:cubicBezTo>
                  <a:pt x="217" y="58"/>
                  <a:pt x="197" y="69"/>
                  <a:pt x="178" y="81"/>
                </a:cubicBezTo>
                <a:cubicBezTo>
                  <a:pt x="159" y="95"/>
                  <a:pt x="141" y="110"/>
                  <a:pt x="125" y="126"/>
                </a:cubicBezTo>
                <a:cubicBezTo>
                  <a:pt x="109" y="142"/>
                  <a:pt x="94" y="160"/>
                  <a:pt x="82" y="179"/>
                </a:cubicBezTo>
                <a:cubicBezTo>
                  <a:pt x="69" y="198"/>
                  <a:pt x="58" y="218"/>
                  <a:pt x="49" y="239"/>
                </a:cubicBezTo>
                <a:cubicBezTo>
                  <a:pt x="41" y="260"/>
                  <a:pt x="34" y="282"/>
                  <a:pt x="30" y="304"/>
                </a:cubicBezTo>
                <a:cubicBezTo>
                  <a:pt x="25" y="327"/>
                  <a:pt x="23" y="349"/>
                  <a:pt x="23" y="372"/>
                </a:cubicBezTo>
                <a:cubicBezTo>
                  <a:pt x="23" y="395"/>
                  <a:pt x="25" y="418"/>
                  <a:pt x="30" y="440"/>
                </a:cubicBezTo>
                <a:cubicBezTo>
                  <a:pt x="34" y="462"/>
                  <a:pt x="41" y="484"/>
                  <a:pt x="49" y="505"/>
                </a:cubicBezTo>
                <a:cubicBezTo>
                  <a:pt x="58" y="526"/>
                  <a:pt x="69" y="546"/>
                  <a:pt x="82" y="565"/>
                </a:cubicBezTo>
                <a:cubicBezTo>
                  <a:pt x="94" y="584"/>
                  <a:pt x="109" y="602"/>
                  <a:pt x="125" y="618"/>
                </a:cubicBezTo>
                <a:cubicBezTo>
                  <a:pt x="141" y="634"/>
                  <a:pt x="159" y="649"/>
                  <a:pt x="178" y="662"/>
                </a:cubicBezTo>
                <a:cubicBezTo>
                  <a:pt x="197" y="674"/>
                  <a:pt x="217" y="685"/>
                  <a:pt x="238" y="694"/>
                </a:cubicBezTo>
                <a:cubicBezTo>
                  <a:pt x="259" y="702"/>
                  <a:pt x="281" y="709"/>
                  <a:pt x="303" y="714"/>
                </a:cubicBezTo>
                <a:cubicBezTo>
                  <a:pt x="326" y="718"/>
                  <a:pt x="348" y="720"/>
                  <a:pt x="371" y="720"/>
                </a:cubicBezTo>
                <a:cubicBezTo>
                  <a:pt x="394" y="720"/>
                  <a:pt x="417" y="718"/>
                  <a:pt x="439" y="714"/>
                </a:cubicBezTo>
                <a:cubicBezTo>
                  <a:pt x="461" y="709"/>
                  <a:pt x="484" y="702"/>
                  <a:pt x="505" y="694"/>
                </a:cubicBezTo>
                <a:cubicBezTo>
                  <a:pt x="526" y="685"/>
                  <a:pt x="547" y="674"/>
                  <a:pt x="566" y="662"/>
                </a:cubicBezTo>
                <a:cubicBezTo>
                  <a:pt x="585" y="649"/>
                  <a:pt x="602" y="634"/>
                  <a:pt x="618" y="618"/>
                </a:cubicBezTo>
                <a:cubicBezTo>
                  <a:pt x="634" y="602"/>
                  <a:pt x="649" y="584"/>
                  <a:pt x="662" y="565"/>
                </a:cubicBezTo>
                <a:cubicBezTo>
                  <a:pt x="674" y="546"/>
                  <a:pt x="685" y="526"/>
                  <a:pt x="694" y="505"/>
                </a:cubicBezTo>
                <a:cubicBezTo>
                  <a:pt x="703" y="484"/>
                  <a:pt x="709" y="462"/>
                  <a:pt x="714" y="440"/>
                </a:cubicBezTo>
                <a:cubicBezTo>
                  <a:pt x="718" y="418"/>
                  <a:pt x="720" y="395"/>
                  <a:pt x="720" y="372"/>
                </a:cubicBezTo>
                <a:cubicBezTo>
                  <a:pt x="720" y="349"/>
                  <a:pt x="718" y="327"/>
                  <a:pt x="714" y="304"/>
                </a:cubicBezTo>
                <a:cubicBezTo>
                  <a:pt x="709" y="282"/>
                  <a:pt x="703" y="260"/>
                  <a:pt x="694" y="239"/>
                </a:cubicBezTo>
                <a:cubicBezTo>
                  <a:pt x="685" y="218"/>
                  <a:pt x="674" y="198"/>
                  <a:pt x="662" y="179"/>
                </a:cubicBezTo>
                <a:cubicBezTo>
                  <a:pt x="649" y="160"/>
                  <a:pt x="634" y="142"/>
                  <a:pt x="618" y="126"/>
                </a:cubicBezTo>
                <a:cubicBezTo>
                  <a:pt x="602" y="110"/>
                  <a:pt x="585" y="95"/>
                  <a:pt x="566" y="81"/>
                </a:cubicBezTo>
                <a:cubicBezTo>
                  <a:pt x="547" y="69"/>
                  <a:pt x="526" y="58"/>
                  <a:pt x="505" y="49"/>
                </a:cubicBezTo>
                <a:cubicBezTo>
                  <a:pt x="484" y="41"/>
                  <a:pt x="461" y="34"/>
                  <a:pt x="439" y="30"/>
                </a:cubicBezTo>
                <a:cubicBezTo>
                  <a:pt x="417" y="25"/>
                  <a:pt x="394" y="23"/>
                  <a:pt x="371" y="23"/>
                </a:cubicBezTo>
                <a:close/>
              </a:path>
            </a:pathLst>
          </a:custGeom>
          <a:solidFill>
            <a:srgbClr val="4CD137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829" name="圖片 828"/>
          <p:cNvPicPr/>
          <p:nvPr/>
        </p:nvPicPr>
        <p:blipFill>
          <a:blip r:embed="rId8"/>
          <a:stretch>
            <a:fillRect/>
          </a:stretch>
        </p:blipFill>
        <p:spPr>
          <a:xfrm>
            <a:off x="4028040" y="2306520"/>
            <a:ext cx="15012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0" name="文字框 829"/>
          <p:cNvSpPr txBox="1"/>
          <p:nvPr/>
        </p:nvSpPr>
        <p:spPr>
          <a:xfrm>
            <a:off x="4337280" y="1751040"/>
            <a:ext cx="15264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度，强调金融稳定和资本管制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31" name="文字框 830"/>
          <p:cNvSpPr txBox="1"/>
          <p:nvPr/>
        </p:nvSpPr>
        <p:spPr>
          <a:xfrm>
            <a:off x="4337280" y="2252880"/>
            <a:ext cx="537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监管主体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32" name="任意多邊形 831"/>
          <p:cNvSpPr/>
          <p:nvPr/>
        </p:nvSpPr>
        <p:spPr>
          <a:xfrm>
            <a:off x="3969360" y="2974680"/>
            <a:ext cx="267840" cy="267840"/>
          </a:xfrm>
          <a:custGeom>
            <a:avLst/>
            <a:gdLst/>
            <a:ahLst/>
            <a:cxnLst/>
            <a:rect l="0" t="0" r="r" b="b"/>
            <a:pathLst>
              <a:path w="744" h="744">
                <a:moveTo>
                  <a:pt x="28" y="230"/>
                </a:moveTo>
                <a:cubicBezTo>
                  <a:pt x="47" y="184"/>
                  <a:pt x="74" y="144"/>
                  <a:pt x="108" y="109"/>
                </a:cubicBezTo>
                <a:cubicBezTo>
                  <a:pt x="143" y="74"/>
                  <a:pt x="183" y="47"/>
                  <a:pt x="229" y="29"/>
                </a:cubicBezTo>
                <a:cubicBezTo>
                  <a:pt x="274" y="10"/>
                  <a:pt x="322" y="0"/>
                  <a:pt x="371" y="0"/>
                </a:cubicBezTo>
                <a:cubicBezTo>
                  <a:pt x="420" y="0"/>
                  <a:pt x="468" y="10"/>
                  <a:pt x="514" y="29"/>
                </a:cubicBezTo>
                <a:cubicBezTo>
                  <a:pt x="560" y="47"/>
                  <a:pt x="600" y="74"/>
                  <a:pt x="635" y="109"/>
                </a:cubicBezTo>
                <a:cubicBezTo>
                  <a:pt x="670" y="144"/>
                  <a:pt x="696" y="184"/>
                  <a:pt x="715" y="230"/>
                </a:cubicBezTo>
                <a:cubicBezTo>
                  <a:pt x="734" y="276"/>
                  <a:pt x="744" y="324"/>
                  <a:pt x="744" y="373"/>
                </a:cubicBezTo>
                <a:cubicBezTo>
                  <a:pt x="744" y="422"/>
                  <a:pt x="734" y="469"/>
                  <a:pt x="715" y="515"/>
                </a:cubicBezTo>
                <a:cubicBezTo>
                  <a:pt x="696" y="560"/>
                  <a:pt x="670" y="601"/>
                  <a:pt x="635" y="635"/>
                </a:cubicBezTo>
                <a:cubicBezTo>
                  <a:pt x="600" y="670"/>
                  <a:pt x="560" y="697"/>
                  <a:pt x="514" y="716"/>
                </a:cubicBezTo>
                <a:cubicBezTo>
                  <a:pt x="468" y="735"/>
                  <a:pt x="420" y="744"/>
                  <a:pt x="371" y="744"/>
                </a:cubicBezTo>
                <a:cubicBezTo>
                  <a:pt x="322" y="744"/>
                  <a:pt x="274" y="735"/>
                  <a:pt x="229" y="716"/>
                </a:cubicBezTo>
                <a:cubicBezTo>
                  <a:pt x="183" y="697"/>
                  <a:pt x="143" y="670"/>
                  <a:pt x="108" y="635"/>
                </a:cubicBezTo>
                <a:cubicBezTo>
                  <a:pt x="74" y="601"/>
                  <a:pt x="47" y="560"/>
                  <a:pt x="28" y="515"/>
                </a:cubicBezTo>
                <a:cubicBezTo>
                  <a:pt x="9" y="469"/>
                  <a:pt x="0" y="422"/>
                  <a:pt x="0" y="373"/>
                </a:cubicBezTo>
                <a:cubicBezTo>
                  <a:pt x="0" y="323"/>
                  <a:pt x="9" y="276"/>
                  <a:pt x="28" y="230"/>
                </a:cubicBezTo>
                <a:close/>
              </a:path>
            </a:pathLst>
          </a:custGeom>
          <a:solidFill>
            <a:srgbClr val="4CD137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33" name="任意多邊形 832"/>
          <p:cNvSpPr/>
          <p:nvPr/>
        </p:nvSpPr>
        <p:spPr>
          <a:xfrm>
            <a:off x="3969360" y="2974680"/>
            <a:ext cx="267840" cy="267840"/>
          </a:xfrm>
          <a:custGeom>
            <a:avLst/>
            <a:gdLst/>
            <a:ahLst/>
            <a:cxnLst/>
            <a:rect l="0" t="0" r="r" b="b"/>
            <a:pathLst>
              <a:path w="744" h="744">
                <a:moveTo>
                  <a:pt x="0" y="373"/>
                </a:moveTo>
                <a:cubicBezTo>
                  <a:pt x="0" y="324"/>
                  <a:pt x="9" y="276"/>
                  <a:pt x="28" y="230"/>
                </a:cubicBezTo>
                <a:cubicBezTo>
                  <a:pt x="47" y="184"/>
                  <a:pt x="74" y="144"/>
                  <a:pt x="108" y="109"/>
                </a:cubicBezTo>
                <a:cubicBezTo>
                  <a:pt x="143" y="74"/>
                  <a:pt x="183" y="47"/>
                  <a:pt x="229" y="29"/>
                </a:cubicBezTo>
                <a:cubicBezTo>
                  <a:pt x="274" y="10"/>
                  <a:pt x="322" y="0"/>
                  <a:pt x="371" y="0"/>
                </a:cubicBezTo>
                <a:cubicBezTo>
                  <a:pt x="420" y="0"/>
                  <a:pt x="468" y="10"/>
                  <a:pt x="514" y="29"/>
                </a:cubicBezTo>
                <a:cubicBezTo>
                  <a:pt x="560" y="47"/>
                  <a:pt x="600" y="74"/>
                  <a:pt x="635" y="109"/>
                </a:cubicBezTo>
                <a:cubicBezTo>
                  <a:pt x="670" y="144"/>
                  <a:pt x="696" y="184"/>
                  <a:pt x="715" y="230"/>
                </a:cubicBezTo>
                <a:cubicBezTo>
                  <a:pt x="734" y="276"/>
                  <a:pt x="744" y="324"/>
                  <a:pt x="744" y="373"/>
                </a:cubicBezTo>
                <a:cubicBezTo>
                  <a:pt x="744" y="422"/>
                  <a:pt x="734" y="469"/>
                  <a:pt x="715" y="515"/>
                </a:cubicBezTo>
                <a:cubicBezTo>
                  <a:pt x="696" y="560"/>
                  <a:pt x="670" y="601"/>
                  <a:pt x="635" y="635"/>
                </a:cubicBezTo>
                <a:cubicBezTo>
                  <a:pt x="600" y="670"/>
                  <a:pt x="560" y="697"/>
                  <a:pt x="514" y="716"/>
                </a:cubicBezTo>
                <a:cubicBezTo>
                  <a:pt x="468" y="735"/>
                  <a:pt x="420" y="744"/>
                  <a:pt x="371" y="744"/>
                </a:cubicBezTo>
                <a:cubicBezTo>
                  <a:pt x="322" y="744"/>
                  <a:pt x="274" y="735"/>
                  <a:pt x="229" y="716"/>
                </a:cubicBezTo>
                <a:cubicBezTo>
                  <a:pt x="183" y="697"/>
                  <a:pt x="143" y="670"/>
                  <a:pt x="108" y="635"/>
                </a:cubicBezTo>
                <a:cubicBezTo>
                  <a:pt x="74" y="601"/>
                  <a:pt x="47" y="560"/>
                  <a:pt x="28" y="515"/>
                </a:cubicBezTo>
                <a:cubicBezTo>
                  <a:pt x="9" y="469"/>
                  <a:pt x="0" y="422"/>
                  <a:pt x="0" y="373"/>
                </a:cubicBezTo>
                <a:moveTo>
                  <a:pt x="371" y="24"/>
                </a:moveTo>
                <a:cubicBezTo>
                  <a:pt x="348" y="24"/>
                  <a:pt x="326" y="26"/>
                  <a:pt x="303" y="30"/>
                </a:cubicBezTo>
                <a:cubicBezTo>
                  <a:pt x="281" y="35"/>
                  <a:pt x="259" y="41"/>
                  <a:pt x="238" y="50"/>
                </a:cubicBezTo>
                <a:cubicBezTo>
                  <a:pt x="217" y="59"/>
                  <a:pt x="197" y="70"/>
                  <a:pt x="178" y="82"/>
                </a:cubicBezTo>
                <a:cubicBezTo>
                  <a:pt x="159" y="95"/>
                  <a:pt x="141" y="109"/>
                  <a:pt x="125" y="126"/>
                </a:cubicBezTo>
                <a:cubicBezTo>
                  <a:pt x="109" y="142"/>
                  <a:pt x="94" y="159"/>
                  <a:pt x="82" y="178"/>
                </a:cubicBezTo>
                <a:cubicBezTo>
                  <a:pt x="69" y="197"/>
                  <a:pt x="58" y="217"/>
                  <a:pt x="49" y="239"/>
                </a:cubicBezTo>
                <a:cubicBezTo>
                  <a:pt x="41" y="260"/>
                  <a:pt x="34" y="282"/>
                  <a:pt x="30" y="305"/>
                </a:cubicBezTo>
                <a:cubicBezTo>
                  <a:pt x="25" y="327"/>
                  <a:pt x="23" y="350"/>
                  <a:pt x="23" y="373"/>
                </a:cubicBezTo>
                <a:cubicBezTo>
                  <a:pt x="23" y="396"/>
                  <a:pt x="25" y="418"/>
                  <a:pt x="30" y="441"/>
                </a:cubicBezTo>
                <a:cubicBezTo>
                  <a:pt x="34" y="463"/>
                  <a:pt x="41" y="485"/>
                  <a:pt x="49" y="506"/>
                </a:cubicBezTo>
                <a:cubicBezTo>
                  <a:pt x="58" y="527"/>
                  <a:pt x="69" y="547"/>
                  <a:pt x="82" y="566"/>
                </a:cubicBezTo>
                <a:cubicBezTo>
                  <a:pt x="94" y="585"/>
                  <a:pt x="109" y="603"/>
                  <a:pt x="125" y="619"/>
                </a:cubicBezTo>
                <a:cubicBezTo>
                  <a:pt x="141" y="635"/>
                  <a:pt x="159" y="650"/>
                  <a:pt x="178" y="662"/>
                </a:cubicBezTo>
                <a:cubicBezTo>
                  <a:pt x="197" y="675"/>
                  <a:pt x="217" y="686"/>
                  <a:pt x="238" y="694"/>
                </a:cubicBezTo>
                <a:cubicBezTo>
                  <a:pt x="259" y="703"/>
                  <a:pt x="281" y="710"/>
                  <a:pt x="303" y="714"/>
                </a:cubicBezTo>
                <a:cubicBezTo>
                  <a:pt x="326" y="719"/>
                  <a:pt x="348" y="721"/>
                  <a:pt x="371" y="721"/>
                </a:cubicBezTo>
                <a:cubicBezTo>
                  <a:pt x="394" y="721"/>
                  <a:pt x="417" y="719"/>
                  <a:pt x="439" y="714"/>
                </a:cubicBezTo>
                <a:cubicBezTo>
                  <a:pt x="461" y="710"/>
                  <a:pt x="484" y="703"/>
                  <a:pt x="505" y="694"/>
                </a:cubicBezTo>
                <a:cubicBezTo>
                  <a:pt x="526" y="686"/>
                  <a:pt x="547" y="675"/>
                  <a:pt x="566" y="662"/>
                </a:cubicBezTo>
                <a:cubicBezTo>
                  <a:pt x="585" y="650"/>
                  <a:pt x="602" y="635"/>
                  <a:pt x="618" y="619"/>
                </a:cubicBezTo>
                <a:cubicBezTo>
                  <a:pt x="634" y="603"/>
                  <a:pt x="649" y="585"/>
                  <a:pt x="662" y="566"/>
                </a:cubicBezTo>
                <a:cubicBezTo>
                  <a:pt x="674" y="547"/>
                  <a:pt x="685" y="527"/>
                  <a:pt x="694" y="506"/>
                </a:cubicBezTo>
                <a:cubicBezTo>
                  <a:pt x="703" y="485"/>
                  <a:pt x="709" y="463"/>
                  <a:pt x="714" y="441"/>
                </a:cubicBezTo>
                <a:cubicBezTo>
                  <a:pt x="718" y="418"/>
                  <a:pt x="720" y="396"/>
                  <a:pt x="720" y="373"/>
                </a:cubicBezTo>
                <a:cubicBezTo>
                  <a:pt x="720" y="350"/>
                  <a:pt x="718" y="327"/>
                  <a:pt x="714" y="305"/>
                </a:cubicBezTo>
                <a:cubicBezTo>
                  <a:pt x="709" y="282"/>
                  <a:pt x="703" y="260"/>
                  <a:pt x="694" y="239"/>
                </a:cubicBezTo>
                <a:cubicBezTo>
                  <a:pt x="685" y="217"/>
                  <a:pt x="674" y="197"/>
                  <a:pt x="662" y="178"/>
                </a:cubicBezTo>
                <a:cubicBezTo>
                  <a:pt x="649" y="159"/>
                  <a:pt x="634" y="142"/>
                  <a:pt x="618" y="126"/>
                </a:cubicBezTo>
                <a:cubicBezTo>
                  <a:pt x="602" y="109"/>
                  <a:pt x="585" y="95"/>
                  <a:pt x="566" y="82"/>
                </a:cubicBezTo>
                <a:cubicBezTo>
                  <a:pt x="547" y="70"/>
                  <a:pt x="526" y="59"/>
                  <a:pt x="505" y="50"/>
                </a:cubicBezTo>
                <a:cubicBezTo>
                  <a:pt x="484" y="41"/>
                  <a:pt x="461" y="35"/>
                  <a:pt x="439" y="30"/>
                </a:cubicBezTo>
                <a:cubicBezTo>
                  <a:pt x="417" y="26"/>
                  <a:pt x="394" y="24"/>
                  <a:pt x="371" y="24"/>
                </a:cubicBezTo>
                <a:close/>
              </a:path>
            </a:pathLst>
          </a:custGeom>
          <a:solidFill>
            <a:srgbClr val="4CD137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834" name="圖片 833"/>
          <p:cNvPicPr/>
          <p:nvPr/>
        </p:nvPicPr>
        <p:blipFill>
          <a:blip r:embed="rId9"/>
          <a:stretch>
            <a:fillRect/>
          </a:stretch>
        </p:blipFill>
        <p:spPr>
          <a:xfrm>
            <a:off x="4036320" y="304200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5" name="文字框 834"/>
          <p:cNvSpPr txBox="1"/>
          <p:nvPr/>
        </p:nvSpPr>
        <p:spPr>
          <a:xfrm>
            <a:off x="4337280" y="2486160"/>
            <a:ext cx="23475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中国人民银行（央行）主导，多部门协同监管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36" name="任意多邊形 835"/>
          <p:cNvSpPr/>
          <p:nvPr/>
        </p:nvSpPr>
        <p:spPr>
          <a:xfrm>
            <a:off x="4345200" y="3283920"/>
            <a:ext cx="33840" cy="33840"/>
          </a:xfrm>
          <a:custGeom>
            <a:avLst/>
            <a:gdLst/>
            <a:ahLst/>
            <a:cxnLst/>
            <a:rect l="0" t="0" r="r" b="b"/>
            <a:pathLst>
              <a:path w="94" h="94">
                <a:moveTo>
                  <a:pt x="94" y="48"/>
                </a:moveTo>
                <a:cubicBezTo>
                  <a:pt x="94" y="54"/>
                  <a:pt x="93" y="60"/>
                  <a:pt x="91" y="65"/>
                </a:cubicBezTo>
                <a:cubicBezTo>
                  <a:pt x="88" y="71"/>
                  <a:pt x="85" y="76"/>
                  <a:pt x="81" y="80"/>
                </a:cubicBezTo>
                <a:cubicBezTo>
                  <a:pt x="76" y="85"/>
                  <a:pt x="71" y="88"/>
                  <a:pt x="65" y="91"/>
                </a:cubicBezTo>
                <a:cubicBezTo>
                  <a:pt x="60" y="93"/>
                  <a:pt x="54" y="94"/>
                  <a:pt x="48" y="94"/>
                </a:cubicBezTo>
                <a:cubicBezTo>
                  <a:pt x="42" y="94"/>
                  <a:pt x="36" y="93"/>
                  <a:pt x="30" y="91"/>
                </a:cubicBezTo>
                <a:cubicBezTo>
                  <a:pt x="23" y="88"/>
                  <a:pt x="18" y="85"/>
                  <a:pt x="14" y="80"/>
                </a:cubicBezTo>
                <a:cubicBezTo>
                  <a:pt x="10" y="76"/>
                  <a:pt x="6" y="71"/>
                  <a:pt x="4" y="65"/>
                </a:cubicBezTo>
                <a:cubicBezTo>
                  <a:pt x="1" y="60"/>
                  <a:pt x="0" y="54"/>
                  <a:pt x="0" y="48"/>
                </a:cubicBezTo>
                <a:cubicBezTo>
                  <a:pt x="0" y="41"/>
                  <a:pt x="1" y="36"/>
                  <a:pt x="4" y="29"/>
                </a:cubicBezTo>
                <a:cubicBezTo>
                  <a:pt x="6" y="23"/>
                  <a:pt x="10" y="18"/>
                  <a:pt x="14" y="14"/>
                </a:cubicBezTo>
                <a:cubicBezTo>
                  <a:pt x="18" y="9"/>
                  <a:pt x="23" y="6"/>
                  <a:pt x="30" y="4"/>
                </a:cubicBezTo>
                <a:cubicBezTo>
                  <a:pt x="36" y="1"/>
                  <a:pt x="42" y="0"/>
                  <a:pt x="48" y="0"/>
                </a:cubicBezTo>
                <a:cubicBezTo>
                  <a:pt x="54" y="0"/>
                  <a:pt x="60" y="1"/>
                  <a:pt x="65" y="4"/>
                </a:cubicBezTo>
                <a:cubicBezTo>
                  <a:pt x="71" y="6"/>
                  <a:pt x="76" y="9"/>
                  <a:pt x="81" y="14"/>
                </a:cubicBezTo>
                <a:cubicBezTo>
                  <a:pt x="85" y="18"/>
                  <a:pt x="88" y="23"/>
                  <a:pt x="91" y="29"/>
                </a:cubicBezTo>
                <a:cubicBezTo>
                  <a:pt x="93" y="36"/>
                  <a:pt x="94" y="41"/>
                  <a:pt x="94" y="48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37" name="文字框 836"/>
          <p:cNvSpPr txBox="1"/>
          <p:nvPr/>
        </p:nvSpPr>
        <p:spPr>
          <a:xfrm>
            <a:off x="4337280" y="2988360"/>
            <a:ext cx="537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监管重点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38" name="文字框 837"/>
          <p:cNvSpPr txBox="1"/>
          <p:nvPr/>
        </p:nvSpPr>
        <p:spPr>
          <a:xfrm>
            <a:off x="4470840" y="3221640"/>
            <a:ext cx="7048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数字人民币（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39" name="文字框 838"/>
          <p:cNvSpPr txBox="1"/>
          <p:nvPr/>
        </p:nvSpPr>
        <p:spPr>
          <a:xfrm>
            <a:off x="5172840" y="3225600"/>
            <a:ext cx="3567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e-CNY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40" name="任意多邊形 839"/>
          <p:cNvSpPr/>
          <p:nvPr/>
        </p:nvSpPr>
        <p:spPr>
          <a:xfrm>
            <a:off x="4345200" y="3484440"/>
            <a:ext cx="33840" cy="33840"/>
          </a:xfrm>
          <a:custGeom>
            <a:avLst/>
            <a:gdLst/>
            <a:ahLst/>
            <a:cxnLst/>
            <a:rect l="0" t="0" r="r" b="b"/>
            <a:pathLst>
              <a:path w="94" h="94">
                <a:moveTo>
                  <a:pt x="94" y="48"/>
                </a:moveTo>
                <a:cubicBezTo>
                  <a:pt x="94" y="54"/>
                  <a:pt x="93" y="60"/>
                  <a:pt x="91" y="66"/>
                </a:cubicBezTo>
                <a:cubicBezTo>
                  <a:pt x="88" y="71"/>
                  <a:pt x="85" y="76"/>
                  <a:pt x="81" y="81"/>
                </a:cubicBezTo>
                <a:cubicBezTo>
                  <a:pt x="76" y="85"/>
                  <a:pt x="71" y="88"/>
                  <a:pt x="65" y="91"/>
                </a:cubicBezTo>
                <a:cubicBezTo>
                  <a:pt x="60" y="93"/>
                  <a:pt x="54" y="94"/>
                  <a:pt x="48" y="94"/>
                </a:cubicBezTo>
                <a:cubicBezTo>
                  <a:pt x="42" y="94"/>
                  <a:pt x="36" y="93"/>
                  <a:pt x="30" y="91"/>
                </a:cubicBezTo>
                <a:cubicBezTo>
                  <a:pt x="23" y="88"/>
                  <a:pt x="18" y="85"/>
                  <a:pt x="14" y="81"/>
                </a:cubicBezTo>
                <a:cubicBezTo>
                  <a:pt x="10" y="76"/>
                  <a:pt x="6" y="71"/>
                  <a:pt x="4" y="66"/>
                </a:cubicBezTo>
                <a:cubicBezTo>
                  <a:pt x="1" y="60"/>
                  <a:pt x="0" y="54"/>
                  <a:pt x="0" y="48"/>
                </a:cubicBezTo>
                <a:cubicBezTo>
                  <a:pt x="0" y="42"/>
                  <a:pt x="1" y="36"/>
                  <a:pt x="4" y="30"/>
                </a:cubicBezTo>
                <a:cubicBezTo>
                  <a:pt x="6" y="23"/>
                  <a:pt x="10" y="18"/>
                  <a:pt x="14" y="14"/>
                </a:cubicBezTo>
                <a:cubicBezTo>
                  <a:pt x="18" y="10"/>
                  <a:pt x="23" y="6"/>
                  <a:pt x="30" y="4"/>
                </a:cubicBezTo>
                <a:cubicBezTo>
                  <a:pt x="36" y="2"/>
                  <a:pt x="42" y="0"/>
                  <a:pt x="48" y="0"/>
                </a:cubicBezTo>
                <a:cubicBezTo>
                  <a:pt x="54" y="0"/>
                  <a:pt x="60" y="2"/>
                  <a:pt x="65" y="4"/>
                </a:cubicBezTo>
                <a:cubicBezTo>
                  <a:pt x="71" y="6"/>
                  <a:pt x="76" y="10"/>
                  <a:pt x="81" y="14"/>
                </a:cubicBezTo>
                <a:cubicBezTo>
                  <a:pt x="85" y="18"/>
                  <a:pt x="88" y="23"/>
                  <a:pt x="91" y="30"/>
                </a:cubicBezTo>
                <a:cubicBezTo>
                  <a:pt x="93" y="36"/>
                  <a:pt x="94" y="42"/>
                  <a:pt x="94" y="48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41" name="文字框 840"/>
          <p:cNvSpPr txBox="1"/>
          <p:nvPr/>
        </p:nvSpPr>
        <p:spPr>
          <a:xfrm>
            <a:off x="5527800" y="3221640"/>
            <a:ext cx="5875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）跨境试点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42" name="任意多邊形 841"/>
          <p:cNvSpPr/>
          <p:nvPr/>
        </p:nvSpPr>
        <p:spPr>
          <a:xfrm>
            <a:off x="4345200" y="3684960"/>
            <a:ext cx="33840" cy="33840"/>
          </a:xfrm>
          <a:custGeom>
            <a:avLst/>
            <a:gdLst/>
            <a:ahLst/>
            <a:cxnLst/>
            <a:rect l="0" t="0" r="r" b="b"/>
            <a:pathLst>
              <a:path w="94" h="94">
                <a:moveTo>
                  <a:pt x="94" y="48"/>
                </a:moveTo>
                <a:cubicBezTo>
                  <a:pt x="94" y="54"/>
                  <a:pt x="93" y="60"/>
                  <a:pt x="91" y="66"/>
                </a:cubicBezTo>
                <a:cubicBezTo>
                  <a:pt x="88" y="71"/>
                  <a:pt x="85" y="76"/>
                  <a:pt x="81" y="81"/>
                </a:cubicBezTo>
                <a:cubicBezTo>
                  <a:pt x="76" y="85"/>
                  <a:pt x="71" y="88"/>
                  <a:pt x="65" y="91"/>
                </a:cubicBezTo>
                <a:cubicBezTo>
                  <a:pt x="60" y="93"/>
                  <a:pt x="54" y="94"/>
                  <a:pt x="48" y="94"/>
                </a:cubicBezTo>
                <a:cubicBezTo>
                  <a:pt x="42" y="94"/>
                  <a:pt x="36" y="93"/>
                  <a:pt x="30" y="91"/>
                </a:cubicBezTo>
                <a:cubicBezTo>
                  <a:pt x="23" y="88"/>
                  <a:pt x="18" y="85"/>
                  <a:pt x="14" y="81"/>
                </a:cubicBezTo>
                <a:cubicBezTo>
                  <a:pt x="10" y="76"/>
                  <a:pt x="6" y="71"/>
                  <a:pt x="4" y="66"/>
                </a:cubicBezTo>
                <a:cubicBezTo>
                  <a:pt x="1" y="60"/>
                  <a:pt x="0" y="54"/>
                  <a:pt x="0" y="48"/>
                </a:cubicBezTo>
                <a:cubicBezTo>
                  <a:pt x="0" y="42"/>
                  <a:pt x="1" y="36"/>
                  <a:pt x="4" y="30"/>
                </a:cubicBezTo>
                <a:cubicBezTo>
                  <a:pt x="6" y="24"/>
                  <a:pt x="10" y="18"/>
                  <a:pt x="14" y="14"/>
                </a:cubicBezTo>
                <a:cubicBezTo>
                  <a:pt x="18" y="10"/>
                  <a:pt x="23" y="6"/>
                  <a:pt x="30" y="4"/>
                </a:cubicBezTo>
                <a:cubicBezTo>
                  <a:pt x="36" y="2"/>
                  <a:pt x="42" y="0"/>
                  <a:pt x="48" y="0"/>
                </a:cubicBezTo>
                <a:cubicBezTo>
                  <a:pt x="54" y="0"/>
                  <a:pt x="60" y="2"/>
                  <a:pt x="65" y="4"/>
                </a:cubicBezTo>
                <a:cubicBezTo>
                  <a:pt x="71" y="6"/>
                  <a:pt x="76" y="10"/>
                  <a:pt x="81" y="14"/>
                </a:cubicBezTo>
                <a:cubicBezTo>
                  <a:pt x="85" y="18"/>
                  <a:pt x="88" y="24"/>
                  <a:pt x="91" y="30"/>
                </a:cubicBezTo>
                <a:cubicBezTo>
                  <a:pt x="93" y="36"/>
                  <a:pt x="94" y="42"/>
                  <a:pt x="94" y="48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43" name="文字框 842"/>
          <p:cNvSpPr txBox="1"/>
          <p:nvPr/>
        </p:nvSpPr>
        <p:spPr>
          <a:xfrm>
            <a:off x="4470840" y="3422160"/>
            <a:ext cx="7048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资本账户管制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44" name="文字框 843"/>
          <p:cNvSpPr txBox="1"/>
          <p:nvPr/>
        </p:nvSpPr>
        <p:spPr>
          <a:xfrm>
            <a:off x="4470840" y="3622680"/>
            <a:ext cx="4701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反洗钱（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45" name="文字框 844"/>
          <p:cNvSpPr txBox="1"/>
          <p:nvPr/>
        </p:nvSpPr>
        <p:spPr>
          <a:xfrm>
            <a:off x="4938840" y="3627000"/>
            <a:ext cx="2476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AML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46" name="文字框 845"/>
          <p:cNvSpPr txBox="1"/>
          <p:nvPr/>
        </p:nvSpPr>
        <p:spPr>
          <a:xfrm>
            <a:off x="5185080" y="3622680"/>
            <a:ext cx="1174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）和反恐怖主义融资（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47" name="文字框 846"/>
          <p:cNvSpPr txBox="1"/>
          <p:nvPr/>
        </p:nvSpPr>
        <p:spPr>
          <a:xfrm>
            <a:off x="6355080" y="3627000"/>
            <a:ext cx="2217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CFT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48" name="任意多邊形 847"/>
          <p:cNvSpPr/>
          <p:nvPr/>
        </p:nvSpPr>
        <p:spPr>
          <a:xfrm>
            <a:off x="4345200" y="3885840"/>
            <a:ext cx="33840" cy="33480"/>
          </a:xfrm>
          <a:custGeom>
            <a:avLst/>
            <a:gdLst/>
            <a:ahLst/>
            <a:cxnLst/>
            <a:rect l="0" t="0" r="r" b="b"/>
            <a:pathLst>
              <a:path w="94" h="93">
                <a:moveTo>
                  <a:pt x="94" y="47"/>
                </a:moveTo>
                <a:cubicBezTo>
                  <a:pt x="94" y="53"/>
                  <a:pt x="93" y="59"/>
                  <a:pt x="91" y="65"/>
                </a:cubicBezTo>
                <a:cubicBezTo>
                  <a:pt x="88" y="70"/>
                  <a:pt x="85" y="75"/>
                  <a:pt x="81" y="80"/>
                </a:cubicBezTo>
                <a:cubicBezTo>
                  <a:pt x="76" y="84"/>
                  <a:pt x="71" y="88"/>
                  <a:pt x="65" y="90"/>
                </a:cubicBezTo>
                <a:cubicBezTo>
                  <a:pt x="60" y="92"/>
                  <a:pt x="54" y="93"/>
                  <a:pt x="48" y="93"/>
                </a:cubicBezTo>
                <a:cubicBezTo>
                  <a:pt x="42" y="93"/>
                  <a:pt x="36" y="92"/>
                  <a:pt x="30" y="90"/>
                </a:cubicBezTo>
                <a:cubicBezTo>
                  <a:pt x="23" y="88"/>
                  <a:pt x="18" y="84"/>
                  <a:pt x="14" y="80"/>
                </a:cubicBezTo>
                <a:cubicBezTo>
                  <a:pt x="10" y="75"/>
                  <a:pt x="6" y="70"/>
                  <a:pt x="4" y="65"/>
                </a:cubicBezTo>
                <a:cubicBezTo>
                  <a:pt x="1" y="59"/>
                  <a:pt x="0" y="53"/>
                  <a:pt x="0" y="47"/>
                </a:cubicBezTo>
                <a:cubicBezTo>
                  <a:pt x="0" y="41"/>
                  <a:pt x="1" y="35"/>
                  <a:pt x="4" y="29"/>
                </a:cubicBezTo>
                <a:cubicBezTo>
                  <a:pt x="6" y="24"/>
                  <a:pt x="10" y="19"/>
                  <a:pt x="14" y="13"/>
                </a:cubicBezTo>
                <a:cubicBezTo>
                  <a:pt x="18" y="9"/>
                  <a:pt x="23" y="5"/>
                  <a:pt x="30" y="3"/>
                </a:cubicBezTo>
                <a:cubicBezTo>
                  <a:pt x="36" y="1"/>
                  <a:pt x="42" y="0"/>
                  <a:pt x="48" y="0"/>
                </a:cubicBezTo>
                <a:cubicBezTo>
                  <a:pt x="54" y="0"/>
                  <a:pt x="60" y="1"/>
                  <a:pt x="65" y="3"/>
                </a:cubicBezTo>
                <a:cubicBezTo>
                  <a:pt x="71" y="5"/>
                  <a:pt x="76" y="9"/>
                  <a:pt x="81" y="13"/>
                </a:cubicBezTo>
                <a:cubicBezTo>
                  <a:pt x="85" y="19"/>
                  <a:pt x="88" y="24"/>
                  <a:pt x="91" y="29"/>
                </a:cubicBezTo>
                <a:cubicBezTo>
                  <a:pt x="93" y="35"/>
                  <a:pt x="94" y="41"/>
                  <a:pt x="94" y="4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49" name="文字框 848"/>
          <p:cNvSpPr txBox="1"/>
          <p:nvPr/>
        </p:nvSpPr>
        <p:spPr>
          <a:xfrm>
            <a:off x="6573240" y="3622680"/>
            <a:ext cx="1180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）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50" name="任意多邊形 849"/>
          <p:cNvSpPr/>
          <p:nvPr/>
        </p:nvSpPr>
        <p:spPr>
          <a:xfrm>
            <a:off x="4345200" y="4086360"/>
            <a:ext cx="33840" cy="33840"/>
          </a:xfrm>
          <a:custGeom>
            <a:avLst/>
            <a:gdLst/>
            <a:ahLst/>
            <a:cxnLst/>
            <a:rect l="0" t="0" r="r" b="b"/>
            <a:pathLst>
              <a:path w="94" h="94">
                <a:moveTo>
                  <a:pt x="94" y="47"/>
                </a:moveTo>
                <a:cubicBezTo>
                  <a:pt x="94" y="53"/>
                  <a:pt x="93" y="59"/>
                  <a:pt x="91" y="65"/>
                </a:cubicBezTo>
                <a:cubicBezTo>
                  <a:pt x="88" y="71"/>
                  <a:pt x="85" y="76"/>
                  <a:pt x="81" y="80"/>
                </a:cubicBezTo>
                <a:cubicBezTo>
                  <a:pt x="76" y="84"/>
                  <a:pt x="71" y="88"/>
                  <a:pt x="65" y="90"/>
                </a:cubicBezTo>
                <a:cubicBezTo>
                  <a:pt x="60" y="92"/>
                  <a:pt x="54" y="94"/>
                  <a:pt x="48" y="94"/>
                </a:cubicBezTo>
                <a:cubicBezTo>
                  <a:pt x="42" y="94"/>
                  <a:pt x="36" y="92"/>
                  <a:pt x="30" y="90"/>
                </a:cubicBezTo>
                <a:cubicBezTo>
                  <a:pt x="23" y="88"/>
                  <a:pt x="18" y="84"/>
                  <a:pt x="14" y="80"/>
                </a:cubicBezTo>
                <a:cubicBezTo>
                  <a:pt x="10" y="76"/>
                  <a:pt x="6" y="71"/>
                  <a:pt x="4" y="65"/>
                </a:cubicBezTo>
                <a:cubicBezTo>
                  <a:pt x="1" y="59"/>
                  <a:pt x="0" y="53"/>
                  <a:pt x="0" y="47"/>
                </a:cubicBezTo>
                <a:cubicBezTo>
                  <a:pt x="0" y="41"/>
                  <a:pt x="1" y="35"/>
                  <a:pt x="4" y="29"/>
                </a:cubicBezTo>
                <a:cubicBezTo>
                  <a:pt x="6" y="24"/>
                  <a:pt x="10" y="19"/>
                  <a:pt x="14" y="14"/>
                </a:cubicBezTo>
                <a:cubicBezTo>
                  <a:pt x="18" y="9"/>
                  <a:pt x="23" y="6"/>
                  <a:pt x="30" y="3"/>
                </a:cubicBezTo>
                <a:cubicBezTo>
                  <a:pt x="36" y="1"/>
                  <a:pt x="42" y="0"/>
                  <a:pt x="48" y="0"/>
                </a:cubicBezTo>
                <a:cubicBezTo>
                  <a:pt x="54" y="0"/>
                  <a:pt x="60" y="1"/>
                  <a:pt x="65" y="3"/>
                </a:cubicBezTo>
                <a:cubicBezTo>
                  <a:pt x="71" y="6"/>
                  <a:pt x="76" y="9"/>
                  <a:pt x="81" y="14"/>
                </a:cubicBezTo>
                <a:cubicBezTo>
                  <a:pt x="85" y="19"/>
                  <a:pt x="88" y="24"/>
                  <a:pt x="91" y="29"/>
                </a:cubicBezTo>
                <a:cubicBezTo>
                  <a:pt x="93" y="35"/>
                  <a:pt x="94" y="41"/>
                  <a:pt x="94" y="4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51" name="文字框 850"/>
          <p:cNvSpPr txBox="1"/>
          <p:nvPr/>
        </p:nvSpPr>
        <p:spPr>
          <a:xfrm>
            <a:off x="4470840" y="3823200"/>
            <a:ext cx="14090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金融稳定和支付系统完整性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52" name="任意多邊形 851"/>
          <p:cNvSpPr/>
          <p:nvPr/>
        </p:nvSpPr>
        <p:spPr>
          <a:xfrm>
            <a:off x="7061400" y="768600"/>
            <a:ext cx="334440" cy="334800"/>
          </a:xfrm>
          <a:custGeom>
            <a:avLst/>
            <a:gdLst/>
            <a:ahLst/>
            <a:cxnLst/>
            <a:rect l="0" t="0" r="r" b="b"/>
            <a:pathLst>
              <a:path w="929" h="930">
                <a:moveTo>
                  <a:pt x="929" y="465"/>
                </a:moveTo>
                <a:cubicBezTo>
                  <a:pt x="929" y="496"/>
                  <a:pt x="926" y="526"/>
                  <a:pt x="920" y="556"/>
                </a:cubicBezTo>
                <a:cubicBezTo>
                  <a:pt x="914" y="586"/>
                  <a:pt x="905" y="615"/>
                  <a:pt x="894" y="643"/>
                </a:cubicBezTo>
                <a:cubicBezTo>
                  <a:pt x="882" y="671"/>
                  <a:pt x="868" y="698"/>
                  <a:pt x="851" y="723"/>
                </a:cubicBezTo>
                <a:cubicBezTo>
                  <a:pt x="834" y="749"/>
                  <a:pt x="815" y="772"/>
                  <a:pt x="793" y="794"/>
                </a:cubicBezTo>
                <a:cubicBezTo>
                  <a:pt x="772" y="815"/>
                  <a:pt x="748" y="834"/>
                  <a:pt x="723" y="851"/>
                </a:cubicBezTo>
                <a:cubicBezTo>
                  <a:pt x="697" y="868"/>
                  <a:pt x="671" y="883"/>
                  <a:pt x="642" y="894"/>
                </a:cubicBezTo>
                <a:cubicBezTo>
                  <a:pt x="614" y="906"/>
                  <a:pt x="585" y="915"/>
                  <a:pt x="555" y="921"/>
                </a:cubicBezTo>
                <a:cubicBezTo>
                  <a:pt x="525" y="927"/>
                  <a:pt x="495" y="930"/>
                  <a:pt x="465" y="930"/>
                </a:cubicBezTo>
                <a:cubicBezTo>
                  <a:pt x="434" y="930"/>
                  <a:pt x="404" y="927"/>
                  <a:pt x="374" y="921"/>
                </a:cubicBezTo>
                <a:cubicBezTo>
                  <a:pt x="344" y="915"/>
                  <a:pt x="314" y="906"/>
                  <a:pt x="286" y="894"/>
                </a:cubicBezTo>
                <a:cubicBezTo>
                  <a:pt x="258" y="883"/>
                  <a:pt x="231" y="868"/>
                  <a:pt x="206" y="851"/>
                </a:cubicBezTo>
                <a:cubicBezTo>
                  <a:pt x="181" y="834"/>
                  <a:pt x="157" y="815"/>
                  <a:pt x="136" y="794"/>
                </a:cubicBezTo>
                <a:cubicBezTo>
                  <a:pt x="114" y="772"/>
                  <a:pt x="95" y="749"/>
                  <a:pt x="78" y="723"/>
                </a:cubicBezTo>
                <a:cubicBezTo>
                  <a:pt x="61" y="698"/>
                  <a:pt x="47" y="671"/>
                  <a:pt x="35" y="643"/>
                </a:cubicBezTo>
                <a:cubicBezTo>
                  <a:pt x="23" y="615"/>
                  <a:pt x="14" y="586"/>
                  <a:pt x="8" y="556"/>
                </a:cubicBezTo>
                <a:cubicBezTo>
                  <a:pt x="3" y="526"/>
                  <a:pt x="0" y="496"/>
                  <a:pt x="0" y="465"/>
                </a:cubicBezTo>
                <a:cubicBezTo>
                  <a:pt x="0" y="435"/>
                  <a:pt x="3" y="405"/>
                  <a:pt x="8" y="375"/>
                </a:cubicBezTo>
                <a:cubicBezTo>
                  <a:pt x="14" y="345"/>
                  <a:pt x="23" y="316"/>
                  <a:pt x="35" y="288"/>
                </a:cubicBezTo>
                <a:cubicBezTo>
                  <a:pt x="47" y="260"/>
                  <a:pt x="61" y="233"/>
                  <a:pt x="78" y="207"/>
                </a:cubicBezTo>
                <a:cubicBezTo>
                  <a:pt x="95" y="181"/>
                  <a:pt x="114" y="158"/>
                  <a:pt x="136" y="136"/>
                </a:cubicBezTo>
                <a:cubicBezTo>
                  <a:pt x="157" y="115"/>
                  <a:pt x="181" y="95"/>
                  <a:pt x="206" y="78"/>
                </a:cubicBezTo>
                <a:cubicBezTo>
                  <a:pt x="231" y="61"/>
                  <a:pt x="258" y="47"/>
                  <a:pt x="286" y="35"/>
                </a:cubicBezTo>
                <a:cubicBezTo>
                  <a:pt x="314" y="24"/>
                  <a:pt x="344" y="15"/>
                  <a:pt x="374" y="9"/>
                </a:cubicBezTo>
                <a:cubicBezTo>
                  <a:pt x="404" y="3"/>
                  <a:pt x="434" y="0"/>
                  <a:pt x="465" y="0"/>
                </a:cubicBezTo>
                <a:cubicBezTo>
                  <a:pt x="495" y="0"/>
                  <a:pt x="525" y="3"/>
                  <a:pt x="555" y="9"/>
                </a:cubicBezTo>
                <a:cubicBezTo>
                  <a:pt x="585" y="15"/>
                  <a:pt x="614" y="24"/>
                  <a:pt x="642" y="35"/>
                </a:cubicBezTo>
                <a:cubicBezTo>
                  <a:pt x="671" y="47"/>
                  <a:pt x="697" y="61"/>
                  <a:pt x="723" y="78"/>
                </a:cubicBezTo>
                <a:cubicBezTo>
                  <a:pt x="748" y="95"/>
                  <a:pt x="772" y="115"/>
                  <a:pt x="793" y="136"/>
                </a:cubicBezTo>
                <a:cubicBezTo>
                  <a:pt x="815" y="158"/>
                  <a:pt x="834" y="181"/>
                  <a:pt x="851" y="207"/>
                </a:cubicBezTo>
                <a:cubicBezTo>
                  <a:pt x="868" y="233"/>
                  <a:pt x="882" y="260"/>
                  <a:pt x="894" y="288"/>
                </a:cubicBezTo>
                <a:cubicBezTo>
                  <a:pt x="905" y="316"/>
                  <a:pt x="914" y="345"/>
                  <a:pt x="920" y="375"/>
                </a:cubicBezTo>
                <a:cubicBezTo>
                  <a:pt x="926" y="405"/>
                  <a:pt x="929" y="435"/>
                  <a:pt x="929" y="465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853" name="圖片 852"/>
          <p:cNvPicPr/>
          <p:nvPr/>
        </p:nvPicPr>
        <p:blipFill>
          <a:blip r:embed="rId10"/>
          <a:stretch>
            <a:fillRect/>
          </a:stretch>
        </p:blipFill>
        <p:spPr>
          <a:xfrm>
            <a:off x="7161840" y="86904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4" name="文字框 853"/>
          <p:cNvSpPr txBox="1"/>
          <p:nvPr/>
        </p:nvSpPr>
        <p:spPr>
          <a:xfrm>
            <a:off x="4470840" y="4024080"/>
            <a:ext cx="9396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跨境资金流动监测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55" name="任意多邊形 854"/>
          <p:cNvSpPr/>
          <p:nvPr/>
        </p:nvSpPr>
        <p:spPr>
          <a:xfrm>
            <a:off x="7077960" y="1236600"/>
            <a:ext cx="3008880" cy="769320"/>
          </a:xfrm>
          <a:custGeom>
            <a:avLst/>
            <a:gdLst/>
            <a:ahLst/>
            <a:cxnLst/>
            <a:rect l="0" t="0" r="r" b="b"/>
            <a:pathLst>
              <a:path w="8358" h="2137">
                <a:moveTo>
                  <a:pt x="0" y="1951"/>
                </a:moveTo>
                <a:lnTo>
                  <a:pt x="0" y="186"/>
                </a:lnTo>
                <a:cubicBezTo>
                  <a:pt x="0" y="174"/>
                  <a:pt x="1" y="161"/>
                  <a:pt x="3" y="150"/>
                </a:cubicBezTo>
                <a:cubicBezTo>
                  <a:pt x="4" y="138"/>
                  <a:pt x="7" y="126"/>
                  <a:pt x="11" y="115"/>
                </a:cubicBezTo>
                <a:cubicBezTo>
                  <a:pt x="14" y="103"/>
                  <a:pt x="18" y="93"/>
                  <a:pt x="23" y="83"/>
                </a:cubicBezTo>
                <a:cubicBezTo>
                  <a:pt x="29" y="72"/>
                  <a:pt x="34" y="63"/>
                  <a:pt x="41" y="54"/>
                </a:cubicBezTo>
                <a:cubicBezTo>
                  <a:pt x="47" y="46"/>
                  <a:pt x="54" y="38"/>
                  <a:pt x="62" y="31"/>
                </a:cubicBezTo>
                <a:cubicBezTo>
                  <a:pt x="69" y="25"/>
                  <a:pt x="77" y="19"/>
                  <a:pt x="86" y="14"/>
                </a:cubicBezTo>
                <a:cubicBezTo>
                  <a:pt x="94" y="10"/>
                  <a:pt x="103" y="6"/>
                  <a:pt x="112" y="4"/>
                </a:cubicBezTo>
                <a:cubicBezTo>
                  <a:pt x="121" y="1"/>
                  <a:pt x="130" y="0"/>
                  <a:pt x="139" y="0"/>
                </a:cubicBezTo>
                <a:lnTo>
                  <a:pt x="8172" y="0"/>
                </a:lnTo>
                <a:cubicBezTo>
                  <a:pt x="8184" y="0"/>
                  <a:pt x="8196" y="1"/>
                  <a:pt x="8208" y="4"/>
                </a:cubicBezTo>
                <a:cubicBezTo>
                  <a:pt x="8220" y="6"/>
                  <a:pt x="8232" y="10"/>
                  <a:pt x="8243" y="14"/>
                </a:cubicBezTo>
                <a:cubicBezTo>
                  <a:pt x="8254" y="19"/>
                  <a:pt x="8265" y="25"/>
                  <a:pt x="8275" y="31"/>
                </a:cubicBezTo>
                <a:cubicBezTo>
                  <a:pt x="8285" y="38"/>
                  <a:pt x="8295" y="46"/>
                  <a:pt x="8303" y="54"/>
                </a:cubicBezTo>
                <a:cubicBezTo>
                  <a:pt x="8312" y="63"/>
                  <a:pt x="8320" y="72"/>
                  <a:pt x="8326" y="83"/>
                </a:cubicBezTo>
                <a:cubicBezTo>
                  <a:pt x="8333" y="93"/>
                  <a:pt x="8339" y="103"/>
                  <a:pt x="8344" y="115"/>
                </a:cubicBezTo>
                <a:cubicBezTo>
                  <a:pt x="8348" y="126"/>
                  <a:pt x="8352" y="138"/>
                  <a:pt x="8354" y="150"/>
                </a:cubicBezTo>
                <a:cubicBezTo>
                  <a:pt x="8356" y="161"/>
                  <a:pt x="8358" y="174"/>
                  <a:pt x="8358" y="186"/>
                </a:cubicBezTo>
                <a:lnTo>
                  <a:pt x="8358" y="1951"/>
                </a:lnTo>
                <a:cubicBezTo>
                  <a:pt x="8358" y="1963"/>
                  <a:pt x="8356" y="1975"/>
                  <a:pt x="8354" y="1987"/>
                </a:cubicBezTo>
                <a:cubicBezTo>
                  <a:pt x="8352" y="1999"/>
                  <a:pt x="8348" y="2011"/>
                  <a:pt x="8344" y="2022"/>
                </a:cubicBezTo>
                <a:cubicBezTo>
                  <a:pt x="8339" y="2033"/>
                  <a:pt x="8333" y="2044"/>
                  <a:pt x="8326" y="2054"/>
                </a:cubicBezTo>
                <a:cubicBezTo>
                  <a:pt x="8320" y="2064"/>
                  <a:pt x="8312" y="2074"/>
                  <a:pt x="8303" y="2082"/>
                </a:cubicBezTo>
                <a:cubicBezTo>
                  <a:pt x="8295" y="2091"/>
                  <a:pt x="8285" y="2099"/>
                  <a:pt x="8275" y="2105"/>
                </a:cubicBezTo>
                <a:cubicBezTo>
                  <a:pt x="8265" y="2112"/>
                  <a:pt x="8254" y="2118"/>
                  <a:pt x="8243" y="2122"/>
                </a:cubicBezTo>
                <a:cubicBezTo>
                  <a:pt x="8232" y="2127"/>
                  <a:pt x="8220" y="2131"/>
                  <a:pt x="8208" y="2133"/>
                </a:cubicBezTo>
                <a:cubicBezTo>
                  <a:pt x="8196" y="2135"/>
                  <a:pt x="8184" y="2137"/>
                  <a:pt x="8172" y="2137"/>
                </a:cubicBezTo>
                <a:lnTo>
                  <a:pt x="139" y="2137"/>
                </a:lnTo>
                <a:cubicBezTo>
                  <a:pt x="130" y="2137"/>
                  <a:pt x="121" y="2135"/>
                  <a:pt x="112" y="2133"/>
                </a:cubicBezTo>
                <a:cubicBezTo>
                  <a:pt x="103" y="2131"/>
                  <a:pt x="94" y="2127"/>
                  <a:pt x="86" y="2122"/>
                </a:cubicBezTo>
                <a:cubicBezTo>
                  <a:pt x="77" y="2118"/>
                  <a:pt x="69" y="2112"/>
                  <a:pt x="62" y="2105"/>
                </a:cubicBezTo>
                <a:cubicBezTo>
                  <a:pt x="54" y="2099"/>
                  <a:pt x="47" y="2091"/>
                  <a:pt x="41" y="2082"/>
                </a:cubicBezTo>
                <a:cubicBezTo>
                  <a:pt x="34" y="2074"/>
                  <a:pt x="29" y="2064"/>
                  <a:pt x="23" y="2054"/>
                </a:cubicBezTo>
                <a:cubicBezTo>
                  <a:pt x="18" y="2044"/>
                  <a:pt x="14" y="2033"/>
                  <a:pt x="11" y="2022"/>
                </a:cubicBezTo>
                <a:cubicBezTo>
                  <a:pt x="7" y="2011"/>
                  <a:pt x="4" y="1999"/>
                  <a:pt x="3" y="1987"/>
                </a:cubicBezTo>
                <a:cubicBezTo>
                  <a:pt x="1" y="1975"/>
                  <a:pt x="0" y="1963"/>
                  <a:pt x="0" y="1951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56" name="任意多邊形 855"/>
          <p:cNvSpPr/>
          <p:nvPr/>
        </p:nvSpPr>
        <p:spPr>
          <a:xfrm>
            <a:off x="7061400" y="1236600"/>
            <a:ext cx="66960" cy="769320"/>
          </a:xfrm>
          <a:custGeom>
            <a:avLst/>
            <a:gdLst/>
            <a:ahLst/>
            <a:cxnLst/>
            <a:rect l="0" t="0" r="r" b="b"/>
            <a:pathLst>
              <a:path w="186" h="2137">
                <a:moveTo>
                  <a:pt x="151" y="14"/>
                </a:moveTo>
                <a:cubicBezTo>
                  <a:pt x="139" y="24"/>
                  <a:pt x="129" y="37"/>
                  <a:pt x="121" y="54"/>
                </a:cubicBezTo>
                <a:cubicBezTo>
                  <a:pt x="112" y="72"/>
                  <a:pt x="105" y="92"/>
                  <a:pt x="100" y="115"/>
                </a:cubicBezTo>
                <a:cubicBezTo>
                  <a:pt x="96" y="137"/>
                  <a:pt x="93" y="161"/>
                  <a:pt x="93" y="186"/>
                </a:cubicBezTo>
                <a:lnTo>
                  <a:pt x="93" y="1951"/>
                </a:lnTo>
                <a:cubicBezTo>
                  <a:pt x="93" y="1976"/>
                  <a:pt x="96" y="1999"/>
                  <a:pt x="100" y="2022"/>
                </a:cubicBezTo>
                <a:cubicBezTo>
                  <a:pt x="105" y="2045"/>
                  <a:pt x="112" y="2065"/>
                  <a:pt x="121" y="2082"/>
                </a:cubicBezTo>
                <a:cubicBezTo>
                  <a:pt x="129" y="2100"/>
                  <a:pt x="139" y="2113"/>
                  <a:pt x="151" y="2122"/>
                </a:cubicBezTo>
                <a:cubicBezTo>
                  <a:pt x="162" y="2132"/>
                  <a:pt x="174" y="2137"/>
                  <a:pt x="186" y="2137"/>
                </a:cubicBezTo>
                <a:cubicBezTo>
                  <a:pt x="162" y="2137"/>
                  <a:pt x="138" y="2132"/>
                  <a:pt x="115" y="2122"/>
                </a:cubicBezTo>
                <a:cubicBezTo>
                  <a:pt x="92" y="2113"/>
                  <a:pt x="71" y="2100"/>
                  <a:pt x="54" y="2082"/>
                </a:cubicBezTo>
                <a:cubicBezTo>
                  <a:pt x="37" y="2065"/>
                  <a:pt x="23" y="2045"/>
                  <a:pt x="14" y="2022"/>
                </a:cubicBezTo>
                <a:cubicBezTo>
                  <a:pt x="4" y="1999"/>
                  <a:pt x="0" y="1976"/>
                  <a:pt x="0" y="1951"/>
                </a:cubicBezTo>
                <a:lnTo>
                  <a:pt x="0" y="186"/>
                </a:lnTo>
                <a:cubicBezTo>
                  <a:pt x="0" y="161"/>
                  <a:pt x="4" y="137"/>
                  <a:pt x="14" y="115"/>
                </a:cubicBezTo>
                <a:cubicBezTo>
                  <a:pt x="23" y="92"/>
                  <a:pt x="37" y="72"/>
                  <a:pt x="54" y="54"/>
                </a:cubicBezTo>
                <a:cubicBezTo>
                  <a:pt x="71" y="37"/>
                  <a:pt x="92" y="24"/>
                  <a:pt x="115" y="14"/>
                </a:cubicBezTo>
                <a:cubicBezTo>
                  <a:pt x="138" y="5"/>
                  <a:pt x="162" y="0"/>
                  <a:pt x="186" y="0"/>
                </a:cubicBezTo>
                <a:cubicBezTo>
                  <a:pt x="174" y="0"/>
                  <a:pt x="162" y="5"/>
                  <a:pt x="151" y="14"/>
                </a:cubicBezTo>
                <a:close/>
              </a:path>
            </a:pathLst>
          </a:custGeom>
          <a:solidFill>
            <a:srgbClr val="3182C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57" name="任意多邊形 856"/>
          <p:cNvSpPr/>
          <p:nvPr/>
        </p:nvSpPr>
        <p:spPr>
          <a:xfrm>
            <a:off x="7077960" y="2139120"/>
            <a:ext cx="3008880" cy="769320"/>
          </a:xfrm>
          <a:custGeom>
            <a:avLst/>
            <a:gdLst/>
            <a:ahLst/>
            <a:cxnLst/>
            <a:rect l="0" t="0" r="r" b="b"/>
            <a:pathLst>
              <a:path w="8358" h="2137">
                <a:moveTo>
                  <a:pt x="0" y="1951"/>
                </a:moveTo>
                <a:lnTo>
                  <a:pt x="0" y="186"/>
                </a:lnTo>
                <a:cubicBezTo>
                  <a:pt x="0" y="174"/>
                  <a:pt x="1" y="161"/>
                  <a:pt x="3" y="150"/>
                </a:cubicBezTo>
                <a:cubicBezTo>
                  <a:pt x="4" y="138"/>
                  <a:pt x="7" y="126"/>
                  <a:pt x="11" y="115"/>
                </a:cubicBezTo>
                <a:cubicBezTo>
                  <a:pt x="14" y="103"/>
                  <a:pt x="18" y="93"/>
                  <a:pt x="23" y="83"/>
                </a:cubicBezTo>
                <a:cubicBezTo>
                  <a:pt x="29" y="72"/>
                  <a:pt x="34" y="63"/>
                  <a:pt x="41" y="54"/>
                </a:cubicBezTo>
                <a:cubicBezTo>
                  <a:pt x="47" y="46"/>
                  <a:pt x="54" y="38"/>
                  <a:pt x="62" y="31"/>
                </a:cubicBezTo>
                <a:cubicBezTo>
                  <a:pt x="69" y="25"/>
                  <a:pt x="77" y="19"/>
                  <a:pt x="86" y="14"/>
                </a:cubicBezTo>
                <a:cubicBezTo>
                  <a:pt x="94" y="10"/>
                  <a:pt x="103" y="6"/>
                  <a:pt x="112" y="4"/>
                </a:cubicBezTo>
                <a:cubicBezTo>
                  <a:pt x="121" y="1"/>
                  <a:pt x="130" y="0"/>
                  <a:pt x="139" y="0"/>
                </a:cubicBezTo>
                <a:lnTo>
                  <a:pt x="8172" y="0"/>
                </a:lnTo>
                <a:cubicBezTo>
                  <a:pt x="8184" y="0"/>
                  <a:pt x="8196" y="1"/>
                  <a:pt x="8208" y="4"/>
                </a:cubicBezTo>
                <a:cubicBezTo>
                  <a:pt x="8220" y="6"/>
                  <a:pt x="8232" y="10"/>
                  <a:pt x="8243" y="14"/>
                </a:cubicBezTo>
                <a:cubicBezTo>
                  <a:pt x="8254" y="19"/>
                  <a:pt x="8265" y="25"/>
                  <a:pt x="8275" y="31"/>
                </a:cubicBezTo>
                <a:cubicBezTo>
                  <a:pt x="8285" y="38"/>
                  <a:pt x="8295" y="46"/>
                  <a:pt x="8303" y="54"/>
                </a:cubicBezTo>
                <a:cubicBezTo>
                  <a:pt x="8312" y="63"/>
                  <a:pt x="8320" y="72"/>
                  <a:pt x="8326" y="83"/>
                </a:cubicBezTo>
                <a:cubicBezTo>
                  <a:pt x="8333" y="93"/>
                  <a:pt x="8339" y="103"/>
                  <a:pt x="8344" y="115"/>
                </a:cubicBezTo>
                <a:cubicBezTo>
                  <a:pt x="8348" y="126"/>
                  <a:pt x="8352" y="138"/>
                  <a:pt x="8354" y="150"/>
                </a:cubicBezTo>
                <a:cubicBezTo>
                  <a:pt x="8356" y="161"/>
                  <a:pt x="8358" y="174"/>
                  <a:pt x="8358" y="186"/>
                </a:cubicBezTo>
                <a:lnTo>
                  <a:pt x="8358" y="1951"/>
                </a:lnTo>
                <a:cubicBezTo>
                  <a:pt x="8358" y="1963"/>
                  <a:pt x="8356" y="1975"/>
                  <a:pt x="8354" y="1987"/>
                </a:cubicBezTo>
                <a:cubicBezTo>
                  <a:pt x="8352" y="1999"/>
                  <a:pt x="8348" y="2011"/>
                  <a:pt x="8344" y="2022"/>
                </a:cubicBezTo>
                <a:cubicBezTo>
                  <a:pt x="8339" y="2033"/>
                  <a:pt x="8333" y="2044"/>
                  <a:pt x="8326" y="2054"/>
                </a:cubicBezTo>
                <a:cubicBezTo>
                  <a:pt x="8320" y="2064"/>
                  <a:pt x="8312" y="2074"/>
                  <a:pt x="8303" y="2082"/>
                </a:cubicBezTo>
                <a:cubicBezTo>
                  <a:pt x="8295" y="2091"/>
                  <a:pt x="8285" y="2099"/>
                  <a:pt x="8275" y="2105"/>
                </a:cubicBezTo>
                <a:cubicBezTo>
                  <a:pt x="8265" y="2112"/>
                  <a:pt x="8254" y="2118"/>
                  <a:pt x="8243" y="2123"/>
                </a:cubicBezTo>
                <a:cubicBezTo>
                  <a:pt x="8232" y="2127"/>
                  <a:pt x="8220" y="2131"/>
                  <a:pt x="8208" y="2133"/>
                </a:cubicBezTo>
                <a:cubicBezTo>
                  <a:pt x="8196" y="2135"/>
                  <a:pt x="8184" y="2137"/>
                  <a:pt x="8172" y="2137"/>
                </a:cubicBezTo>
                <a:lnTo>
                  <a:pt x="139" y="2137"/>
                </a:lnTo>
                <a:cubicBezTo>
                  <a:pt x="130" y="2137"/>
                  <a:pt x="121" y="2135"/>
                  <a:pt x="112" y="2133"/>
                </a:cubicBezTo>
                <a:cubicBezTo>
                  <a:pt x="103" y="2131"/>
                  <a:pt x="94" y="2127"/>
                  <a:pt x="86" y="2123"/>
                </a:cubicBezTo>
                <a:cubicBezTo>
                  <a:pt x="77" y="2118"/>
                  <a:pt x="69" y="2112"/>
                  <a:pt x="62" y="2105"/>
                </a:cubicBezTo>
                <a:cubicBezTo>
                  <a:pt x="54" y="2099"/>
                  <a:pt x="47" y="2091"/>
                  <a:pt x="41" y="2082"/>
                </a:cubicBezTo>
                <a:cubicBezTo>
                  <a:pt x="34" y="2074"/>
                  <a:pt x="29" y="2064"/>
                  <a:pt x="23" y="2054"/>
                </a:cubicBezTo>
                <a:cubicBezTo>
                  <a:pt x="18" y="2044"/>
                  <a:pt x="14" y="2033"/>
                  <a:pt x="11" y="2022"/>
                </a:cubicBezTo>
                <a:cubicBezTo>
                  <a:pt x="7" y="2011"/>
                  <a:pt x="4" y="1999"/>
                  <a:pt x="3" y="1987"/>
                </a:cubicBezTo>
                <a:cubicBezTo>
                  <a:pt x="1" y="1975"/>
                  <a:pt x="0" y="1963"/>
                  <a:pt x="0" y="1951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58" name="任意多邊形 857"/>
          <p:cNvSpPr/>
          <p:nvPr/>
        </p:nvSpPr>
        <p:spPr>
          <a:xfrm>
            <a:off x="7061400" y="2139120"/>
            <a:ext cx="66960" cy="769320"/>
          </a:xfrm>
          <a:custGeom>
            <a:avLst/>
            <a:gdLst/>
            <a:ahLst/>
            <a:cxnLst/>
            <a:rect l="0" t="0" r="r" b="b"/>
            <a:pathLst>
              <a:path w="186" h="2137">
                <a:moveTo>
                  <a:pt x="151" y="14"/>
                </a:moveTo>
                <a:cubicBezTo>
                  <a:pt x="139" y="24"/>
                  <a:pt x="129" y="37"/>
                  <a:pt x="121" y="54"/>
                </a:cubicBezTo>
                <a:cubicBezTo>
                  <a:pt x="112" y="72"/>
                  <a:pt x="105" y="92"/>
                  <a:pt x="100" y="115"/>
                </a:cubicBezTo>
                <a:cubicBezTo>
                  <a:pt x="96" y="137"/>
                  <a:pt x="93" y="161"/>
                  <a:pt x="93" y="186"/>
                </a:cubicBezTo>
                <a:lnTo>
                  <a:pt x="93" y="1951"/>
                </a:lnTo>
                <a:cubicBezTo>
                  <a:pt x="93" y="1976"/>
                  <a:pt x="96" y="1999"/>
                  <a:pt x="100" y="2022"/>
                </a:cubicBezTo>
                <a:cubicBezTo>
                  <a:pt x="105" y="2045"/>
                  <a:pt x="112" y="2065"/>
                  <a:pt x="121" y="2082"/>
                </a:cubicBezTo>
                <a:cubicBezTo>
                  <a:pt x="129" y="2100"/>
                  <a:pt x="139" y="2113"/>
                  <a:pt x="151" y="2123"/>
                </a:cubicBezTo>
                <a:cubicBezTo>
                  <a:pt x="162" y="2132"/>
                  <a:pt x="174" y="2137"/>
                  <a:pt x="186" y="2137"/>
                </a:cubicBezTo>
                <a:cubicBezTo>
                  <a:pt x="162" y="2137"/>
                  <a:pt x="138" y="2132"/>
                  <a:pt x="115" y="2123"/>
                </a:cubicBezTo>
                <a:cubicBezTo>
                  <a:pt x="92" y="2113"/>
                  <a:pt x="71" y="2100"/>
                  <a:pt x="54" y="2082"/>
                </a:cubicBezTo>
                <a:cubicBezTo>
                  <a:pt x="37" y="2065"/>
                  <a:pt x="23" y="2045"/>
                  <a:pt x="14" y="2022"/>
                </a:cubicBezTo>
                <a:cubicBezTo>
                  <a:pt x="4" y="1999"/>
                  <a:pt x="0" y="1976"/>
                  <a:pt x="0" y="1951"/>
                </a:cubicBezTo>
                <a:lnTo>
                  <a:pt x="0" y="186"/>
                </a:lnTo>
                <a:cubicBezTo>
                  <a:pt x="0" y="161"/>
                  <a:pt x="4" y="137"/>
                  <a:pt x="14" y="115"/>
                </a:cubicBezTo>
                <a:cubicBezTo>
                  <a:pt x="23" y="92"/>
                  <a:pt x="37" y="72"/>
                  <a:pt x="54" y="54"/>
                </a:cubicBezTo>
                <a:cubicBezTo>
                  <a:pt x="71" y="37"/>
                  <a:pt x="92" y="24"/>
                  <a:pt x="115" y="14"/>
                </a:cubicBezTo>
                <a:cubicBezTo>
                  <a:pt x="138" y="5"/>
                  <a:pt x="162" y="0"/>
                  <a:pt x="186" y="0"/>
                </a:cubicBezTo>
                <a:cubicBezTo>
                  <a:pt x="174" y="0"/>
                  <a:pt x="162" y="5"/>
                  <a:pt x="151" y="14"/>
                </a:cubicBezTo>
                <a:close/>
              </a:path>
            </a:pathLst>
          </a:custGeom>
          <a:solidFill>
            <a:srgbClr val="3182C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59" name="任意多邊形 858"/>
          <p:cNvSpPr/>
          <p:nvPr/>
        </p:nvSpPr>
        <p:spPr>
          <a:xfrm>
            <a:off x="7077960" y="3041640"/>
            <a:ext cx="3008880" cy="1571400"/>
          </a:xfrm>
          <a:custGeom>
            <a:avLst/>
            <a:gdLst/>
            <a:ahLst/>
            <a:cxnLst/>
            <a:rect l="0" t="0" r="r" b="b"/>
            <a:pathLst>
              <a:path w="8358" h="4365">
                <a:moveTo>
                  <a:pt x="0" y="4179"/>
                </a:moveTo>
                <a:lnTo>
                  <a:pt x="0" y="186"/>
                </a:lnTo>
                <a:cubicBezTo>
                  <a:pt x="0" y="174"/>
                  <a:pt x="1" y="161"/>
                  <a:pt x="3" y="150"/>
                </a:cubicBezTo>
                <a:cubicBezTo>
                  <a:pt x="4" y="138"/>
                  <a:pt x="7" y="126"/>
                  <a:pt x="11" y="115"/>
                </a:cubicBezTo>
                <a:cubicBezTo>
                  <a:pt x="14" y="103"/>
                  <a:pt x="18" y="93"/>
                  <a:pt x="23" y="83"/>
                </a:cubicBezTo>
                <a:cubicBezTo>
                  <a:pt x="29" y="72"/>
                  <a:pt x="34" y="63"/>
                  <a:pt x="41" y="54"/>
                </a:cubicBezTo>
                <a:cubicBezTo>
                  <a:pt x="47" y="46"/>
                  <a:pt x="54" y="38"/>
                  <a:pt x="62" y="31"/>
                </a:cubicBezTo>
                <a:cubicBezTo>
                  <a:pt x="69" y="25"/>
                  <a:pt x="77" y="19"/>
                  <a:pt x="86" y="14"/>
                </a:cubicBezTo>
                <a:cubicBezTo>
                  <a:pt x="94" y="10"/>
                  <a:pt x="103" y="6"/>
                  <a:pt x="112" y="4"/>
                </a:cubicBezTo>
                <a:cubicBezTo>
                  <a:pt x="121" y="1"/>
                  <a:pt x="130" y="0"/>
                  <a:pt x="139" y="0"/>
                </a:cubicBezTo>
                <a:lnTo>
                  <a:pt x="8172" y="0"/>
                </a:lnTo>
                <a:cubicBezTo>
                  <a:pt x="8184" y="0"/>
                  <a:pt x="8196" y="1"/>
                  <a:pt x="8208" y="4"/>
                </a:cubicBezTo>
                <a:cubicBezTo>
                  <a:pt x="8220" y="6"/>
                  <a:pt x="8232" y="10"/>
                  <a:pt x="8243" y="14"/>
                </a:cubicBezTo>
                <a:cubicBezTo>
                  <a:pt x="8254" y="19"/>
                  <a:pt x="8265" y="25"/>
                  <a:pt x="8275" y="31"/>
                </a:cubicBezTo>
                <a:cubicBezTo>
                  <a:pt x="8285" y="38"/>
                  <a:pt x="8295" y="46"/>
                  <a:pt x="8303" y="54"/>
                </a:cubicBezTo>
                <a:cubicBezTo>
                  <a:pt x="8312" y="63"/>
                  <a:pt x="8320" y="72"/>
                  <a:pt x="8326" y="83"/>
                </a:cubicBezTo>
                <a:cubicBezTo>
                  <a:pt x="8333" y="93"/>
                  <a:pt x="8339" y="103"/>
                  <a:pt x="8344" y="115"/>
                </a:cubicBezTo>
                <a:cubicBezTo>
                  <a:pt x="8348" y="126"/>
                  <a:pt x="8352" y="138"/>
                  <a:pt x="8354" y="150"/>
                </a:cubicBezTo>
                <a:cubicBezTo>
                  <a:pt x="8356" y="161"/>
                  <a:pt x="8358" y="174"/>
                  <a:pt x="8358" y="186"/>
                </a:cubicBezTo>
                <a:lnTo>
                  <a:pt x="8358" y="4179"/>
                </a:lnTo>
                <a:cubicBezTo>
                  <a:pt x="8358" y="4192"/>
                  <a:pt x="8356" y="4204"/>
                  <a:pt x="8354" y="4216"/>
                </a:cubicBezTo>
                <a:cubicBezTo>
                  <a:pt x="8352" y="4228"/>
                  <a:pt x="8348" y="4239"/>
                  <a:pt x="8344" y="4250"/>
                </a:cubicBezTo>
                <a:cubicBezTo>
                  <a:pt x="8339" y="4262"/>
                  <a:pt x="8333" y="4272"/>
                  <a:pt x="8326" y="4283"/>
                </a:cubicBezTo>
                <a:cubicBezTo>
                  <a:pt x="8320" y="4293"/>
                  <a:pt x="8312" y="4302"/>
                  <a:pt x="8303" y="4311"/>
                </a:cubicBezTo>
                <a:cubicBezTo>
                  <a:pt x="8295" y="4319"/>
                  <a:pt x="8285" y="4327"/>
                  <a:pt x="8275" y="4334"/>
                </a:cubicBezTo>
                <a:cubicBezTo>
                  <a:pt x="8265" y="4341"/>
                  <a:pt x="8254" y="4346"/>
                  <a:pt x="8243" y="4351"/>
                </a:cubicBezTo>
                <a:cubicBezTo>
                  <a:pt x="8232" y="4356"/>
                  <a:pt x="8220" y="4359"/>
                  <a:pt x="8208" y="4362"/>
                </a:cubicBezTo>
                <a:cubicBezTo>
                  <a:pt x="8196" y="4364"/>
                  <a:pt x="8184" y="4365"/>
                  <a:pt x="8172" y="4365"/>
                </a:cubicBezTo>
                <a:lnTo>
                  <a:pt x="139" y="4365"/>
                </a:lnTo>
                <a:cubicBezTo>
                  <a:pt x="130" y="4365"/>
                  <a:pt x="121" y="4364"/>
                  <a:pt x="112" y="4362"/>
                </a:cubicBezTo>
                <a:cubicBezTo>
                  <a:pt x="103" y="4359"/>
                  <a:pt x="94" y="4356"/>
                  <a:pt x="86" y="4351"/>
                </a:cubicBezTo>
                <a:cubicBezTo>
                  <a:pt x="77" y="4346"/>
                  <a:pt x="69" y="4341"/>
                  <a:pt x="62" y="4334"/>
                </a:cubicBezTo>
                <a:cubicBezTo>
                  <a:pt x="54" y="4327"/>
                  <a:pt x="47" y="4319"/>
                  <a:pt x="41" y="4311"/>
                </a:cubicBezTo>
                <a:cubicBezTo>
                  <a:pt x="34" y="4302"/>
                  <a:pt x="29" y="4293"/>
                  <a:pt x="23" y="4283"/>
                </a:cubicBezTo>
                <a:cubicBezTo>
                  <a:pt x="18" y="4272"/>
                  <a:pt x="14" y="4262"/>
                  <a:pt x="11" y="4250"/>
                </a:cubicBezTo>
                <a:cubicBezTo>
                  <a:pt x="7" y="4239"/>
                  <a:pt x="4" y="4228"/>
                  <a:pt x="3" y="4216"/>
                </a:cubicBezTo>
                <a:cubicBezTo>
                  <a:pt x="1" y="4204"/>
                  <a:pt x="0" y="4192"/>
                  <a:pt x="0" y="4179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60" name="任意多邊形 859"/>
          <p:cNvSpPr/>
          <p:nvPr/>
        </p:nvSpPr>
        <p:spPr>
          <a:xfrm>
            <a:off x="7061400" y="3041640"/>
            <a:ext cx="66960" cy="1571400"/>
          </a:xfrm>
          <a:custGeom>
            <a:avLst/>
            <a:gdLst/>
            <a:ahLst/>
            <a:cxnLst/>
            <a:rect l="0" t="0" r="r" b="b"/>
            <a:pathLst>
              <a:path w="186" h="4365">
                <a:moveTo>
                  <a:pt x="151" y="14"/>
                </a:moveTo>
                <a:cubicBezTo>
                  <a:pt x="139" y="24"/>
                  <a:pt x="129" y="37"/>
                  <a:pt x="121" y="54"/>
                </a:cubicBezTo>
                <a:cubicBezTo>
                  <a:pt x="112" y="72"/>
                  <a:pt x="105" y="92"/>
                  <a:pt x="100" y="115"/>
                </a:cubicBezTo>
                <a:cubicBezTo>
                  <a:pt x="96" y="137"/>
                  <a:pt x="93" y="161"/>
                  <a:pt x="93" y="186"/>
                </a:cubicBezTo>
                <a:lnTo>
                  <a:pt x="93" y="4179"/>
                </a:lnTo>
                <a:cubicBezTo>
                  <a:pt x="93" y="4204"/>
                  <a:pt x="96" y="4228"/>
                  <a:pt x="100" y="4250"/>
                </a:cubicBezTo>
                <a:cubicBezTo>
                  <a:pt x="105" y="4273"/>
                  <a:pt x="112" y="4293"/>
                  <a:pt x="121" y="4311"/>
                </a:cubicBezTo>
                <a:cubicBezTo>
                  <a:pt x="129" y="4328"/>
                  <a:pt x="139" y="4342"/>
                  <a:pt x="151" y="4351"/>
                </a:cubicBezTo>
                <a:cubicBezTo>
                  <a:pt x="162" y="4360"/>
                  <a:pt x="174" y="4365"/>
                  <a:pt x="186" y="4365"/>
                </a:cubicBezTo>
                <a:cubicBezTo>
                  <a:pt x="162" y="4365"/>
                  <a:pt x="138" y="4360"/>
                  <a:pt x="115" y="4351"/>
                </a:cubicBezTo>
                <a:cubicBezTo>
                  <a:pt x="92" y="4342"/>
                  <a:pt x="71" y="4328"/>
                  <a:pt x="54" y="4311"/>
                </a:cubicBezTo>
                <a:cubicBezTo>
                  <a:pt x="37" y="4293"/>
                  <a:pt x="23" y="4273"/>
                  <a:pt x="14" y="4250"/>
                </a:cubicBezTo>
                <a:cubicBezTo>
                  <a:pt x="4" y="4228"/>
                  <a:pt x="0" y="4204"/>
                  <a:pt x="0" y="4179"/>
                </a:cubicBezTo>
                <a:lnTo>
                  <a:pt x="0" y="186"/>
                </a:lnTo>
                <a:cubicBezTo>
                  <a:pt x="0" y="161"/>
                  <a:pt x="4" y="137"/>
                  <a:pt x="14" y="115"/>
                </a:cubicBezTo>
                <a:cubicBezTo>
                  <a:pt x="23" y="92"/>
                  <a:pt x="37" y="72"/>
                  <a:pt x="54" y="54"/>
                </a:cubicBezTo>
                <a:cubicBezTo>
                  <a:pt x="71" y="37"/>
                  <a:pt x="92" y="24"/>
                  <a:pt x="115" y="14"/>
                </a:cubicBezTo>
                <a:cubicBezTo>
                  <a:pt x="138" y="5"/>
                  <a:pt x="162" y="0"/>
                  <a:pt x="186" y="0"/>
                </a:cubicBezTo>
                <a:cubicBezTo>
                  <a:pt x="174" y="0"/>
                  <a:pt x="162" y="5"/>
                  <a:pt x="151" y="14"/>
                </a:cubicBezTo>
                <a:close/>
              </a:path>
            </a:pathLst>
          </a:custGeom>
          <a:solidFill>
            <a:srgbClr val="3182C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61" name="任意多邊形 860"/>
          <p:cNvSpPr/>
          <p:nvPr/>
        </p:nvSpPr>
        <p:spPr>
          <a:xfrm>
            <a:off x="7194960" y="1337040"/>
            <a:ext cx="267840" cy="267480"/>
          </a:xfrm>
          <a:custGeom>
            <a:avLst/>
            <a:gdLst/>
            <a:ahLst/>
            <a:cxnLst/>
            <a:rect l="0" t="0" r="r" b="b"/>
            <a:pathLst>
              <a:path w="744" h="743">
                <a:moveTo>
                  <a:pt x="0" y="372"/>
                </a:moveTo>
                <a:cubicBezTo>
                  <a:pt x="0" y="322"/>
                  <a:pt x="9" y="274"/>
                  <a:pt x="28" y="229"/>
                </a:cubicBezTo>
                <a:cubicBezTo>
                  <a:pt x="47" y="183"/>
                  <a:pt x="74" y="143"/>
                  <a:pt x="109" y="108"/>
                </a:cubicBezTo>
                <a:cubicBezTo>
                  <a:pt x="144" y="74"/>
                  <a:pt x="184" y="47"/>
                  <a:pt x="229" y="28"/>
                </a:cubicBezTo>
                <a:cubicBezTo>
                  <a:pt x="275" y="9"/>
                  <a:pt x="322" y="0"/>
                  <a:pt x="371" y="0"/>
                </a:cubicBezTo>
                <a:cubicBezTo>
                  <a:pt x="422" y="0"/>
                  <a:pt x="469" y="9"/>
                  <a:pt x="514" y="28"/>
                </a:cubicBezTo>
                <a:cubicBezTo>
                  <a:pt x="560" y="47"/>
                  <a:pt x="600" y="74"/>
                  <a:pt x="635" y="108"/>
                </a:cubicBezTo>
                <a:cubicBezTo>
                  <a:pt x="670" y="143"/>
                  <a:pt x="697" y="183"/>
                  <a:pt x="715" y="229"/>
                </a:cubicBezTo>
                <a:cubicBezTo>
                  <a:pt x="734" y="274"/>
                  <a:pt x="744" y="322"/>
                  <a:pt x="744" y="372"/>
                </a:cubicBezTo>
                <a:cubicBezTo>
                  <a:pt x="744" y="421"/>
                  <a:pt x="734" y="469"/>
                  <a:pt x="715" y="514"/>
                </a:cubicBezTo>
                <a:cubicBezTo>
                  <a:pt x="697" y="560"/>
                  <a:pt x="670" y="600"/>
                  <a:pt x="635" y="635"/>
                </a:cubicBezTo>
                <a:cubicBezTo>
                  <a:pt x="600" y="669"/>
                  <a:pt x="560" y="696"/>
                  <a:pt x="514" y="715"/>
                </a:cubicBezTo>
                <a:cubicBezTo>
                  <a:pt x="469" y="734"/>
                  <a:pt x="422" y="743"/>
                  <a:pt x="371" y="743"/>
                </a:cubicBezTo>
                <a:cubicBezTo>
                  <a:pt x="322" y="743"/>
                  <a:pt x="275" y="734"/>
                  <a:pt x="229" y="715"/>
                </a:cubicBezTo>
                <a:cubicBezTo>
                  <a:pt x="184" y="696"/>
                  <a:pt x="144" y="669"/>
                  <a:pt x="109" y="635"/>
                </a:cubicBezTo>
                <a:cubicBezTo>
                  <a:pt x="74" y="600"/>
                  <a:pt x="47" y="560"/>
                  <a:pt x="28" y="514"/>
                </a:cubicBezTo>
                <a:cubicBezTo>
                  <a:pt x="9" y="469"/>
                  <a:pt x="0" y="421"/>
                  <a:pt x="0" y="372"/>
                </a:cubicBezTo>
                <a:close/>
              </a:path>
            </a:pathLst>
          </a:custGeom>
          <a:solidFill>
            <a:srgbClr val="4CD137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62" name="任意多邊形 861"/>
          <p:cNvSpPr/>
          <p:nvPr/>
        </p:nvSpPr>
        <p:spPr>
          <a:xfrm>
            <a:off x="7194960" y="1337040"/>
            <a:ext cx="267840" cy="267480"/>
          </a:xfrm>
          <a:custGeom>
            <a:avLst/>
            <a:gdLst/>
            <a:ahLst/>
            <a:cxnLst/>
            <a:rect l="0" t="0" r="r" b="b"/>
            <a:pathLst>
              <a:path w="744" h="743">
                <a:moveTo>
                  <a:pt x="0" y="372"/>
                </a:moveTo>
                <a:cubicBezTo>
                  <a:pt x="0" y="322"/>
                  <a:pt x="9" y="274"/>
                  <a:pt x="28" y="229"/>
                </a:cubicBezTo>
                <a:cubicBezTo>
                  <a:pt x="47" y="183"/>
                  <a:pt x="74" y="143"/>
                  <a:pt x="109" y="108"/>
                </a:cubicBezTo>
                <a:cubicBezTo>
                  <a:pt x="144" y="74"/>
                  <a:pt x="184" y="47"/>
                  <a:pt x="229" y="28"/>
                </a:cubicBezTo>
                <a:cubicBezTo>
                  <a:pt x="275" y="9"/>
                  <a:pt x="322" y="0"/>
                  <a:pt x="371" y="0"/>
                </a:cubicBezTo>
                <a:cubicBezTo>
                  <a:pt x="422" y="0"/>
                  <a:pt x="469" y="9"/>
                  <a:pt x="514" y="28"/>
                </a:cubicBezTo>
                <a:cubicBezTo>
                  <a:pt x="560" y="47"/>
                  <a:pt x="600" y="74"/>
                  <a:pt x="635" y="108"/>
                </a:cubicBezTo>
                <a:cubicBezTo>
                  <a:pt x="670" y="143"/>
                  <a:pt x="697" y="183"/>
                  <a:pt x="715" y="229"/>
                </a:cubicBezTo>
                <a:cubicBezTo>
                  <a:pt x="734" y="274"/>
                  <a:pt x="744" y="322"/>
                  <a:pt x="744" y="372"/>
                </a:cubicBezTo>
                <a:cubicBezTo>
                  <a:pt x="744" y="421"/>
                  <a:pt x="734" y="469"/>
                  <a:pt x="715" y="514"/>
                </a:cubicBezTo>
                <a:cubicBezTo>
                  <a:pt x="697" y="560"/>
                  <a:pt x="670" y="600"/>
                  <a:pt x="635" y="635"/>
                </a:cubicBezTo>
                <a:cubicBezTo>
                  <a:pt x="600" y="669"/>
                  <a:pt x="560" y="696"/>
                  <a:pt x="514" y="715"/>
                </a:cubicBezTo>
                <a:cubicBezTo>
                  <a:pt x="469" y="734"/>
                  <a:pt x="422" y="743"/>
                  <a:pt x="371" y="743"/>
                </a:cubicBezTo>
                <a:cubicBezTo>
                  <a:pt x="322" y="743"/>
                  <a:pt x="275" y="734"/>
                  <a:pt x="229" y="715"/>
                </a:cubicBezTo>
                <a:cubicBezTo>
                  <a:pt x="184" y="696"/>
                  <a:pt x="144" y="669"/>
                  <a:pt x="109" y="635"/>
                </a:cubicBezTo>
                <a:cubicBezTo>
                  <a:pt x="74" y="600"/>
                  <a:pt x="47" y="560"/>
                  <a:pt x="28" y="514"/>
                </a:cubicBezTo>
                <a:cubicBezTo>
                  <a:pt x="9" y="469"/>
                  <a:pt x="0" y="421"/>
                  <a:pt x="0" y="372"/>
                </a:cubicBezTo>
                <a:moveTo>
                  <a:pt x="371" y="23"/>
                </a:moveTo>
                <a:cubicBezTo>
                  <a:pt x="348" y="23"/>
                  <a:pt x="326" y="25"/>
                  <a:pt x="303" y="29"/>
                </a:cubicBezTo>
                <a:cubicBezTo>
                  <a:pt x="281" y="34"/>
                  <a:pt x="259" y="41"/>
                  <a:pt x="238" y="49"/>
                </a:cubicBezTo>
                <a:cubicBezTo>
                  <a:pt x="217" y="58"/>
                  <a:pt x="197" y="69"/>
                  <a:pt x="178" y="81"/>
                </a:cubicBezTo>
                <a:cubicBezTo>
                  <a:pt x="159" y="94"/>
                  <a:pt x="141" y="109"/>
                  <a:pt x="125" y="125"/>
                </a:cubicBezTo>
                <a:cubicBezTo>
                  <a:pt x="109" y="141"/>
                  <a:pt x="95" y="159"/>
                  <a:pt x="82" y="178"/>
                </a:cubicBezTo>
                <a:cubicBezTo>
                  <a:pt x="69" y="197"/>
                  <a:pt x="58" y="217"/>
                  <a:pt x="50" y="238"/>
                </a:cubicBezTo>
                <a:cubicBezTo>
                  <a:pt x="41" y="259"/>
                  <a:pt x="34" y="281"/>
                  <a:pt x="30" y="303"/>
                </a:cubicBezTo>
                <a:cubicBezTo>
                  <a:pt x="25" y="325"/>
                  <a:pt x="23" y="348"/>
                  <a:pt x="23" y="372"/>
                </a:cubicBezTo>
                <a:cubicBezTo>
                  <a:pt x="23" y="395"/>
                  <a:pt x="25" y="418"/>
                  <a:pt x="30" y="440"/>
                </a:cubicBezTo>
                <a:cubicBezTo>
                  <a:pt x="34" y="462"/>
                  <a:pt x="41" y="484"/>
                  <a:pt x="50" y="505"/>
                </a:cubicBezTo>
                <a:cubicBezTo>
                  <a:pt x="58" y="526"/>
                  <a:pt x="69" y="546"/>
                  <a:pt x="82" y="565"/>
                </a:cubicBezTo>
                <a:cubicBezTo>
                  <a:pt x="95" y="584"/>
                  <a:pt x="109" y="602"/>
                  <a:pt x="125" y="618"/>
                </a:cubicBezTo>
                <a:cubicBezTo>
                  <a:pt x="141" y="634"/>
                  <a:pt x="159" y="649"/>
                  <a:pt x="178" y="662"/>
                </a:cubicBezTo>
                <a:cubicBezTo>
                  <a:pt x="197" y="674"/>
                  <a:pt x="217" y="685"/>
                  <a:pt x="238" y="694"/>
                </a:cubicBezTo>
                <a:cubicBezTo>
                  <a:pt x="259" y="702"/>
                  <a:pt x="281" y="709"/>
                  <a:pt x="303" y="714"/>
                </a:cubicBezTo>
                <a:cubicBezTo>
                  <a:pt x="326" y="718"/>
                  <a:pt x="348" y="720"/>
                  <a:pt x="371" y="720"/>
                </a:cubicBezTo>
                <a:cubicBezTo>
                  <a:pt x="394" y="720"/>
                  <a:pt x="417" y="718"/>
                  <a:pt x="440" y="714"/>
                </a:cubicBezTo>
                <a:cubicBezTo>
                  <a:pt x="463" y="709"/>
                  <a:pt x="484" y="702"/>
                  <a:pt x="506" y="694"/>
                </a:cubicBezTo>
                <a:cubicBezTo>
                  <a:pt x="527" y="685"/>
                  <a:pt x="547" y="674"/>
                  <a:pt x="566" y="662"/>
                </a:cubicBezTo>
                <a:cubicBezTo>
                  <a:pt x="585" y="649"/>
                  <a:pt x="602" y="634"/>
                  <a:pt x="619" y="618"/>
                </a:cubicBezTo>
                <a:cubicBezTo>
                  <a:pt x="635" y="602"/>
                  <a:pt x="649" y="584"/>
                  <a:pt x="662" y="565"/>
                </a:cubicBezTo>
                <a:cubicBezTo>
                  <a:pt x="675" y="546"/>
                  <a:pt x="685" y="526"/>
                  <a:pt x="694" y="505"/>
                </a:cubicBezTo>
                <a:cubicBezTo>
                  <a:pt x="703" y="484"/>
                  <a:pt x="709" y="462"/>
                  <a:pt x="714" y="440"/>
                </a:cubicBezTo>
                <a:cubicBezTo>
                  <a:pt x="718" y="418"/>
                  <a:pt x="721" y="395"/>
                  <a:pt x="721" y="372"/>
                </a:cubicBezTo>
                <a:cubicBezTo>
                  <a:pt x="721" y="348"/>
                  <a:pt x="718" y="325"/>
                  <a:pt x="714" y="303"/>
                </a:cubicBezTo>
                <a:cubicBezTo>
                  <a:pt x="709" y="281"/>
                  <a:pt x="703" y="259"/>
                  <a:pt x="694" y="238"/>
                </a:cubicBezTo>
                <a:cubicBezTo>
                  <a:pt x="685" y="217"/>
                  <a:pt x="675" y="197"/>
                  <a:pt x="662" y="178"/>
                </a:cubicBezTo>
                <a:cubicBezTo>
                  <a:pt x="649" y="159"/>
                  <a:pt x="635" y="141"/>
                  <a:pt x="619" y="125"/>
                </a:cubicBezTo>
                <a:cubicBezTo>
                  <a:pt x="602" y="109"/>
                  <a:pt x="585" y="94"/>
                  <a:pt x="566" y="81"/>
                </a:cubicBezTo>
                <a:cubicBezTo>
                  <a:pt x="547" y="69"/>
                  <a:pt x="527" y="58"/>
                  <a:pt x="506" y="49"/>
                </a:cubicBezTo>
                <a:cubicBezTo>
                  <a:pt x="484" y="41"/>
                  <a:pt x="463" y="34"/>
                  <a:pt x="440" y="29"/>
                </a:cubicBezTo>
                <a:cubicBezTo>
                  <a:pt x="417" y="25"/>
                  <a:pt x="394" y="23"/>
                  <a:pt x="371" y="23"/>
                </a:cubicBezTo>
                <a:close/>
              </a:path>
            </a:pathLst>
          </a:custGeom>
          <a:solidFill>
            <a:srgbClr val="4CD137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863" name="圖片 862"/>
          <p:cNvPicPr/>
          <p:nvPr/>
        </p:nvPicPr>
        <p:blipFill>
          <a:blip r:embed="rId3"/>
          <a:stretch>
            <a:fillRect/>
          </a:stretch>
        </p:blipFill>
        <p:spPr>
          <a:xfrm>
            <a:off x="7245360" y="1404000"/>
            <a:ext cx="1666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4" name="文字框 863"/>
          <p:cNvSpPr txBox="1"/>
          <p:nvPr/>
        </p:nvSpPr>
        <p:spPr>
          <a:xfrm>
            <a:off x="7495920" y="809640"/>
            <a:ext cx="40320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美国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65" name="文字框 864"/>
          <p:cNvSpPr txBox="1"/>
          <p:nvPr/>
        </p:nvSpPr>
        <p:spPr>
          <a:xfrm>
            <a:off x="7562880" y="1350360"/>
            <a:ext cx="537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监管理念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66" name="文字框 865"/>
          <p:cNvSpPr txBox="1"/>
          <p:nvPr/>
        </p:nvSpPr>
        <p:spPr>
          <a:xfrm>
            <a:off x="7562880" y="1583640"/>
            <a:ext cx="23475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多头并进、尚未统一的监管路径，将稳定币纳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67" name="任意多邊形 866"/>
          <p:cNvSpPr/>
          <p:nvPr/>
        </p:nvSpPr>
        <p:spPr>
          <a:xfrm>
            <a:off x="7194960" y="2239560"/>
            <a:ext cx="267840" cy="267480"/>
          </a:xfrm>
          <a:custGeom>
            <a:avLst/>
            <a:gdLst/>
            <a:ahLst/>
            <a:cxnLst/>
            <a:rect l="0" t="0" r="r" b="b"/>
            <a:pathLst>
              <a:path w="744" h="743">
                <a:moveTo>
                  <a:pt x="0" y="372"/>
                </a:moveTo>
                <a:cubicBezTo>
                  <a:pt x="0" y="323"/>
                  <a:pt x="9" y="275"/>
                  <a:pt x="28" y="230"/>
                </a:cubicBezTo>
                <a:cubicBezTo>
                  <a:pt x="47" y="184"/>
                  <a:pt x="74" y="144"/>
                  <a:pt x="109" y="109"/>
                </a:cubicBezTo>
                <a:cubicBezTo>
                  <a:pt x="144" y="74"/>
                  <a:pt x="184" y="47"/>
                  <a:pt x="229" y="28"/>
                </a:cubicBezTo>
                <a:cubicBezTo>
                  <a:pt x="275" y="9"/>
                  <a:pt x="322" y="0"/>
                  <a:pt x="371" y="0"/>
                </a:cubicBezTo>
                <a:cubicBezTo>
                  <a:pt x="422" y="0"/>
                  <a:pt x="469" y="9"/>
                  <a:pt x="514" y="28"/>
                </a:cubicBezTo>
                <a:cubicBezTo>
                  <a:pt x="560" y="47"/>
                  <a:pt x="600" y="74"/>
                  <a:pt x="635" y="109"/>
                </a:cubicBezTo>
                <a:cubicBezTo>
                  <a:pt x="670" y="144"/>
                  <a:pt x="697" y="184"/>
                  <a:pt x="715" y="230"/>
                </a:cubicBezTo>
                <a:cubicBezTo>
                  <a:pt x="734" y="275"/>
                  <a:pt x="744" y="323"/>
                  <a:pt x="744" y="372"/>
                </a:cubicBezTo>
                <a:cubicBezTo>
                  <a:pt x="744" y="421"/>
                  <a:pt x="734" y="469"/>
                  <a:pt x="715" y="514"/>
                </a:cubicBezTo>
                <a:cubicBezTo>
                  <a:pt x="697" y="560"/>
                  <a:pt x="670" y="600"/>
                  <a:pt x="635" y="635"/>
                </a:cubicBezTo>
                <a:cubicBezTo>
                  <a:pt x="600" y="669"/>
                  <a:pt x="560" y="696"/>
                  <a:pt x="514" y="715"/>
                </a:cubicBezTo>
                <a:cubicBezTo>
                  <a:pt x="469" y="734"/>
                  <a:pt x="422" y="743"/>
                  <a:pt x="371" y="743"/>
                </a:cubicBezTo>
                <a:cubicBezTo>
                  <a:pt x="322" y="743"/>
                  <a:pt x="275" y="734"/>
                  <a:pt x="229" y="715"/>
                </a:cubicBezTo>
                <a:cubicBezTo>
                  <a:pt x="184" y="696"/>
                  <a:pt x="144" y="669"/>
                  <a:pt x="109" y="635"/>
                </a:cubicBezTo>
                <a:cubicBezTo>
                  <a:pt x="74" y="600"/>
                  <a:pt x="47" y="560"/>
                  <a:pt x="28" y="514"/>
                </a:cubicBezTo>
                <a:cubicBezTo>
                  <a:pt x="9" y="469"/>
                  <a:pt x="0" y="421"/>
                  <a:pt x="0" y="372"/>
                </a:cubicBezTo>
                <a:close/>
              </a:path>
            </a:pathLst>
          </a:custGeom>
          <a:solidFill>
            <a:srgbClr val="4CD137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68" name="任意多邊形 867"/>
          <p:cNvSpPr/>
          <p:nvPr/>
        </p:nvSpPr>
        <p:spPr>
          <a:xfrm>
            <a:off x="7194960" y="2239560"/>
            <a:ext cx="267840" cy="267480"/>
          </a:xfrm>
          <a:custGeom>
            <a:avLst/>
            <a:gdLst/>
            <a:ahLst/>
            <a:cxnLst/>
            <a:rect l="0" t="0" r="r" b="b"/>
            <a:pathLst>
              <a:path w="744" h="743">
                <a:moveTo>
                  <a:pt x="0" y="372"/>
                </a:moveTo>
                <a:cubicBezTo>
                  <a:pt x="0" y="323"/>
                  <a:pt x="9" y="275"/>
                  <a:pt x="28" y="230"/>
                </a:cubicBezTo>
                <a:cubicBezTo>
                  <a:pt x="47" y="184"/>
                  <a:pt x="74" y="144"/>
                  <a:pt x="109" y="109"/>
                </a:cubicBezTo>
                <a:cubicBezTo>
                  <a:pt x="144" y="74"/>
                  <a:pt x="184" y="47"/>
                  <a:pt x="229" y="28"/>
                </a:cubicBezTo>
                <a:cubicBezTo>
                  <a:pt x="275" y="9"/>
                  <a:pt x="322" y="0"/>
                  <a:pt x="371" y="0"/>
                </a:cubicBezTo>
                <a:cubicBezTo>
                  <a:pt x="422" y="0"/>
                  <a:pt x="469" y="9"/>
                  <a:pt x="514" y="28"/>
                </a:cubicBezTo>
                <a:cubicBezTo>
                  <a:pt x="560" y="47"/>
                  <a:pt x="600" y="74"/>
                  <a:pt x="635" y="109"/>
                </a:cubicBezTo>
                <a:cubicBezTo>
                  <a:pt x="670" y="144"/>
                  <a:pt x="697" y="184"/>
                  <a:pt x="715" y="230"/>
                </a:cubicBezTo>
                <a:cubicBezTo>
                  <a:pt x="734" y="275"/>
                  <a:pt x="744" y="323"/>
                  <a:pt x="744" y="372"/>
                </a:cubicBezTo>
                <a:cubicBezTo>
                  <a:pt x="744" y="421"/>
                  <a:pt x="734" y="469"/>
                  <a:pt x="715" y="514"/>
                </a:cubicBezTo>
                <a:cubicBezTo>
                  <a:pt x="697" y="560"/>
                  <a:pt x="670" y="600"/>
                  <a:pt x="635" y="635"/>
                </a:cubicBezTo>
                <a:cubicBezTo>
                  <a:pt x="600" y="669"/>
                  <a:pt x="560" y="696"/>
                  <a:pt x="514" y="715"/>
                </a:cubicBezTo>
                <a:cubicBezTo>
                  <a:pt x="469" y="734"/>
                  <a:pt x="422" y="743"/>
                  <a:pt x="371" y="743"/>
                </a:cubicBezTo>
                <a:cubicBezTo>
                  <a:pt x="322" y="743"/>
                  <a:pt x="275" y="734"/>
                  <a:pt x="229" y="715"/>
                </a:cubicBezTo>
                <a:cubicBezTo>
                  <a:pt x="184" y="696"/>
                  <a:pt x="144" y="669"/>
                  <a:pt x="109" y="635"/>
                </a:cubicBezTo>
                <a:cubicBezTo>
                  <a:pt x="74" y="600"/>
                  <a:pt x="47" y="560"/>
                  <a:pt x="28" y="514"/>
                </a:cubicBezTo>
                <a:cubicBezTo>
                  <a:pt x="9" y="469"/>
                  <a:pt x="0" y="421"/>
                  <a:pt x="0" y="372"/>
                </a:cubicBezTo>
                <a:moveTo>
                  <a:pt x="371" y="23"/>
                </a:moveTo>
                <a:cubicBezTo>
                  <a:pt x="348" y="23"/>
                  <a:pt x="326" y="25"/>
                  <a:pt x="303" y="30"/>
                </a:cubicBezTo>
                <a:cubicBezTo>
                  <a:pt x="281" y="34"/>
                  <a:pt x="259" y="41"/>
                  <a:pt x="238" y="49"/>
                </a:cubicBezTo>
                <a:cubicBezTo>
                  <a:pt x="217" y="58"/>
                  <a:pt x="197" y="69"/>
                  <a:pt x="178" y="81"/>
                </a:cubicBezTo>
                <a:cubicBezTo>
                  <a:pt x="159" y="95"/>
                  <a:pt x="141" y="110"/>
                  <a:pt x="125" y="126"/>
                </a:cubicBezTo>
                <a:cubicBezTo>
                  <a:pt x="109" y="142"/>
                  <a:pt x="95" y="160"/>
                  <a:pt x="82" y="179"/>
                </a:cubicBezTo>
                <a:cubicBezTo>
                  <a:pt x="69" y="198"/>
                  <a:pt x="58" y="218"/>
                  <a:pt x="50" y="239"/>
                </a:cubicBezTo>
                <a:cubicBezTo>
                  <a:pt x="41" y="260"/>
                  <a:pt x="34" y="282"/>
                  <a:pt x="30" y="304"/>
                </a:cubicBezTo>
                <a:cubicBezTo>
                  <a:pt x="25" y="327"/>
                  <a:pt x="23" y="349"/>
                  <a:pt x="23" y="372"/>
                </a:cubicBezTo>
                <a:cubicBezTo>
                  <a:pt x="23" y="395"/>
                  <a:pt x="25" y="418"/>
                  <a:pt x="30" y="440"/>
                </a:cubicBezTo>
                <a:cubicBezTo>
                  <a:pt x="34" y="462"/>
                  <a:pt x="41" y="484"/>
                  <a:pt x="50" y="505"/>
                </a:cubicBezTo>
                <a:cubicBezTo>
                  <a:pt x="58" y="526"/>
                  <a:pt x="69" y="546"/>
                  <a:pt x="82" y="565"/>
                </a:cubicBezTo>
                <a:cubicBezTo>
                  <a:pt x="95" y="584"/>
                  <a:pt x="109" y="602"/>
                  <a:pt x="125" y="618"/>
                </a:cubicBezTo>
                <a:cubicBezTo>
                  <a:pt x="141" y="634"/>
                  <a:pt x="159" y="649"/>
                  <a:pt x="178" y="662"/>
                </a:cubicBezTo>
                <a:cubicBezTo>
                  <a:pt x="197" y="674"/>
                  <a:pt x="217" y="685"/>
                  <a:pt x="238" y="694"/>
                </a:cubicBezTo>
                <a:cubicBezTo>
                  <a:pt x="259" y="702"/>
                  <a:pt x="281" y="709"/>
                  <a:pt x="303" y="714"/>
                </a:cubicBezTo>
                <a:cubicBezTo>
                  <a:pt x="326" y="718"/>
                  <a:pt x="348" y="720"/>
                  <a:pt x="371" y="720"/>
                </a:cubicBezTo>
                <a:cubicBezTo>
                  <a:pt x="394" y="720"/>
                  <a:pt x="417" y="718"/>
                  <a:pt x="440" y="714"/>
                </a:cubicBezTo>
                <a:cubicBezTo>
                  <a:pt x="463" y="709"/>
                  <a:pt x="484" y="702"/>
                  <a:pt x="506" y="694"/>
                </a:cubicBezTo>
                <a:cubicBezTo>
                  <a:pt x="527" y="685"/>
                  <a:pt x="547" y="674"/>
                  <a:pt x="566" y="662"/>
                </a:cubicBezTo>
                <a:cubicBezTo>
                  <a:pt x="585" y="649"/>
                  <a:pt x="602" y="634"/>
                  <a:pt x="619" y="618"/>
                </a:cubicBezTo>
                <a:cubicBezTo>
                  <a:pt x="635" y="602"/>
                  <a:pt x="649" y="584"/>
                  <a:pt x="662" y="565"/>
                </a:cubicBezTo>
                <a:cubicBezTo>
                  <a:pt x="675" y="546"/>
                  <a:pt x="685" y="526"/>
                  <a:pt x="694" y="505"/>
                </a:cubicBezTo>
                <a:cubicBezTo>
                  <a:pt x="703" y="484"/>
                  <a:pt x="709" y="462"/>
                  <a:pt x="714" y="440"/>
                </a:cubicBezTo>
                <a:cubicBezTo>
                  <a:pt x="718" y="418"/>
                  <a:pt x="721" y="395"/>
                  <a:pt x="721" y="372"/>
                </a:cubicBezTo>
                <a:cubicBezTo>
                  <a:pt x="721" y="349"/>
                  <a:pt x="718" y="327"/>
                  <a:pt x="714" y="304"/>
                </a:cubicBezTo>
                <a:cubicBezTo>
                  <a:pt x="709" y="282"/>
                  <a:pt x="703" y="260"/>
                  <a:pt x="694" y="239"/>
                </a:cubicBezTo>
                <a:cubicBezTo>
                  <a:pt x="685" y="218"/>
                  <a:pt x="675" y="198"/>
                  <a:pt x="662" y="179"/>
                </a:cubicBezTo>
                <a:cubicBezTo>
                  <a:pt x="649" y="160"/>
                  <a:pt x="635" y="142"/>
                  <a:pt x="619" y="126"/>
                </a:cubicBezTo>
                <a:cubicBezTo>
                  <a:pt x="602" y="110"/>
                  <a:pt x="585" y="95"/>
                  <a:pt x="566" y="81"/>
                </a:cubicBezTo>
                <a:cubicBezTo>
                  <a:pt x="547" y="69"/>
                  <a:pt x="527" y="58"/>
                  <a:pt x="506" y="49"/>
                </a:cubicBezTo>
                <a:cubicBezTo>
                  <a:pt x="484" y="41"/>
                  <a:pt x="463" y="34"/>
                  <a:pt x="440" y="30"/>
                </a:cubicBezTo>
                <a:cubicBezTo>
                  <a:pt x="417" y="25"/>
                  <a:pt x="394" y="23"/>
                  <a:pt x="371" y="23"/>
                </a:cubicBezTo>
                <a:close/>
              </a:path>
            </a:pathLst>
          </a:custGeom>
          <a:solidFill>
            <a:srgbClr val="4CD137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869" name="圖片 868"/>
          <p:cNvPicPr/>
          <p:nvPr/>
        </p:nvPicPr>
        <p:blipFill>
          <a:blip r:embed="rId4"/>
          <a:stretch>
            <a:fillRect/>
          </a:stretch>
        </p:blipFill>
        <p:spPr>
          <a:xfrm>
            <a:off x="7253640" y="2306520"/>
            <a:ext cx="15012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0" name="文字框 869"/>
          <p:cNvSpPr txBox="1"/>
          <p:nvPr/>
        </p:nvSpPr>
        <p:spPr>
          <a:xfrm>
            <a:off x="7562880" y="1751040"/>
            <a:ext cx="10569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入现有金融监管体系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71" name="文字框 870"/>
          <p:cNvSpPr txBox="1"/>
          <p:nvPr/>
        </p:nvSpPr>
        <p:spPr>
          <a:xfrm>
            <a:off x="7562880" y="2252880"/>
            <a:ext cx="537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监管主体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72" name="文字框 871"/>
          <p:cNvSpPr txBox="1"/>
          <p:nvPr/>
        </p:nvSpPr>
        <p:spPr>
          <a:xfrm>
            <a:off x="7562880" y="2486160"/>
            <a:ext cx="211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国会、财政部、美联储和证券交易委员会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73" name="文字框 872"/>
          <p:cNvSpPr txBox="1"/>
          <p:nvPr/>
        </p:nvSpPr>
        <p:spPr>
          <a:xfrm>
            <a:off x="7562880" y="2653560"/>
            <a:ext cx="1180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（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74" name="文字框 873"/>
          <p:cNvSpPr txBox="1"/>
          <p:nvPr/>
        </p:nvSpPr>
        <p:spPr>
          <a:xfrm>
            <a:off x="7679880" y="2657520"/>
            <a:ext cx="2311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SEC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75" name="任意多邊形 874"/>
          <p:cNvSpPr/>
          <p:nvPr/>
        </p:nvSpPr>
        <p:spPr>
          <a:xfrm>
            <a:off x="7194960" y="3142080"/>
            <a:ext cx="267840" cy="267480"/>
          </a:xfrm>
          <a:custGeom>
            <a:avLst/>
            <a:gdLst/>
            <a:ahLst/>
            <a:cxnLst/>
            <a:rect l="0" t="0" r="r" b="b"/>
            <a:pathLst>
              <a:path w="744" h="743">
                <a:moveTo>
                  <a:pt x="0" y="371"/>
                </a:moveTo>
                <a:cubicBezTo>
                  <a:pt x="0" y="322"/>
                  <a:pt x="9" y="274"/>
                  <a:pt x="28" y="229"/>
                </a:cubicBezTo>
                <a:cubicBezTo>
                  <a:pt x="47" y="183"/>
                  <a:pt x="74" y="143"/>
                  <a:pt x="109" y="108"/>
                </a:cubicBezTo>
                <a:cubicBezTo>
                  <a:pt x="144" y="74"/>
                  <a:pt x="184" y="47"/>
                  <a:pt x="229" y="28"/>
                </a:cubicBezTo>
                <a:cubicBezTo>
                  <a:pt x="275" y="9"/>
                  <a:pt x="322" y="0"/>
                  <a:pt x="371" y="0"/>
                </a:cubicBezTo>
                <a:cubicBezTo>
                  <a:pt x="422" y="0"/>
                  <a:pt x="469" y="9"/>
                  <a:pt x="514" y="28"/>
                </a:cubicBezTo>
                <a:cubicBezTo>
                  <a:pt x="560" y="47"/>
                  <a:pt x="600" y="74"/>
                  <a:pt x="635" y="108"/>
                </a:cubicBezTo>
                <a:cubicBezTo>
                  <a:pt x="670" y="143"/>
                  <a:pt x="697" y="183"/>
                  <a:pt x="715" y="229"/>
                </a:cubicBezTo>
                <a:cubicBezTo>
                  <a:pt x="734" y="274"/>
                  <a:pt x="744" y="322"/>
                  <a:pt x="744" y="371"/>
                </a:cubicBezTo>
                <a:cubicBezTo>
                  <a:pt x="744" y="420"/>
                  <a:pt x="734" y="468"/>
                  <a:pt x="715" y="513"/>
                </a:cubicBezTo>
                <a:cubicBezTo>
                  <a:pt x="697" y="560"/>
                  <a:pt x="670" y="600"/>
                  <a:pt x="635" y="635"/>
                </a:cubicBezTo>
                <a:cubicBezTo>
                  <a:pt x="600" y="669"/>
                  <a:pt x="560" y="696"/>
                  <a:pt x="514" y="715"/>
                </a:cubicBezTo>
                <a:cubicBezTo>
                  <a:pt x="469" y="734"/>
                  <a:pt x="422" y="743"/>
                  <a:pt x="371" y="743"/>
                </a:cubicBezTo>
                <a:cubicBezTo>
                  <a:pt x="322" y="743"/>
                  <a:pt x="275" y="734"/>
                  <a:pt x="229" y="715"/>
                </a:cubicBezTo>
                <a:cubicBezTo>
                  <a:pt x="184" y="696"/>
                  <a:pt x="144" y="669"/>
                  <a:pt x="109" y="635"/>
                </a:cubicBezTo>
                <a:cubicBezTo>
                  <a:pt x="74" y="600"/>
                  <a:pt x="47" y="560"/>
                  <a:pt x="28" y="513"/>
                </a:cubicBezTo>
                <a:cubicBezTo>
                  <a:pt x="9" y="468"/>
                  <a:pt x="0" y="420"/>
                  <a:pt x="0" y="371"/>
                </a:cubicBezTo>
                <a:close/>
              </a:path>
            </a:pathLst>
          </a:custGeom>
          <a:solidFill>
            <a:srgbClr val="4CD137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76" name="任意多邊形 875"/>
          <p:cNvSpPr/>
          <p:nvPr/>
        </p:nvSpPr>
        <p:spPr>
          <a:xfrm>
            <a:off x="7194960" y="3142080"/>
            <a:ext cx="267840" cy="267480"/>
          </a:xfrm>
          <a:custGeom>
            <a:avLst/>
            <a:gdLst/>
            <a:ahLst/>
            <a:cxnLst/>
            <a:rect l="0" t="0" r="r" b="b"/>
            <a:pathLst>
              <a:path w="744" h="743">
                <a:moveTo>
                  <a:pt x="0" y="371"/>
                </a:moveTo>
                <a:cubicBezTo>
                  <a:pt x="0" y="322"/>
                  <a:pt x="9" y="274"/>
                  <a:pt x="28" y="229"/>
                </a:cubicBezTo>
                <a:cubicBezTo>
                  <a:pt x="47" y="183"/>
                  <a:pt x="74" y="143"/>
                  <a:pt x="109" y="108"/>
                </a:cubicBezTo>
                <a:cubicBezTo>
                  <a:pt x="144" y="74"/>
                  <a:pt x="184" y="47"/>
                  <a:pt x="229" y="28"/>
                </a:cubicBezTo>
                <a:cubicBezTo>
                  <a:pt x="275" y="9"/>
                  <a:pt x="322" y="0"/>
                  <a:pt x="371" y="0"/>
                </a:cubicBezTo>
                <a:cubicBezTo>
                  <a:pt x="422" y="0"/>
                  <a:pt x="469" y="9"/>
                  <a:pt x="514" y="28"/>
                </a:cubicBezTo>
                <a:cubicBezTo>
                  <a:pt x="560" y="47"/>
                  <a:pt x="600" y="74"/>
                  <a:pt x="635" y="108"/>
                </a:cubicBezTo>
                <a:cubicBezTo>
                  <a:pt x="670" y="143"/>
                  <a:pt x="697" y="183"/>
                  <a:pt x="715" y="229"/>
                </a:cubicBezTo>
                <a:cubicBezTo>
                  <a:pt x="734" y="274"/>
                  <a:pt x="744" y="322"/>
                  <a:pt x="744" y="371"/>
                </a:cubicBezTo>
                <a:cubicBezTo>
                  <a:pt x="744" y="420"/>
                  <a:pt x="734" y="468"/>
                  <a:pt x="715" y="513"/>
                </a:cubicBezTo>
                <a:cubicBezTo>
                  <a:pt x="697" y="560"/>
                  <a:pt x="670" y="600"/>
                  <a:pt x="635" y="635"/>
                </a:cubicBezTo>
                <a:cubicBezTo>
                  <a:pt x="600" y="669"/>
                  <a:pt x="560" y="696"/>
                  <a:pt x="514" y="715"/>
                </a:cubicBezTo>
                <a:cubicBezTo>
                  <a:pt x="469" y="734"/>
                  <a:pt x="422" y="743"/>
                  <a:pt x="371" y="743"/>
                </a:cubicBezTo>
                <a:cubicBezTo>
                  <a:pt x="322" y="743"/>
                  <a:pt x="275" y="734"/>
                  <a:pt x="229" y="715"/>
                </a:cubicBezTo>
                <a:cubicBezTo>
                  <a:pt x="184" y="696"/>
                  <a:pt x="144" y="669"/>
                  <a:pt x="109" y="635"/>
                </a:cubicBezTo>
                <a:cubicBezTo>
                  <a:pt x="74" y="600"/>
                  <a:pt x="47" y="560"/>
                  <a:pt x="28" y="513"/>
                </a:cubicBezTo>
                <a:cubicBezTo>
                  <a:pt x="9" y="468"/>
                  <a:pt x="0" y="420"/>
                  <a:pt x="0" y="371"/>
                </a:cubicBezTo>
                <a:moveTo>
                  <a:pt x="371" y="23"/>
                </a:moveTo>
                <a:cubicBezTo>
                  <a:pt x="348" y="23"/>
                  <a:pt x="326" y="25"/>
                  <a:pt x="303" y="30"/>
                </a:cubicBezTo>
                <a:cubicBezTo>
                  <a:pt x="281" y="34"/>
                  <a:pt x="259" y="41"/>
                  <a:pt x="238" y="49"/>
                </a:cubicBezTo>
                <a:cubicBezTo>
                  <a:pt x="217" y="58"/>
                  <a:pt x="197" y="69"/>
                  <a:pt x="178" y="82"/>
                </a:cubicBezTo>
                <a:cubicBezTo>
                  <a:pt x="159" y="94"/>
                  <a:pt x="141" y="109"/>
                  <a:pt x="125" y="125"/>
                </a:cubicBezTo>
                <a:cubicBezTo>
                  <a:pt x="109" y="141"/>
                  <a:pt x="95" y="159"/>
                  <a:pt x="82" y="178"/>
                </a:cubicBezTo>
                <a:cubicBezTo>
                  <a:pt x="69" y="197"/>
                  <a:pt x="58" y="217"/>
                  <a:pt x="50" y="238"/>
                </a:cubicBezTo>
                <a:cubicBezTo>
                  <a:pt x="41" y="259"/>
                  <a:pt x="34" y="281"/>
                  <a:pt x="30" y="303"/>
                </a:cubicBezTo>
                <a:cubicBezTo>
                  <a:pt x="25" y="326"/>
                  <a:pt x="23" y="348"/>
                  <a:pt x="23" y="371"/>
                </a:cubicBezTo>
                <a:cubicBezTo>
                  <a:pt x="23" y="394"/>
                  <a:pt x="25" y="417"/>
                  <a:pt x="30" y="439"/>
                </a:cubicBezTo>
                <a:cubicBezTo>
                  <a:pt x="34" y="461"/>
                  <a:pt x="41" y="483"/>
                  <a:pt x="50" y="504"/>
                </a:cubicBezTo>
                <a:cubicBezTo>
                  <a:pt x="58" y="525"/>
                  <a:pt x="69" y="545"/>
                  <a:pt x="82" y="565"/>
                </a:cubicBezTo>
                <a:cubicBezTo>
                  <a:pt x="95" y="584"/>
                  <a:pt x="109" y="602"/>
                  <a:pt x="125" y="618"/>
                </a:cubicBezTo>
                <a:cubicBezTo>
                  <a:pt x="141" y="634"/>
                  <a:pt x="159" y="649"/>
                  <a:pt x="178" y="662"/>
                </a:cubicBezTo>
                <a:cubicBezTo>
                  <a:pt x="197" y="674"/>
                  <a:pt x="217" y="685"/>
                  <a:pt x="238" y="694"/>
                </a:cubicBezTo>
                <a:cubicBezTo>
                  <a:pt x="259" y="702"/>
                  <a:pt x="281" y="709"/>
                  <a:pt x="303" y="714"/>
                </a:cubicBezTo>
                <a:cubicBezTo>
                  <a:pt x="326" y="718"/>
                  <a:pt x="348" y="720"/>
                  <a:pt x="371" y="720"/>
                </a:cubicBezTo>
                <a:cubicBezTo>
                  <a:pt x="394" y="720"/>
                  <a:pt x="417" y="718"/>
                  <a:pt x="440" y="714"/>
                </a:cubicBezTo>
                <a:cubicBezTo>
                  <a:pt x="463" y="709"/>
                  <a:pt x="484" y="702"/>
                  <a:pt x="506" y="694"/>
                </a:cubicBezTo>
                <a:cubicBezTo>
                  <a:pt x="527" y="685"/>
                  <a:pt x="547" y="674"/>
                  <a:pt x="566" y="662"/>
                </a:cubicBezTo>
                <a:cubicBezTo>
                  <a:pt x="585" y="649"/>
                  <a:pt x="602" y="634"/>
                  <a:pt x="619" y="618"/>
                </a:cubicBezTo>
                <a:cubicBezTo>
                  <a:pt x="635" y="602"/>
                  <a:pt x="649" y="584"/>
                  <a:pt x="662" y="565"/>
                </a:cubicBezTo>
                <a:cubicBezTo>
                  <a:pt x="675" y="545"/>
                  <a:pt x="685" y="525"/>
                  <a:pt x="694" y="504"/>
                </a:cubicBezTo>
                <a:cubicBezTo>
                  <a:pt x="703" y="483"/>
                  <a:pt x="709" y="461"/>
                  <a:pt x="714" y="439"/>
                </a:cubicBezTo>
                <a:cubicBezTo>
                  <a:pt x="718" y="417"/>
                  <a:pt x="721" y="394"/>
                  <a:pt x="721" y="371"/>
                </a:cubicBezTo>
                <a:cubicBezTo>
                  <a:pt x="721" y="348"/>
                  <a:pt x="718" y="326"/>
                  <a:pt x="714" y="303"/>
                </a:cubicBezTo>
                <a:cubicBezTo>
                  <a:pt x="709" y="281"/>
                  <a:pt x="703" y="259"/>
                  <a:pt x="694" y="238"/>
                </a:cubicBezTo>
                <a:cubicBezTo>
                  <a:pt x="685" y="217"/>
                  <a:pt x="675" y="197"/>
                  <a:pt x="662" y="178"/>
                </a:cubicBezTo>
                <a:cubicBezTo>
                  <a:pt x="649" y="159"/>
                  <a:pt x="635" y="141"/>
                  <a:pt x="619" y="125"/>
                </a:cubicBezTo>
                <a:cubicBezTo>
                  <a:pt x="602" y="109"/>
                  <a:pt x="585" y="94"/>
                  <a:pt x="566" y="82"/>
                </a:cubicBezTo>
                <a:cubicBezTo>
                  <a:pt x="547" y="69"/>
                  <a:pt x="527" y="58"/>
                  <a:pt x="506" y="49"/>
                </a:cubicBezTo>
                <a:cubicBezTo>
                  <a:pt x="484" y="41"/>
                  <a:pt x="463" y="34"/>
                  <a:pt x="440" y="30"/>
                </a:cubicBezTo>
                <a:cubicBezTo>
                  <a:pt x="417" y="25"/>
                  <a:pt x="394" y="23"/>
                  <a:pt x="371" y="23"/>
                </a:cubicBezTo>
                <a:close/>
              </a:path>
            </a:pathLst>
          </a:custGeom>
          <a:solidFill>
            <a:srgbClr val="4CD137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877" name="圖片 876"/>
          <p:cNvPicPr/>
          <p:nvPr/>
        </p:nvPicPr>
        <p:blipFill>
          <a:blip r:embed="rId5"/>
          <a:stretch>
            <a:fillRect/>
          </a:stretch>
        </p:blipFill>
        <p:spPr>
          <a:xfrm>
            <a:off x="7261920" y="320904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8" name="文字框 877"/>
          <p:cNvSpPr txBox="1"/>
          <p:nvPr/>
        </p:nvSpPr>
        <p:spPr>
          <a:xfrm>
            <a:off x="7909560" y="2653560"/>
            <a:ext cx="10569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）等多部门共同监管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79" name="任意多邊形 878"/>
          <p:cNvSpPr/>
          <p:nvPr/>
        </p:nvSpPr>
        <p:spPr>
          <a:xfrm>
            <a:off x="7571160" y="3450960"/>
            <a:ext cx="33480" cy="33840"/>
          </a:xfrm>
          <a:custGeom>
            <a:avLst/>
            <a:gdLst/>
            <a:ahLst/>
            <a:cxnLst/>
            <a:rect l="0" t="0" r="r" b="b"/>
            <a:pathLst>
              <a:path w="93" h="94">
                <a:moveTo>
                  <a:pt x="93" y="48"/>
                </a:moveTo>
                <a:cubicBezTo>
                  <a:pt x="93" y="54"/>
                  <a:pt x="92" y="60"/>
                  <a:pt x="90" y="66"/>
                </a:cubicBezTo>
                <a:cubicBezTo>
                  <a:pt x="87" y="71"/>
                  <a:pt x="84" y="76"/>
                  <a:pt x="79" y="81"/>
                </a:cubicBezTo>
                <a:cubicBezTo>
                  <a:pt x="74" y="85"/>
                  <a:pt x="69" y="88"/>
                  <a:pt x="64" y="91"/>
                </a:cubicBezTo>
                <a:cubicBezTo>
                  <a:pt x="58" y="93"/>
                  <a:pt x="52" y="94"/>
                  <a:pt x="46" y="94"/>
                </a:cubicBezTo>
                <a:cubicBezTo>
                  <a:pt x="40" y="94"/>
                  <a:pt x="34" y="93"/>
                  <a:pt x="28" y="91"/>
                </a:cubicBezTo>
                <a:cubicBezTo>
                  <a:pt x="22" y="88"/>
                  <a:pt x="17" y="85"/>
                  <a:pt x="13" y="81"/>
                </a:cubicBezTo>
                <a:cubicBezTo>
                  <a:pt x="9" y="76"/>
                  <a:pt x="5" y="71"/>
                  <a:pt x="3" y="66"/>
                </a:cubicBezTo>
                <a:cubicBezTo>
                  <a:pt x="1" y="60"/>
                  <a:pt x="0" y="54"/>
                  <a:pt x="0" y="48"/>
                </a:cubicBezTo>
                <a:cubicBezTo>
                  <a:pt x="0" y="42"/>
                  <a:pt x="1" y="36"/>
                  <a:pt x="3" y="30"/>
                </a:cubicBezTo>
                <a:cubicBezTo>
                  <a:pt x="5" y="23"/>
                  <a:pt x="9" y="18"/>
                  <a:pt x="13" y="14"/>
                </a:cubicBezTo>
                <a:cubicBezTo>
                  <a:pt x="17" y="10"/>
                  <a:pt x="22" y="6"/>
                  <a:pt x="28" y="4"/>
                </a:cubicBezTo>
                <a:cubicBezTo>
                  <a:pt x="34" y="2"/>
                  <a:pt x="40" y="0"/>
                  <a:pt x="46" y="0"/>
                </a:cubicBezTo>
                <a:cubicBezTo>
                  <a:pt x="52" y="0"/>
                  <a:pt x="58" y="2"/>
                  <a:pt x="64" y="4"/>
                </a:cubicBezTo>
                <a:cubicBezTo>
                  <a:pt x="69" y="6"/>
                  <a:pt x="74" y="10"/>
                  <a:pt x="79" y="14"/>
                </a:cubicBezTo>
                <a:cubicBezTo>
                  <a:pt x="84" y="18"/>
                  <a:pt x="87" y="23"/>
                  <a:pt x="90" y="30"/>
                </a:cubicBezTo>
                <a:cubicBezTo>
                  <a:pt x="92" y="36"/>
                  <a:pt x="93" y="42"/>
                  <a:pt x="93" y="48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80" name="文字框 879"/>
          <p:cNvSpPr txBox="1"/>
          <p:nvPr/>
        </p:nvSpPr>
        <p:spPr>
          <a:xfrm>
            <a:off x="7562880" y="3155400"/>
            <a:ext cx="537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监管重点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81" name="任意多邊形 880"/>
          <p:cNvSpPr/>
          <p:nvPr/>
        </p:nvSpPr>
        <p:spPr>
          <a:xfrm>
            <a:off x="7571160" y="3651840"/>
            <a:ext cx="33480" cy="33480"/>
          </a:xfrm>
          <a:custGeom>
            <a:avLst/>
            <a:gdLst/>
            <a:ahLst/>
            <a:cxnLst/>
            <a:rect l="0" t="0" r="r" b="b"/>
            <a:pathLst>
              <a:path w="93" h="93">
                <a:moveTo>
                  <a:pt x="93" y="47"/>
                </a:moveTo>
                <a:cubicBezTo>
                  <a:pt x="93" y="53"/>
                  <a:pt x="92" y="59"/>
                  <a:pt x="90" y="65"/>
                </a:cubicBezTo>
                <a:cubicBezTo>
                  <a:pt x="87" y="70"/>
                  <a:pt x="84" y="76"/>
                  <a:pt x="79" y="80"/>
                </a:cubicBezTo>
                <a:cubicBezTo>
                  <a:pt x="74" y="84"/>
                  <a:pt x="69" y="88"/>
                  <a:pt x="64" y="90"/>
                </a:cubicBezTo>
                <a:cubicBezTo>
                  <a:pt x="58" y="92"/>
                  <a:pt x="52" y="93"/>
                  <a:pt x="46" y="93"/>
                </a:cubicBezTo>
                <a:cubicBezTo>
                  <a:pt x="40" y="93"/>
                  <a:pt x="34" y="92"/>
                  <a:pt x="28" y="90"/>
                </a:cubicBezTo>
                <a:cubicBezTo>
                  <a:pt x="22" y="88"/>
                  <a:pt x="17" y="84"/>
                  <a:pt x="13" y="80"/>
                </a:cubicBezTo>
                <a:cubicBezTo>
                  <a:pt x="9" y="76"/>
                  <a:pt x="5" y="70"/>
                  <a:pt x="3" y="65"/>
                </a:cubicBezTo>
                <a:cubicBezTo>
                  <a:pt x="1" y="59"/>
                  <a:pt x="0" y="53"/>
                  <a:pt x="0" y="47"/>
                </a:cubicBezTo>
                <a:cubicBezTo>
                  <a:pt x="0" y="41"/>
                  <a:pt x="1" y="35"/>
                  <a:pt x="3" y="29"/>
                </a:cubicBezTo>
                <a:cubicBezTo>
                  <a:pt x="5" y="24"/>
                  <a:pt x="9" y="18"/>
                  <a:pt x="13" y="13"/>
                </a:cubicBezTo>
                <a:cubicBezTo>
                  <a:pt x="17" y="9"/>
                  <a:pt x="22" y="5"/>
                  <a:pt x="28" y="3"/>
                </a:cubicBezTo>
                <a:cubicBezTo>
                  <a:pt x="34" y="1"/>
                  <a:pt x="40" y="0"/>
                  <a:pt x="46" y="0"/>
                </a:cubicBezTo>
                <a:cubicBezTo>
                  <a:pt x="52" y="0"/>
                  <a:pt x="58" y="1"/>
                  <a:pt x="64" y="3"/>
                </a:cubicBezTo>
                <a:cubicBezTo>
                  <a:pt x="69" y="5"/>
                  <a:pt x="74" y="9"/>
                  <a:pt x="79" y="13"/>
                </a:cubicBezTo>
                <a:cubicBezTo>
                  <a:pt x="84" y="18"/>
                  <a:pt x="87" y="24"/>
                  <a:pt x="90" y="29"/>
                </a:cubicBezTo>
                <a:cubicBezTo>
                  <a:pt x="92" y="35"/>
                  <a:pt x="93" y="41"/>
                  <a:pt x="93" y="4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82" name="文字框 881"/>
          <p:cNvSpPr txBox="1"/>
          <p:nvPr/>
        </p:nvSpPr>
        <p:spPr>
          <a:xfrm>
            <a:off x="7696440" y="3388680"/>
            <a:ext cx="8222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发行方资质要求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83" name="文字框 882"/>
          <p:cNvSpPr txBox="1"/>
          <p:nvPr/>
        </p:nvSpPr>
        <p:spPr>
          <a:xfrm>
            <a:off x="7696440" y="3593520"/>
            <a:ext cx="3362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100%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84" name="任意多邊形 883"/>
          <p:cNvSpPr/>
          <p:nvPr/>
        </p:nvSpPr>
        <p:spPr>
          <a:xfrm>
            <a:off x="7571160" y="3852360"/>
            <a:ext cx="33480" cy="33840"/>
          </a:xfrm>
          <a:custGeom>
            <a:avLst/>
            <a:gdLst/>
            <a:ahLst/>
            <a:cxnLst/>
            <a:rect l="0" t="0" r="r" b="b"/>
            <a:pathLst>
              <a:path w="93" h="94">
                <a:moveTo>
                  <a:pt x="93" y="47"/>
                </a:moveTo>
                <a:cubicBezTo>
                  <a:pt x="93" y="53"/>
                  <a:pt x="92" y="59"/>
                  <a:pt x="90" y="65"/>
                </a:cubicBezTo>
                <a:cubicBezTo>
                  <a:pt x="87" y="71"/>
                  <a:pt x="84" y="76"/>
                  <a:pt x="79" y="80"/>
                </a:cubicBezTo>
                <a:cubicBezTo>
                  <a:pt x="74" y="84"/>
                  <a:pt x="69" y="88"/>
                  <a:pt x="64" y="90"/>
                </a:cubicBezTo>
                <a:cubicBezTo>
                  <a:pt x="58" y="92"/>
                  <a:pt x="52" y="94"/>
                  <a:pt x="46" y="94"/>
                </a:cubicBezTo>
                <a:cubicBezTo>
                  <a:pt x="40" y="94"/>
                  <a:pt x="34" y="92"/>
                  <a:pt x="28" y="90"/>
                </a:cubicBezTo>
                <a:cubicBezTo>
                  <a:pt x="22" y="88"/>
                  <a:pt x="17" y="84"/>
                  <a:pt x="13" y="80"/>
                </a:cubicBezTo>
                <a:cubicBezTo>
                  <a:pt x="9" y="76"/>
                  <a:pt x="5" y="71"/>
                  <a:pt x="3" y="65"/>
                </a:cubicBezTo>
                <a:cubicBezTo>
                  <a:pt x="1" y="59"/>
                  <a:pt x="0" y="53"/>
                  <a:pt x="0" y="47"/>
                </a:cubicBezTo>
                <a:cubicBezTo>
                  <a:pt x="0" y="41"/>
                  <a:pt x="1" y="35"/>
                  <a:pt x="3" y="29"/>
                </a:cubicBezTo>
                <a:cubicBezTo>
                  <a:pt x="5" y="24"/>
                  <a:pt x="9" y="19"/>
                  <a:pt x="13" y="13"/>
                </a:cubicBezTo>
                <a:cubicBezTo>
                  <a:pt x="17" y="9"/>
                  <a:pt x="22" y="6"/>
                  <a:pt x="28" y="3"/>
                </a:cubicBezTo>
                <a:cubicBezTo>
                  <a:pt x="34" y="1"/>
                  <a:pt x="40" y="0"/>
                  <a:pt x="46" y="0"/>
                </a:cubicBezTo>
                <a:cubicBezTo>
                  <a:pt x="52" y="0"/>
                  <a:pt x="58" y="1"/>
                  <a:pt x="64" y="3"/>
                </a:cubicBezTo>
                <a:cubicBezTo>
                  <a:pt x="69" y="6"/>
                  <a:pt x="74" y="9"/>
                  <a:pt x="79" y="13"/>
                </a:cubicBezTo>
                <a:cubicBezTo>
                  <a:pt x="84" y="19"/>
                  <a:pt x="87" y="24"/>
                  <a:pt x="90" y="29"/>
                </a:cubicBezTo>
                <a:cubicBezTo>
                  <a:pt x="92" y="35"/>
                  <a:pt x="93" y="41"/>
                  <a:pt x="93" y="4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85" name="文字框 884"/>
          <p:cNvSpPr txBox="1"/>
          <p:nvPr/>
        </p:nvSpPr>
        <p:spPr>
          <a:xfrm>
            <a:off x="8030880" y="3589200"/>
            <a:ext cx="10569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高质量资产储备要求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86" name="文字框 885"/>
          <p:cNvSpPr txBox="1"/>
          <p:nvPr/>
        </p:nvSpPr>
        <p:spPr>
          <a:xfrm>
            <a:off x="7696440" y="3790080"/>
            <a:ext cx="4701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反洗钱（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87" name="文字框 886"/>
          <p:cNvSpPr txBox="1"/>
          <p:nvPr/>
        </p:nvSpPr>
        <p:spPr>
          <a:xfrm>
            <a:off x="8164440" y="3794040"/>
            <a:ext cx="2476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AML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88" name="文字框 887"/>
          <p:cNvSpPr txBox="1"/>
          <p:nvPr/>
        </p:nvSpPr>
        <p:spPr>
          <a:xfrm>
            <a:off x="8410680" y="3790080"/>
            <a:ext cx="1174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）和反恐怖主义融资（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89" name="文字框 888"/>
          <p:cNvSpPr txBox="1"/>
          <p:nvPr/>
        </p:nvSpPr>
        <p:spPr>
          <a:xfrm>
            <a:off x="9580680" y="3794040"/>
            <a:ext cx="2217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CFT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90" name="文字框 889"/>
          <p:cNvSpPr txBox="1"/>
          <p:nvPr/>
        </p:nvSpPr>
        <p:spPr>
          <a:xfrm>
            <a:off x="9798840" y="3790080"/>
            <a:ext cx="1180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）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91" name="任意多邊形 890"/>
          <p:cNvSpPr/>
          <p:nvPr/>
        </p:nvSpPr>
        <p:spPr>
          <a:xfrm>
            <a:off x="7571160" y="4219920"/>
            <a:ext cx="33480" cy="33840"/>
          </a:xfrm>
          <a:custGeom>
            <a:avLst/>
            <a:gdLst/>
            <a:ahLst/>
            <a:cxnLst/>
            <a:rect l="0" t="0" r="r" b="b"/>
            <a:pathLst>
              <a:path w="93" h="94">
                <a:moveTo>
                  <a:pt x="93" y="48"/>
                </a:moveTo>
                <a:cubicBezTo>
                  <a:pt x="93" y="54"/>
                  <a:pt x="92" y="60"/>
                  <a:pt x="90" y="65"/>
                </a:cubicBezTo>
                <a:cubicBezTo>
                  <a:pt x="87" y="71"/>
                  <a:pt x="84" y="76"/>
                  <a:pt x="79" y="80"/>
                </a:cubicBezTo>
                <a:cubicBezTo>
                  <a:pt x="74" y="85"/>
                  <a:pt x="69" y="88"/>
                  <a:pt x="64" y="90"/>
                </a:cubicBezTo>
                <a:cubicBezTo>
                  <a:pt x="58" y="93"/>
                  <a:pt x="52" y="94"/>
                  <a:pt x="46" y="94"/>
                </a:cubicBezTo>
                <a:cubicBezTo>
                  <a:pt x="40" y="94"/>
                  <a:pt x="34" y="93"/>
                  <a:pt x="28" y="90"/>
                </a:cubicBezTo>
                <a:cubicBezTo>
                  <a:pt x="22" y="88"/>
                  <a:pt x="17" y="85"/>
                  <a:pt x="13" y="80"/>
                </a:cubicBezTo>
                <a:cubicBezTo>
                  <a:pt x="9" y="76"/>
                  <a:pt x="5" y="71"/>
                  <a:pt x="3" y="65"/>
                </a:cubicBezTo>
                <a:cubicBezTo>
                  <a:pt x="1" y="60"/>
                  <a:pt x="0" y="54"/>
                  <a:pt x="0" y="48"/>
                </a:cubicBezTo>
                <a:cubicBezTo>
                  <a:pt x="0" y="41"/>
                  <a:pt x="1" y="35"/>
                  <a:pt x="3" y="30"/>
                </a:cubicBezTo>
                <a:cubicBezTo>
                  <a:pt x="5" y="24"/>
                  <a:pt x="9" y="19"/>
                  <a:pt x="13" y="15"/>
                </a:cubicBezTo>
                <a:cubicBezTo>
                  <a:pt x="17" y="10"/>
                  <a:pt x="22" y="6"/>
                  <a:pt x="28" y="4"/>
                </a:cubicBezTo>
                <a:cubicBezTo>
                  <a:pt x="34" y="1"/>
                  <a:pt x="40" y="0"/>
                  <a:pt x="46" y="0"/>
                </a:cubicBezTo>
                <a:cubicBezTo>
                  <a:pt x="52" y="0"/>
                  <a:pt x="58" y="1"/>
                  <a:pt x="64" y="4"/>
                </a:cubicBezTo>
                <a:cubicBezTo>
                  <a:pt x="69" y="6"/>
                  <a:pt x="74" y="10"/>
                  <a:pt x="79" y="15"/>
                </a:cubicBezTo>
                <a:cubicBezTo>
                  <a:pt x="84" y="19"/>
                  <a:pt x="87" y="24"/>
                  <a:pt x="90" y="30"/>
                </a:cubicBezTo>
                <a:cubicBezTo>
                  <a:pt x="92" y="35"/>
                  <a:pt x="93" y="41"/>
                  <a:pt x="93" y="48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92" name="文字框 891"/>
          <p:cNvSpPr txBox="1"/>
          <p:nvPr/>
        </p:nvSpPr>
        <p:spPr>
          <a:xfrm>
            <a:off x="7696440" y="3957120"/>
            <a:ext cx="2354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合规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93" name="任意多邊形 892"/>
          <p:cNvSpPr/>
          <p:nvPr/>
        </p:nvSpPr>
        <p:spPr>
          <a:xfrm>
            <a:off x="7571160" y="4420440"/>
            <a:ext cx="33480" cy="33840"/>
          </a:xfrm>
          <a:custGeom>
            <a:avLst/>
            <a:gdLst/>
            <a:ahLst/>
            <a:cxnLst/>
            <a:rect l="0" t="0" r="r" b="b"/>
            <a:pathLst>
              <a:path w="93" h="94">
                <a:moveTo>
                  <a:pt x="93" y="48"/>
                </a:moveTo>
                <a:cubicBezTo>
                  <a:pt x="93" y="54"/>
                  <a:pt x="92" y="60"/>
                  <a:pt x="90" y="65"/>
                </a:cubicBezTo>
                <a:cubicBezTo>
                  <a:pt x="87" y="71"/>
                  <a:pt x="84" y="76"/>
                  <a:pt x="79" y="80"/>
                </a:cubicBezTo>
                <a:cubicBezTo>
                  <a:pt x="74" y="85"/>
                  <a:pt x="69" y="88"/>
                  <a:pt x="64" y="91"/>
                </a:cubicBezTo>
                <a:cubicBezTo>
                  <a:pt x="58" y="93"/>
                  <a:pt x="52" y="94"/>
                  <a:pt x="46" y="94"/>
                </a:cubicBezTo>
                <a:cubicBezTo>
                  <a:pt x="40" y="94"/>
                  <a:pt x="34" y="93"/>
                  <a:pt x="28" y="91"/>
                </a:cubicBezTo>
                <a:cubicBezTo>
                  <a:pt x="22" y="88"/>
                  <a:pt x="17" y="85"/>
                  <a:pt x="13" y="80"/>
                </a:cubicBezTo>
                <a:cubicBezTo>
                  <a:pt x="9" y="76"/>
                  <a:pt x="5" y="71"/>
                  <a:pt x="3" y="65"/>
                </a:cubicBezTo>
                <a:cubicBezTo>
                  <a:pt x="1" y="60"/>
                  <a:pt x="0" y="54"/>
                  <a:pt x="0" y="48"/>
                </a:cubicBezTo>
                <a:cubicBezTo>
                  <a:pt x="0" y="41"/>
                  <a:pt x="1" y="36"/>
                  <a:pt x="3" y="30"/>
                </a:cubicBezTo>
                <a:cubicBezTo>
                  <a:pt x="5" y="24"/>
                  <a:pt x="9" y="19"/>
                  <a:pt x="13" y="15"/>
                </a:cubicBezTo>
                <a:cubicBezTo>
                  <a:pt x="17" y="10"/>
                  <a:pt x="22" y="7"/>
                  <a:pt x="28" y="5"/>
                </a:cubicBezTo>
                <a:cubicBezTo>
                  <a:pt x="34" y="1"/>
                  <a:pt x="40" y="0"/>
                  <a:pt x="46" y="0"/>
                </a:cubicBezTo>
                <a:cubicBezTo>
                  <a:pt x="52" y="0"/>
                  <a:pt x="58" y="1"/>
                  <a:pt x="64" y="5"/>
                </a:cubicBezTo>
                <a:cubicBezTo>
                  <a:pt x="69" y="7"/>
                  <a:pt x="74" y="10"/>
                  <a:pt x="79" y="15"/>
                </a:cubicBezTo>
                <a:cubicBezTo>
                  <a:pt x="84" y="19"/>
                  <a:pt x="87" y="24"/>
                  <a:pt x="90" y="30"/>
                </a:cubicBezTo>
                <a:cubicBezTo>
                  <a:pt x="92" y="36"/>
                  <a:pt x="93" y="41"/>
                  <a:pt x="93" y="48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94" name="文字框 893"/>
          <p:cNvSpPr txBox="1"/>
          <p:nvPr/>
        </p:nvSpPr>
        <p:spPr>
          <a:xfrm>
            <a:off x="7696440" y="4157640"/>
            <a:ext cx="10569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联邦与州级监管协调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895" name="圖片 894"/>
          <p:cNvPicPr/>
          <p:nvPr/>
        </p:nvPicPr>
        <p:blipFill>
          <a:blip r:embed="rId11"/>
          <a:stretch>
            <a:fillRect/>
          </a:stretch>
        </p:blipFill>
        <p:spPr>
          <a:xfrm>
            <a:off x="752040" y="4988880"/>
            <a:ext cx="1918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6" name="文字框 895"/>
          <p:cNvSpPr txBox="1"/>
          <p:nvPr/>
        </p:nvSpPr>
        <p:spPr>
          <a:xfrm>
            <a:off x="7696440" y="4358160"/>
            <a:ext cx="18781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《支付稳定币清晰法案》等立法推进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97" name="文字框 896"/>
          <p:cNvSpPr txBox="1"/>
          <p:nvPr/>
        </p:nvSpPr>
        <p:spPr>
          <a:xfrm>
            <a:off x="1011240" y="4970160"/>
            <a:ext cx="67140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主要差异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98" name="文字框 897"/>
          <p:cNvSpPr txBox="1"/>
          <p:nvPr/>
        </p:nvSpPr>
        <p:spPr>
          <a:xfrm>
            <a:off x="752040" y="5269680"/>
            <a:ext cx="25491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87171"/>
                </a:solidFill>
                <a:effectLst/>
                <a:uFillTx/>
                <a:latin typeface="WenQuanYiZenHei"/>
                <a:ea typeface="WenQuanYiZenHei"/>
              </a:rPr>
              <a:t>香港：</a:t>
            </a:r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统一监管框架，明确规则，鼓励创新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99" name="文字框 898"/>
          <p:cNvSpPr txBox="1"/>
          <p:nvPr/>
        </p:nvSpPr>
        <p:spPr>
          <a:xfrm>
            <a:off x="752040" y="5503680"/>
            <a:ext cx="24148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BBF24"/>
                </a:solidFill>
                <a:effectLst/>
                <a:uFillTx/>
                <a:latin typeface="WenQuanYiZenHei"/>
                <a:ea typeface="WenQuanYiZenHei"/>
              </a:rPr>
              <a:t>内地：</a:t>
            </a:r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严格禁止加密货币，强调金融稳定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00" name="文字框 899"/>
          <p:cNvSpPr txBox="1"/>
          <p:nvPr/>
        </p:nvSpPr>
        <p:spPr>
          <a:xfrm>
            <a:off x="752040" y="5737680"/>
            <a:ext cx="25491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60A5FA"/>
                </a:solidFill>
                <a:effectLst/>
                <a:uFillTx/>
                <a:latin typeface="WenQuanYiZenHei"/>
                <a:ea typeface="WenQuanYiZenHei"/>
              </a:rPr>
              <a:t>美国：</a:t>
            </a:r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多头监管，尚未统一，关注金融稳定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01" name="文字框 900"/>
          <p:cNvSpPr txBox="1"/>
          <p:nvPr/>
        </p:nvSpPr>
        <p:spPr>
          <a:xfrm>
            <a:off x="3860640" y="5269680"/>
            <a:ext cx="16102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87171"/>
                </a:solidFill>
                <a:effectLst/>
                <a:uFillTx/>
                <a:latin typeface="WenQuanYiZenHei"/>
                <a:ea typeface="WenQuanYiZenHei"/>
              </a:rPr>
              <a:t>香港：</a:t>
            </a:r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已实施监管沙盒计划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02" name="文字框 901"/>
          <p:cNvSpPr txBox="1"/>
          <p:nvPr/>
        </p:nvSpPr>
        <p:spPr>
          <a:xfrm>
            <a:off x="3860640" y="5503680"/>
            <a:ext cx="6714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BBF24"/>
                </a:solidFill>
                <a:effectLst/>
                <a:uFillTx/>
                <a:latin typeface="WenQuanYiZenHei"/>
                <a:ea typeface="WenQuanYiZenHei"/>
              </a:rPr>
              <a:t>内地：</a:t>
            </a:r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通过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03" name="文字框 902"/>
          <p:cNvSpPr txBox="1"/>
          <p:nvPr/>
        </p:nvSpPr>
        <p:spPr>
          <a:xfrm>
            <a:off x="4529160" y="5508360"/>
            <a:ext cx="4075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e-CNY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04" name="文字框 903"/>
          <p:cNvSpPr txBox="1"/>
          <p:nvPr/>
        </p:nvSpPr>
        <p:spPr>
          <a:xfrm>
            <a:off x="4934880" y="5503680"/>
            <a:ext cx="1476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试点探索数字人民币应用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05" name="文字框 904"/>
          <p:cNvSpPr txBox="1"/>
          <p:nvPr/>
        </p:nvSpPr>
        <p:spPr>
          <a:xfrm>
            <a:off x="3860640" y="5737680"/>
            <a:ext cx="21466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60A5FA"/>
                </a:solidFill>
                <a:effectLst/>
                <a:uFillTx/>
                <a:latin typeface="WenQuanYiZenHei"/>
                <a:ea typeface="WenQuanYiZenHei"/>
              </a:rPr>
              <a:t>美国：</a:t>
            </a:r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正在开发协调多部门监管框架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06" name="文字框 905"/>
          <p:cNvSpPr txBox="1"/>
          <p:nvPr/>
        </p:nvSpPr>
        <p:spPr>
          <a:xfrm>
            <a:off x="6969600" y="5269680"/>
            <a:ext cx="25491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87171"/>
                </a:solidFill>
                <a:effectLst/>
                <a:uFillTx/>
                <a:latin typeface="WenQuanYiZenHei"/>
                <a:ea typeface="WenQuanYiZenHei"/>
              </a:rPr>
              <a:t>香港：</a:t>
            </a:r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明确将算法稳定币排除在监管范围外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07" name="文字框 906"/>
          <p:cNvSpPr txBox="1"/>
          <p:nvPr/>
        </p:nvSpPr>
        <p:spPr>
          <a:xfrm>
            <a:off x="6969600" y="5503680"/>
            <a:ext cx="24148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BBF24"/>
                </a:solidFill>
                <a:effectLst/>
                <a:uFillTx/>
                <a:latin typeface="WenQuanYiZenHei"/>
                <a:ea typeface="WenQuanYiZenHei"/>
              </a:rPr>
              <a:t>内地：</a:t>
            </a:r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限制跨境资金流动，防止资本外逃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08" name="文字框 907"/>
          <p:cNvSpPr txBox="1"/>
          <p:nvPr/>
        </p:nvSpPr>
        <p:spPr>
          <a:xfrm>
            <a:off x="6969600" y="5737680"/>
            <a:ext cx="26830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60A5FA"/>
                </a:solidFill>
                <a:effectLst/>
                <a:uFillTx/>
                <a:latin typeface="WenQuanYiZenHei"/>
                <a:ea typeface="WenQuanYiZenHei"/>
              </a:rPr>
              <a:t>美国：</a:t>
            </a:r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关注稳定币支付系统完整性和金融稳定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09" name="文字框 908"/>
          <p:cNvSpPr txBox="1"/>
          <p:nvPr/>
        </p:nvSpPr>
        <p:spPr>
          <a:xfrm>
            <a:off x="9442080" y="584640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第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10" name="文字框 909"/>
          <p:cNvSpPr txBox="1"/>
          <p:nvPr/>
        </p:nvSpPr>
        <p:spPr>
          <a:xfrm>
            <a:off x="9576000" y="585108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9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11" name="文字框 910"/>
          <p:cNvSpPr txBox="1"/>
          <p:nvPr/>
        </p:nvSpPr>
        <p:spPr>
          <a:xfrm>
            <a:off x="9660960" y="584640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页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12" name="文字框 911"/>
          <p:cNvSpPr txBox="1"/>
          <p:nvPr/>
        </p:nvSpPr>
        <p:spPr>
          <a:xfrm>
            <a:off x="9794520" y="585108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/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13" name="文字框 912"/>
          <p:cNvSpPr txBox="1"/>
          <p:nvPr/>
        </p:nvSpPr>
        <p:spPr>
          <a:xfrm>
            <a:off x="9924840" y="584640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共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14" name="文字框 913"/>
          <p:cNvSpPr txBox="1"/>
          <p:nvPr/>
        </p:nvSpPr>
        <p:spPr>
          <a:xfrm>
            <a:off x="10058400" y="5851080"/>
            <a:ext cx="171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15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15" name="文字框 914"/>
          <p:cNvSpPr txBox="1"/>
          <p:nvPr/>
        </p:nvSpPr>
        <p:spPr>
          <a:xfrm>
            <a:off x="10228680" y="584640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页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6" name="圖片 915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6320" cy="60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7" name="任意多邊形 916"/>
          <p:cNvSpPr/>
          <p:nvPr/>
        </p:nvSpPr>
        <p:spPr>
          <a:xfrm>
            <a:off x="1504080" y="1002600"/>
            <a:ext cx="501840" cy="501840"/>
          </a:xfrm>
          <a:custGeom>
            <a:avLst/>
            <a:gdLst/>
            <a:ahLst/>
            <a:cxnLst/>
            <a:rect l="0" t="0" r="r" b="b"/>
            <a:pathLst>
              <a:path w="1394" h="1394">
                <a:moveTo>
                  <a:pt x="13" y="561"/>
                </a:moveTo>
                <a:cubicBezTo>
                  <a:pt x="22" y="516"/>
                  <a:pt x="35" y="472"/>
                  <a:pt x="53" y="430"/>
                </a:cubicBezTo>
                <a:cubicBezTo>
                  <a:pt x="70" y="388"/>
                  <a:pt x="92" y="348"/>
                  <a:pt x="117" y="310"/>
                </a:cubicBezTo>
                <a:cubicBezTo>
                  <a:pt x="143" y="272"/>
                  <a:pt x="171" y="236"/>
                  <a:pt x="204" y="204"/>
                </a:cubicBezTo>
                <a:cubicBezTo>
                  <a:pt x="236" y="172"/>
                  <a:pt x="271" y="143"/>
                  <a:pt x="309" y="117"/>
                </a:cubicBezTo>
                <a:cubicBezTo>
                  <a:pt x="347" y="92"/>
                  <a:pt x="387" y="71"/>
                  <a:pt x="430" y="53"/>
                </a:cubicBezTo>
                <a:cubicBezTo>
                  <a:pt x="472" y="36"/>
                  <a:pt x="516" y="22"/>
                  <a:pt x="560" y="13"/>
                </a:cubicBezTo>
                <a:cubicBezTo>
                  <a:pt x="605" y="5"/>
                  <a:pt x="651" y="0"/>
                  <a:pt x="697" y="0"/>
                </a:cubicBezTo>
                <a:cubicBezTo>
                  <a:pt x="743" y="0"/>
                  <a:pt x="788" y="5"/>
                  <a:pt x="833" y="13"/>
                </a:cubicBezTo>
                <a:cubicBezTo>
                  <a:pt x="878" y="22"/>
                  <a:pt x="921" y="36"/>
                  <a:pt x="964" y="53"/>
                </a:cubicBezTo>
                <a:cubicBezTo>
                  <a:pt x="1006" y="71"/>
                  <a:pt x="1046" y="92"/>
                  <a:pt x="1084" y="117"/>
                </a:cubicBezTo>
                <a:cubicBezTo>
                  <a:pt x="1122" y="143"/>
                  <a:pt x="1157" y="172"/>
                  <a:pt x="1190" y="204"/>
                </a:cubicBezTo>
                <a:cubicBezTo>
                  <a:pt x="1222" y="236"/>
                  <a:pt x="1251" y="272"/>
                  <a:pt x="1276" y="310"/>
                </a:cubicBezTo>
                <a:cubicBezTo>
                  <a:pt x="1302" y="348"/>
                  <a:pt x="1323" y="388"/>
                  <a:pt x="1341" y="430"/>
                </a:cubicBezTo>
                <a:cubicBezTo>
                  <a:pt x="1358" y="472"/>
                  <a:pt x="1371" y="516"/>
                  <a:pt x="1380" y="561"/>
                </a:cubicBezTo>
                <a:cubicBezTo>
                  <a:pt x="1389" y="605"/>
                  <a:pt x="1394" y="651"/>
                  <a:pt x="1394" y="697"/>
                </a:cubicBezTo>
                <a:cubicBezTo>
                  <a:pt x="1394" y="743"/>
                  <a:pt x="1389" y="788"/>
                  <a:pt x="1380" y="833"/>
                </a:cubicBezTo>
                <a:cubicBezTo>
                  <a:pt x="1371" y="878"/>
                  <a:pt x="1358" y="922"/>
                  <a:pt x="1341" y="964"/>
                </a:cubicBezTo>
                <a:cubicBezTo>
                  <a:pt x="1323" y="1006"/>
                  <a:pt x="1302" y="1046"/>
                  <a:pt x="1276" y="1084"/>
                </a:cubicBezTo>
                <a:cubicBezTo>
                  <a:pt x="1251" y="1122"/>
                  <a:pt x="1222" y="1158"/>
                  <a:pt x="1190" y="1190"/>
                </a:cubicBezTo>
                <a:cubicBezTo>
                  <a:pt x="1157" y="1222"/>
                  <a:pt x="1122" y="1251"/>
                  <a:pt x="1084" y="1276"/>
                </a:cubicBezTo>
                <a:cubicBezTo>
                  <a:pt x="1046" y="1302"/>
                  <a:pt x="1006" y="1323"/>
                  <a:pt x="964" y="1341"/>
                </a:cubicBezTo>
                <a:cubicBezTo>
                  <a:pt x="921" y="1358"/>
                  <a:pt x="878" y="1372"/>
                  <a:pt x="833" y="1380"/>
                </a:cubicBezTo>
                <a:cubicBezTo>
                  <a:pt x="788" y="1389"/>
                  <a:pt x="743" y="1394"/>
                  <a:pt x="697" y="1394"/>
                </a:cubicBezTo>
                <a:cubicBezTo>
                  <a:pt x="651" y="1394"/>
                  <a:pt x="605" y="1389"/>
                  <a:pt x="560" y="1380"/>
                </a:cubicBezTo>
                <a:cubicBezTo>
                  <a:pt x="516" y="1372"/>
                  <a:pt x="472" y="1358"/>
                  <a:pt x="430" y="1341"/>
                </a:cubicBezTo>
                <a:cubicBezTo>
                  <a:pt x="387" y="1323"/>
                  <a:pt x="347" y="1302"/>
                  <a:pt x="309" y="1276"/>
                </a:cubicBezTo>
                <a:cubicBezTo>
                  <a:pt x="271" y="1251"/>
                  <a:pt x="236" y="1222"/>
                  <a:pt x="204" y="1190"/>
                </a:cubicBezTo>
                <a:cubicBezTo>
                  <a:pt x="171" y="1158"/>
                  <a:pt x="143" y="1122"/>
                  <a:pt x="117" y="1084"/>
                </a:cubicBezTo>
                <a:cubicBezTo>
                  <a:pt x="92" y="1046"/>
                  <a:pt x="70" y="1006"/>
                  <a:pt x="53" y="964"/>
                </a:cubicBezTo>
                <a:cubicBezTo>
                  <a:pt x="35" y="922"/>
                  <a:pt x="22" y="878"/>
                  <a:pt x="13" y="833"/>
                </a:cubicBezTo>
                <a:cubicBezTo>
                  <a:pt x="4" y="788"/>
                  <a:pt x="0" y="743"/>
                  <a:pt x="0" y="698"/>
                </a:cubicBezTo>
                <a:lnTo>
                  <a:pt x="0" y="697"/>
                </a:lnTo>
                <a:cubicBezTo>
                  <a:pt x="0" y="651"/>
                  <a:pt x="4" y="605"/>
                  <a:pt x="13" y="561"/>
                </a:cubicBezTo>
                <a:close/>
              </a:path>
            </a:pathLst>
          </a:custGeom>
          <a:solidFill>
            <a:srgbClr val="FBC531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18" name="任意多邊形 917"/>
          <p:cNvSpPr/>
          <p:nvPr/>
        </p:nvSpPr>
        <p:spPr>
          <a:xfrm>
            <a:off x="1504080" y="1002600"/>
            <a:ext cx="501840" cy="501840"/>
          </a:xfrm>
          <a:custGeom>
            <a:avLst/>
            <a:gdLst/>
            <a:ahLst/>
            <a:cxnLst/>
            <a:rect l="0" t="0" r="r" b="b"/>
            <a:pathLst>
              <a:path w="1394" h="1394">
                <a:moveTo>
                  <a:pt x="0" y="697"/>
                </a:moveTo>
                <a:cubicBezTo>
                  <a:pt x="0" y="651"/>
                  <a:pt x="4" y="605"/>
                  <a:pt x="13" y="561"/>
                </a:cubicBezTo>
                <a:cubicBezTo>
                  <a:pt x="22" y="516"/>
                  <a:pt x="35" y="472"/>
                  <a:pt x="53" y="430"/>
                </a:cubicBezTo>
                <a:cubicBezTo>
                  <a:pt x="70" y="388"/>
                  <a:pt x="92" y="348"/>
                  <a:pt x="117" y="310"/>
                </a:cubicBezTo>
                <a:cubicBezTo>
                  <a:pt x="143" y="272"/>
                  <a:pt x="171" y="236"/>
                  <a:pt x="204" y="204"/>
                </a:cubicBezTo>
                <a:cubicBezTo>
                  <a:pt x="236" y="172"/>
                  <a:pt x="271" y="143"/>
                  <a:pt x="309" y="117"/>
                </a:cubicBezTo>
                <a:cubicBezTo>
                  <a:pt x="347" y="92"/>
                  <a:pt x="387" y="71"/>
                  <a:pt x="430" y="53"/>
                </a:cubicBezTo>
                <a:cubicBezTo>
                  <a:pt x="472" y="36"/>
                  <a:pt x="516" y="22"/>
                  <a:pt x="560" y="13"/>
                </a:cubicBezTo>
                <a:cubicBezTo>
                  <a:pt x="605" y="5"/>
                  <a:pt x="651" y="0"/>
                  <a:pt x="697" y="0"/>
                </a:cubicBezTo>
                <a:cubicBezTo>
                  <a:pt x="743" y="0"/>
                  <a:pt x="788" y="5"/>
                  <a:pt x="833" y="13"/>
                </a:cubicBezTo>
                <a:cubicBezTo>
                  <a:pt x="878" y="22"/>
                  <a:pt x="921" y="36"/>
                  <a:pt x="964" y="53"/>
                </a:cubicBezTo>
                <a:cubicBezTo>
                  <a:pt x="1006" y="71"/>
                  <a:pt x="1046" y="92"/>
                  <a:pt x="1084" y="117"/>
                </a:cubicBezTo>
                <a:cubicBezTo>
                  <a:pt x="1122" y="143"/>
                  <a:pt x="1157" y="172"/>
                  <a:pt x="1190" y="204"/>
                </a:cubicBezTo>
                <a:cubicBezTo>
                  <a:pt x="1222" y="236"/>
                  <a:pt x="1251" y="272"/>
                  <a:pt x="1276" y="310"/>
                </a:cubicBezTo>
                <a:cubicBezTo>
                  <a:pt x="1302" y="348"/>
                  <a:pt x="1323" y="388"/>
                  <a:pt x="1341" y="430"/>
                </a:cubicBezTo>
                <a:cubicBezTo>
                  <a:pt x="1358" y="472"/>
                  <a:pt x="1371" y="516"/>
                  <a:pt x="1380" y="561"/>
                </a:cubicBezTo>
                <a:cubicBezTo>
                  <a:pt x="1389" y="605"/>
                  <a:pt x="1394" y="651"/>
                  <a:pt x="1394" y="697"/>
                </a:cubicBezTo>
                <a:cubicBezTo>
                  <a:pt x="1394" y="743"/>
                  <a:pt x="1389" y="788"/>
                  <a:pt x="1380" y="833"/>
                </a:cubicBezTo>
                <a:cubicBezTo>
                  <a:pt x="1371" y="878"/>
                  <a:pt x="1358" y="922"/>
                  <a:pt x="1341" y="964"/>
                </a:cubicBezTo>
                <a:cubicBezTo>
                  <a:pt x="1323" y="1006"/>
                  <a:pt x="1302" y="1046"/>
                  <a:pt x="1276" y="1084"/>
                </a:cubicBezTo>
                <a:cubicBezTo>
                  <a:pt x="1251" y="1122"/>
                  <a:pt x="1222" y="1158"/>
                  <a:pt x="1190" y="1190"/>
                </a:cubicBezTo>
                <a:cubicBezTo>
                  <a:pt x="1157" y="1222"/>
                  <a:pt x="1122" y="1251"/>
                  <a:pt x="1084" y="1276"/>
                </a:cubicBezTo>
                <a:cubicBezTo>
                  <a:pt x="1046" y="1302"/>
                  <a:pt x="1006" y="1323"/>
                  <a:pt x="964" y="1341"/>
                </a:cubicBezTo>
                <a:cubicBezTo>
                  <a:pt x="921" y="1358"/>
                  <a:pt x="878" y="1372"/>
                  <a:pt x="833" y="1380"/>
                </a:cubicBezTo>
                <a:cubicBezTo>
                  <a:pt x="788" y="1389"/>
                  <a:pt x="743" y="1394"/>
                  <a:pt x="697" y="1394"/>
                </a:cubicBezTo>
                <a:cubicBezTo>
                  <a:pt x="651" y="1394"/>
                  <a:pt x="605" y="1389"/>
                  <a:pt x="560" y="1380"/>
                </a:cubicBezTo>
                <a:cubicBezTo>
                  <a:pt x="516" y="1372"/>
                  <a:pt x="472" y="1358"/>
                  <a:pt x="430" y="1341"/>
                </a:cubicBezTo>
                <a:cubicBezTo>
                  <a:pt x="387" y="1323"/>
                  <a:pt x="347" y="1302"/>
                  <a:pt x="309" y="1276"/>
                </a:cubicBezTo>
                <a:cubicBezTo>
                  <a:pt x="271" y="1251"/>
                  <a:pt x="236" y="1222"/>
                  <a:pt x="204" y="1190"/>
                </a:cubicBezTo>
                <a:cubicBezTo>
                  <a:pt x="171" y="1158"/>
                  <a:pt x="143" y="1122"/>
                  <a:pt x="117" y="1084"/>
                </a:cubicBezTo>
                <a:cubicBezTo>
                  <a:pt x="92" y="1046"/>
                  <a:pt x="70" y="1006"/>
                  <a:pt x="53" y="964"/>
                </a:cubicBezTo>
                <a:cubicBezTo>
                  <a:pt x="35" y="922"/>
                  <a:pt x="22" y="878"/>
                  <a:pt x="13" y="833"/>
                </a:cubicBezTo>
                <a:cubicBezTo>
                  <a:pt x="4" y="788"/>
                  <a:pt x="0" y="743"/>
                  <a:pt x="0" y="697"/>
                </a:cubicBezTo>
                <a:moveTo>
                  <a:pt x="697" y="46"/>
                </a:moveTo>
                <a:cubicBezTo>
                  <a:pt x="675" y="46"/>
                  <a:pt x="654" y="48"/>
                  <a:pt x="633" y="50"/>
                </a:cubicBezTo>
                <a:cubicBezTo>
                  <a:pt x="611" y="52"/>
                  <a:pt x="590" y="55"/>
                  <a:pt x="569" y="59"/>
                </a:cubicBezTo>
                <a:cubicBezTo>
                  <a:pt x="549" y="63"/>
                  <a:pt x="528" y="68"/>
                  <a:pt x="508" y="74"/>
                </a:cubicBezTo>
                <a:cubicBezTo>
                  <a:pt x="487" y="81"/>
                  <a:pt x="467" y="88"/>
                  <a:pt x="448" y="96"/>
                </a:cubicBezTo>
                <a:cubicBezTo>
                  <a:pt x="428" y="104"/>
                  <a:pt x="409" y="113"/>
                  <a:pt x="390" y="123"/>
                </a:cubicBezTo>
                <a:cubicBezTo>
                  <a:pt x="371" y="133"/>
                  <a:pt x="353" y="144"/>
                  <a:pt x="335" y="156"/>
                </a:cubicBezTo>
                <a:cubicBezTo>
                  <a:pt x="317" y="168"/>
                  <a:pt x="300" y="181"/>
                  <a:pt x="284" y="194"/>
                </a:cubicBezTo>
                <a:cubicBezTo>
                  <a:pt x="267" y="208"/>
                  <a:pt x="252" y="222"/>
                  <a:pt x="237" y="237"/>
                </a:cubicBezTo>
                <a:cubicBezTo>
                  <a:pt x="222" y="252"/>
                  <a:pt x="207" y="268"/>
                  <a:pt x="194" y="284"/>
                </a:cubicBezTo>
                <a:cubicBezTo>
                  <a:pt x="180" y="301"/>
                  <a:pt x="168" y="318"/>
                  <a:pt x="156" y="335"/>
                </a:cubicBezTo>
                <a:cubicBezTo>
                  <a:pt x="144" y="353"/>
                  <a:pt x="133" y="371"/>
                  <a:pt x="123" y="390"/>
                </a:cubicBezTo>
                <a:cubicBezTo>
                  <a:pt x="113" y="409"/>
                  <a:pt x="104" y="428"/>
                  <a:pt x="96" y="448"/>
                </a:cubicBezTo>
                <a:cubicBezTo>
                  <a:pt x="88" y="467"/>
                  <a:pt x="80" y="487"/>
                  <a:pt x="74" y="508"/>
                </a:cubicBezTo>
                <a:cubicBezTo>
                  <a:pt x="68" y="528"/>
                  <a:pt x="63" y="549"/>
                  <a:pt x="59" y="570"/>
                </a:cubicBezTo>
                <a:cubicBezTo>
                  <a:pt x="55" y="591"/>
                  <a:pt x="51" y="612"/>
                  <a:pt x="49" y="633"/>
                </a:cubicBezTo>
                <a:cubicBezTo>
                  <a:pt x="47" y="654"/>
                  <a:pt x="46" y="675"/>
                  <a:pt x="46" y="697"/>
                </a:cubicBezTo>
                <a:cubicBezTo>
                  <a:pt x="46" y="719"/>
                  <a:pt x="47" y="740"/>
                  <a:pt x="49" y="761"/>
                </a:cubicBezTo>
                <a:cubicBezTo>
                  <a:pt x="51" y="782"/>
                  <a:pt x="55" y="803"/>
                  <a:pt x="59" y="824"/>
                </a:cubicBezTo>
                <a:cubicBezTo>
                  <a:pt x="63" y="845"/>
                  <a:pt x="68" y="866"/>
                  <a:pt x="74" y="886"/>
                </a:cubicBezTo>
                <a:cubicBezTo>
                  <a:pt x="80" y="907"/>
                  <a:pt x="88" y="927"/>
                  <a:pt x="96" y="946"/>
                </a:cubicBezTo>
                <a:cubicBezTo>
                  <a:pt x="104" y="966"/>
                  <a:pt x="113" y="985"/>
                  <a:pt x="123" y="1004"/>
                </a:cubicBezTo>
                <a:cubicBezTo>
                  <a:pt x="133" y="1023"/>
                  <a:pt x="144" y="1041"/>
                  <a:pt x="156" y="1059"/>
                </a:cubicBezTo>
                <a:cubicBezTo>
                  <a:pt x="168" y="1076"/>
                  <a:pt x="180" y="1093"/>
                  <a:pt x="194" y="1110"/>
                </a:cubicBezTo>
                <a:cubicBezTo>
                  <a:pt x="207" y="1126"/>
                  <a:pt x="222" y="1142"/>
                  <a:pt x="237" y="1157"/>
                </a:cubicBezTo>
                <a:cubicBezTo>
                  <a:pt x="252" y="1172"/>
                  <a:pt x="267" y="1186"/>
                  <a:pt x="284" y="1200"/>
                </a:cubicBezTo>
                <a:cubicBezTo>
                  <a:pt x="300" y="1213"/>
                  <a:pt x="317" y="1226"/>
                  <a:pt x="335" y="1238"/>
                </a:cubicBezTo>
                <a:cubicBezTo>
                  <a:pt x="353" y="1250"/>
                  <a:pt x="371" y="1261"/>
                  <a:pt x="390" y="1271"/>
                </a:cubicBezTo>
                <a:cubicBezTo>
                  <a:pt x="409" y="1281"/>
                  <a:pt x="428" y="1290"/>
                  <a:pt x="448" y="1298"/>
                </a:cubicBezTo>
                <a:cubicBezTo>
                  <a:pt x="467" y="1306"/>
                  <a:pt x="487" y="1313"/>
                  <a:pt x="508" y="1319"/>
                </a:cubicBezTo>
                <a:cubicBezTo>
                  <a:pt x="528" y="1326"/>
                  <a:pt x="549" y="1331"/>
                  <a:pt x="569" y="1335"/>
                </a:cubicBezTo>
                <a:cubicBezTo>
                  <a:pt x="590" y="1339"/>
                  <a:pt x="611" y="1342"/>
                  <a:pt x="633" y="1344"/>
                </a:cubicBezTo>
                <a:cubicBezTo>
                  <a:pt x="654" y="1346"/>
                  <a:pt x="675" y="1347"/>
                  <a:pt x="697" y="1347"/>
                </a:cubicBezTo>
                <a:cubicBezTo>
                  <a:pt x="719" y="1347"/>
                  <a:pt x="740" y="1346"/>
                  <a:pt x="761" y="1344"/>
                </a:cubicBezTo>
                <a:cubicBezTo>
                  <a:pt x="782" y="1342"/>
                  <a:pt x="803" y="1339"/>
                  <a:pt x="824" y="1335"/>
                </a:cubicBezTo>
                <a:cubicBezTo>
                  <a:pt x="845" y="1331"/>
                  <a:pt x="866" y="1326"/>
                  <a:pt x="886" y="1319"/>
                </a:cubicBezTo>
                <a:cubicBezTo>
                  <a:pt x="906" y="1313"/>
                  <a:pt x="926" y="1306"/>
                  <a:pt x="946" y="1298"/>
                </a:cubicBezTo>
                <a:cubicBezTo>
                  <a:pt x="966" y="1290"/>
                  <a:pt x="985" y="1281"/>
                  <a:pt x="1004" y="1271"/>
                </a:cubicBezTo>
                <a:cubicBezTo>
                  <a:pt x="1022" y="1261"/>
                  <a:pt x="1041" y="1250"/>
                  <a:pt x="1058" y="1238"/>
                </a:cubicBezTo>
                <a:cubicBezTo>
                  <a:pt x="1076" y="1226"/>
                  <a:pt x="1093" y="1213"/>
                  <a:pt x="1110" y="1200"/>
                </a:cubicBezTo>
                <a:cubicBezTo>
                  <a:pt x="1126" y="1186"/>
                  <a:pt x="1142" y="1172"/>
                  <a:pt x="1157" y="1157"/>
                </a:cubicBezTo>
                <a:cubicBezTo>
                  <a:pt x="1172" y="1142"/>
                  <a:pt x="1186" y="1126"/>
                  <a:pt x="1200" y="1110"/>
                </a:cubicBezTo>
                <a:cubicBezTo>
                  <a:pt x="1213" y="1093"/>
                  <a:pt x="1226" y="1076"/>
                  <a:pt x="1238" y="1059"/>
                </a:cubicBezTo>
                <a:cubicBezTo>
                  <a:pt x="1249" y="1041"/>
                  <a:pt x="1260" y="1023"/>
                  <a:pt x="1270" y="1004"/>
                </a:cubicBezTo>
                <a:cubicBezTo>
                  <a:pt x="1280" y="985"/>
                  <a:pt x="1290" y="966"/>
                  <a:pt x="1298" y="946"/>
                </a:cubicBezTo>
                <a:cubicBezTo>
                  <a:pt x="1306" y="927"/>
                  <a:pt x="1313" y="907"/>
                  <a:pt x="1319" y="886"/>
                </a:cubicBezTo>
                <a:cubicBezTo>
                  <a:pt x="1325" y="866"/>
                  <a:pt x="1331" y="845"/>
                  <a:pt x="1335" y="824"/>
                </a:cubicBezTo>
                <a:cubicBezTo>
                  <a:pt x="1339" y="803"/>
                  <a:pt x="1342" y="782"/>
                  <a:pt x="1344" y="761"/>
                </a:cubicBezTo>
                <a:cubicBezTo>
                  <a:pt x="1346" y="740"/>
                  <a:pt x="1347" y="719"/>
                  <a:pt x="1347" y="697"/>
                </a:cubicBezTo>
                <a:cubicBezTo>
                  <a:pt x="1347" y="675"/>
                  <a:pt x="1346" y="654"/>
                  <a:pt x="1344" y="633"/>
                </a:cubicBezTo>
                <a:cubicBezTo>
                  <a:pt x="1342" y="612"/>
                  <a:pt x="1339" y="591"/>
                  <a:pt x="1335" y="570"/>
                </a:cubicBezTo>
                <a:cubicBezTo>
                  <a:pt x="1331" y="549"/>
                  <a:pt x="1325" y="528"/>
                  <a:pt x="1319" y="508"/>
                </a:cubicBezTo>
                <a:cubicBezTo>
                  <a:pt x="1313" y="487"/>
                  <a:pt x="1306" y="467"/>
                  <a:pt x="1298" y="448"/>
                </a:cubicBezTo>
                <a:cubicBezTo>
                  <a:pt x="1290" y="428"/>
                  <a:pt x="1280" y="409"/>
                  <a:pt x="1270" y="390"/>
                </a:cubicBezTo>
                <a:cubicBezTo>
                  <a:pt x="1260" y="371"/>
                  <a:pt x="1249" y="353"/>
                  <a:pt x="1238" y="335"/>
                </a:cubicBezTo>
                <a:cubicBezTo>
                  <a:pt x="1226" y="318"/>
                  <a:pt x="1213" y="301"/>
                  <a:pt x="1200" y="284"/>
                </a:cubicBezTo>
                <a:cubicBezTo>
                  <a:pt x="1186" y="268"/>
                  <a:pt x="1172" y="252"/>
                  <a:pt x="1157" y="237"/>
                </a:cubicBezTo>
                <a:cubicBezTo>
                  <a:pt x="1142" y="222"/>
                  <a:pt x="1126" y="208"/>
                  <a:pt x="1110" y="194"/>
                </a:cubicBezTo>
                <a:cubicBezTo>
                  <a:pt x="1093" y="181"/>
                  <a:pt x="1076" y="168"/>
                  <a:pt x="1058" y="156"/>
                </a:cubicBezTo>
                <a:cubicBezTo>
                  <a:pt x="1041" y="144"/>
                  <a:pt x="1022" y="133"/>
                  <a:pt x="1004" y="123"/>
                </a:cubicBezTo>
                <a:cubicBezTo>
                  <a:pt x="985" y="113"/>
                  <a:pt x="966" y="104"/>
                  <a:pt x="946" y="96"/>
                </a:cubicBezTo>
                <a:cubicBezTo>
                  <a:pt x="926" y="88"/>
                  <a:pt x="906" y="81"/>
                  <a:pt x="886" y="74"/>
                </a:cubicBezTo>
                <a:cubicBezTo>
                  <a:pt x="866" y="68"/>
                  <a:pt x="845" y="63"/>
                  <a:pt x="824" y="59"/>
                </a:cubicBezTo>
                <a:cubicBezTo>
                  <a:pt x="803" y="55"/>
                  <a:pt x="782" y="52"/>
                  <a:pt x="761" y="50"/>
                </a:cubicBezTo>
                <a:cubicBezTo>
                  <a:pt x="740" y="48"/>
                  <a:pt x="719" y="46"/>
                  <a:pt x="697" y="46"/>
                </a:cubicBezTo>
                <a:close/>
              </a:path>
            </a:pathLst>
          </a:custGeom>
          <a:solidFill>
            <a:srgbClr val="FBC531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919" name="圖片 918"/>
          <p:cNvPicPr/>
          <p:nvPr/>
        </p:nvPicPr>
        <p:blipFill>
          <a:blip r:embed="rId2"/>
          <a:stretch>
            <a:fillRect/>
          </a:stretch>
        </p:blipFill>
        <p:spPr>
          <a:xfrm>
            <a:off x="1696320" y="1153080"/>
            <a:ext cx="12492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0" name="任意多邊形 919"/>
          <p:cNvSpPr/>
          <p:nvPr/>
        </p:nvSpPr>
        <p:spPr>
          <a:xfrm>
            <a:off x="1838160" y="4178160"/>
            <a:ext cx="334800" cy="334800"/>
          </a:xfrm>
          <a:custGeom>
            <a:avLst/>
            <a:gdLst/>
            <a:ahLst/>
            <a:cxnLst/>
            <a:rect l="0" t="0" r="r" b="b"/>
            <a:pathLst>
              <a:path w="930" h="930">
                <a:moveTo>
                  <a:pt x="0" y="464"/>
                </a:moveTo>
                <a:cubicBezTo>
                  <a:pt x="0" y="403"/>
                  <a:pt x="12" y="344"/>
                  <a:pt x="36" y="287"/>
                </a:cubicBezTo>
                <a:cubicBezTo>
                  <a:pt x="59" y="230"/>
                  <a:pt x="93" y="180"/>
                  <a:pt x="136" y="136"/>
                </a:cubicBezTo>
                <a:cubicBezTo>
                  <a:pt x="180" y="92"/>
                  <a:pt x="230" y="59"/>
                  <a:pt x="287" y="35"/>
                </a:cubicBezTo>
                <a:cubicBezTo>
                  <a:pt x="344" y="12"/>
                  <a:pt x="403" y="0"/>
                  <a:pt x="465" y="0"/>
                </a:cubicBezTo>
                <a:cubicBezTo>
                  <a:pt x="526" y="0"/>
                  <a:pt x="585" y="12"/>
                  <a:pt x="642" y="35"/>
                </a:cubicBezTo>
                <a:cubicBezTo>
                  <a:pt x="699" y="59"/>
                  <a:pt x="749" y="92"/>
                  <a:pt x="793" y="136"/>
                </a:cubicBezTo>
                <a:cubicBezTo>
                  <a:pt x="836" y="180"/>
                  <a:pt x="870" y="230"/>
                  <a:pt x="894" y="287"/>
                </a:cubicBezTo>
                <a:cubicBezTo>
                  <a:pt x="917" y="343"/>
                  <a:pt x="930" y="403"/>
                  <a:pt x="930" y="464"/>
                </a:cubicBezTo>
                <a:cubicBezTo>
                  <a:pt x="930" y="526"/>
                  <a:pt x="917" y="585"/>
                  <a:pt x="894" y="642"/>
                </a:cubicBezTo>
                <a:cubicBezTo>
                  <a:pt x="870" y="699"/>
                  <a:pt x="836" y="749"/>
                  <a:pt x="793" y="793"/>
                </a:cubicBezTo>
                <a:cubicBezTo>
                  <a:pt x="749" y="836"/>
                  <a:pt x="699" y="870"/>
                  <a:pt x="642" y="893"/>
                </a:cubicBezTo>
                <a:cubicBezTo>
                  <a:pt x="585" y="917"/>
                  <a:pt x="526" y="930"/>
                  <a:pt x="465" y="930"/>
                </a:cubicBezTo>
                <a:cubicBezTo>
                  <a:pt x="403" y="930"/>
                  <a:pt x="344" y="917"/>
                  <a:pt x="287" y="893"/>
                </a:cubicBezTo>
                <a:cubicBezTo>
                  <a:pt x="230" y="870"/>
                  <a:pt x="180" y="836"/>
                  <a:pt x="136" y="793"/>
                </a:cubicBezTo>
                <a:cubicBezTo>
                  <a:pt x="93" y="749"/>
                  <a:pt x="59" y="699"/>
                  <a:pt x="36" y="642"/>
                </a:cubicBezTo>
                <a:cubicBezTo>
                  <a:pt x="12" y="585"/>
                  <a:pt x="0" y="526"/>
                  <a:pt x="0" y="464"/>
                </a:cubicBezTo>
                <a:close/>
              </a:path>
            </a:pathLst>
          </a:custGeom>
          <a:solidFill>
            <a:srgbClr val="FBC531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21" name="任意多邊形 920"/>
          <p:cNvSpPr/>
          <p:nvPr/>
        </p:nvSpPr>
        <p:spPr>
          <a:xfrm>
            <a:off x="1838160" y="4178160"/>
            <a:ext cx="334800" cy="334800"/>
          </a:xfrm>
          <a:custGeom>
            <a:avLst/>
            <a:gdLst/>
            <a:ahLst/>
            <a:cxnLst/>
            <a:rect l="0" t="0" r="r" b="b"/>
            <a:pathLst>
              <a:path w="930" h="930">
                <a:moveTo>
                  <a:pt x="0" y="464"/>
                </a:moveTo>
                <a:cubicBezTo>
                  <a:pt x="0" y="403"/>
                  <a:pt x="12" y="344"/>
                  <a:pt x="36" y="287"/>
                </a:cubicBezTo>
                <a:cubicBezTo>
                  <a:pt x="59" y="230"/>
                  <a:pt x="93" y="180"/>
                  <a:pt x="136" y="136"/>
                </a:cubicBezTo>
                <a:cubicBezTo>
                  <a:pt x="180" y="92"/>
                  <a:pt x="230" y="59"/>
                  <a:pt x="287" y="35"/>
                </a:cubicBezTo>
                <a:cubicBezTo>
                  <a:pt x="344" y="12"/>
                  <a:pt x="403" y="0"/>
                  <a:pt x="465" y="0"/>
                </a:cubicBezTo>
                <a:cubicBezTo>
                  <a:pt x="526" y="0"/>
                  <a:pt x="585" y="12"/>
                  <a:pt x="642" y="35"/>
                </a:cubicBezTo>
                <a:cubicBezTo>
                  <a:pt x="699" y="59"/>
                  <a:pt x="749" y="92"/>
                  <a:pt x="793" y="136"/>
                </a:cubicBezTo>
                <a:cubicBezTo>
                  <a:pt x="836" y="180"/>
                  <a:pt x="870" y="230"/>
                  <a:pt x="894" y="287"/>
                </a:cubicBezTo>
                <a:cubicBezTo>
                  <a:pt x="917" y="343"/>
                  <a:pt x="930" y="403"/>
                  <a:pt x="930" y="464"/>
                </a:cubicBezTo>
                <a:cubicBezTo>
                  <a:pt x="930" y="526"/>
                  <a:pt x="917" y="585"/>
                  <a:pt x="894" y="642"/>
                </a:cubicBezTo>
                <a:cubicBezTo>
                  <a:pt x="870" y="699"/>
                  <a:pt x="836" y="749"/>
                  <a:pt x="793" y="793"/>
                </a:cubicBezTo>
                <a:cubicBezTo>
                  <a:pt x="749" y="836"/>
                  <a:pt x="699" y="870"/>
                  <a:pt x="642" y="893"/>
                </a:cubicBezTo>
                <a:cubicBezTo>
                  <a:pt x="585" y="917"/>
                  <a:pt x="526" y="930"/>
                  <a:pt x="465" y="930"/>
                </a:cubicBezTo>
                <a:cubicBezTo>
                  <a:pt x="403" y="930"/>
                  <a:pt x="344" y="917"/>
                  <a:pt x="287" y="893"/>
                </a:cubicBezTo>
                <a:cubicBezTo>
                  <a:pt x="230" y="870"/>
                  <a:pt x="180" y="836"/>
                  <a:pt x="136" y="793"/>
                </a:cubicBezTo>
                <a:cubicBezTo>
                  <a:pt x="93" y="749"/>
                  <a:pt x="59" y="699"/>
                  <a:pt x="36" y="642"/>
                </a:cubicBezTo>
                <a:cubicBezTo>
                  <a:pt x="12" y="585"/>
                  <a:pt x="0" y="526"/>
                  <a:pt x="0" y="464"/>
                </a:cubicBezTo>
                <a:moveTo>
                  <a:pt x="465" y="46"/>
                </a:moveTo>
                <a:cubicBezTo>
                  <a:pt x="437" y="46"/>
                  <a:pt x="410" y="49"/>
                  <a:pt x="383" y="54"/>
                </a:cubicBezTo>
                <a:cubicBezTo>
                  <a:pt x="356" y="60"/>
                  <a:pt x="330" y="68"/>
                  <a:pt x="305" y="78"/>
                </a:cubicBezTo>
                <a:cubicBezTo>
                  <a:pt x="279" y="89"/>
                  <a:pt x="255" y="102"/>
                  <a:pt x="232" y="117"/>
                </a:cubicBezTo>
                <a:cubicBezTo>
                  <a:pt x="210" y="132"/>
                  <a:pt x="189" y="149"/>
                  <a:pt x="169" y="169"/>
                </a:cubicBezTo>
                <a:cubicBezTo>
                  <a:pt x="150" y="188"/>
                  <a:pt x="132" y="209"/>
                  <a:pt x="117" y="232"/>
                </a:cubicBezTo>
                <a:cubicBezTo>
                  <a:pt x="102" y="255"/>
                  <a:pt x="89" y="279"/>
                  <a:pt x="79" y="304"/>
                </a:cubicBezTo>
                <a:cubicBezTo>
                  <a:pt x="68" y="330"/>
                  <a:pt x="60" y="356"/>
                  <a:pt x="55" y="383"/>
                </a:cubicBezTo>
                <a:cubicBezTo>
                  <a:pt x="49" y="410"/>
                  <a:pt x="47" y="437"/>
                  <a:pt x="47" y="464"/>
                </a:cubicBezTo>
                <a:cubicBezTo>
                  <a:pt x="47" y="492"/>
                  <a:pt x="49" y="519"/>
                  <a:pt x="55" y="546"/>
                </a:cubicBezTo>
                <a:cubicBezTo>
                  <a:pt x="60" y="573"/>
                  <a:pt x="68" y="599"/>
                  <a:pt x="79" y="624"/>
                </a:cubicBezTo>
                <a:cubicBezTo>
                  <a:pt x="89" y="650"/>
                  <a:pt x="102" y="674"/>
                  <a:pt x="117" y="696"/>
                </a:cubicBezTo>
                <a:cubicBezTo>
                  <a:pt x="132" y="719"/>
                  <a:pt x="150" y="740"/>
                  <a:pt x="169" y="760"/>
                </a:cubicBezTo>
                <a:cubicBezTo>
                  <a:pt x="189" y="779"/>
                  <a:pt x="210" y="796"/>
                  <a:pt x="232" y="812"/>
                </a:cubicBezTo>
                <a:cubicBezTo>
                  <a:pt x="255" y="827"/>
                  <a:pt x="279" y="840"/>
                  <a:pt x="305" y="850"/>
                </a:cubicBezTo>
                <a:cubicBezTo>
                  <a:pt x="330" y="861"/>
                  <a:pt x="356" y="869"/>
                  <a:pt x="383" y="874"/>
                </a:cubicBezTo>
                <a:cubicBezTo>
                  <a:pt x="410" y="879"/>
                  <a:pt x="437" y="882"/>
                  <a:pt x="465" y="882"/>
                </a:cubicBezTo>
                <a:cubicBezTo>
                  <a:pt x="492" y="882"/>
                  <a:pt x="519" y="879"/>
                  <a:pt x="546" y="874"/>
                </a:cubicBezTo>
                <a:cubicBezTo>
                  <a:pt x="573" y="869"/>
                  <a:pt x="599" y="861"/>
                  <a:pt x="625" y="850"/>
                </a:cubicBezTo>
                <a:cubicBezTo>
                  <a:pt x="650" y="840"/>
                  <a:pt x="674" y="827"/>
                  <a:pt x="697" y="812"/>
                </a:cubicBezTo>
                <a:cubicBezTo>
                  <a:pt x="720" y="796"/>
                  <a:pt x="741" y="779"/>
                  <a:pt x="760" y="760"/>
                </a:cubicBezTo>
                <a:cubicBezTo>
                  <a:pt x="779" y="740"/>
                  <a:pt x="797" y="719"/>
                  <a:pt x="812" y="696"/>
                </a:cubicBezTo>
                <a:cubicBezTo>
                  <a:pt x="827" y="674"/>
                  <a:pt x="840" y="650"/>
                  <a:pt x="851" y="624"/>
                </a:cubicBezTo>
                <a:cubicBezTo>
                  <a:pt x="861" y="599"/>
                  <a:pt x="869" y="573"/>
                  <a:pt x="874" y="546"/>
                </a:cubicBezTo>
                <a:cubicBezTo>
                  <a:pt x="880" y="519"/>
                  <a:pt x="882" y="492"/>
                  <a:pt x="882" y="464"/>
                </a:cubicBezTo>
                <a:cubicBezTo>
                  <a:pt x="882" y="437"/>
                  <a:pt x="880" y="410"/>
                  <a:pt x="874" y="383"/>
                </a:cubicBezTo>
                <a:cubicBezTo>
                  <a:pt x="869" y="356"/>
                  <a:pt x="861" y="330"/>
                  <a:pt x="851" y="304"/>
                </a:cubicBezTo>
                <a:cubicBezTo>
                  <a:pt x="840" y="279"/>
                  <a:pt x="827" y="255"/>
                  <a:pt x="812" y="232"/>
                </a:cubicBezTo>
                <a:cubicBezTo>
                  <a:pt x="797" y="209"/>
                  <a:pt x="779" y="188"/>
                  <a:pt x="760" y="169"/>
                </a:cubicBezTo>
                <a:cubicBezTo>
                  <a:pt x="741" y="149"/>
                  <a:pt x="720" y="132"/>
                  <a:pt x="697" y="117"/>
                </a:cubicBezTo>
                <a:cubicBezTo>
                  <a:pt x="674" y="102"/>
                  <a:pt x="650" y="89"/>
                  <a:pt x="625" y="78"/>
                </a:cubicBezTo>
                <a:cubicBezTo>
                  <a:pt x="599" y="68"/>
                  <a:pt x="573" y="60"/>
                  <a:pt x="546" y="54"/>
                </a:cubicBezTo>
                <a:cubicBezTo>
                  <a:pt x="519" y="49"/>
                  <a:pt x="492" y="46"/>
                  <a:pt x="465" y="46"/>
                </a:cubicBezTo>
                <a:close/>
              </a:path>
            </a:pathLst>
          </a:custGeom>
          <a:solidFill>
            <a:srgbClr val="FBC531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922" name="圖片 921"/>
          <p:cNvPicPr/>
          <p:nvPr/>
        </p:nvPicPr>
        <p:blipFill>
          <a:blip r:embed="rId3"/>
          <a:stretch>
            <a:fillRect/>
          </a:stretch>
        </p:blipFill>
        <p:spPr>
          <a:xfrm>
            <a:off x="1955520" y="4262040"/>
            <a:ext cx="10836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3" name="任意多邊形 922"/>
          <p:cNvSpPr/>
          <p:nvPr/>
        </p:nvSpPr>
        <p:spPr>
          <a:xfrm>
            <a:off x="9025200" y="1253160"/>
            <a:ext cx="585360" cy="585360"/>
          </a:xfrm>
          <a:custGeom>
            <a:avLst/>
            <a:gdLst/>
            <a:ahLst/>
            <a:cxnLst/>
            <a:rect l="0" t="0" r="r" b="b"/>
            <a:pathLst>
              <a:path w="1626" h="1626">
                <a:moveTo>
                  <a:pt x="15" y="655"/>
                </a:moveTo>
                <a:cubicBezTo>
                  <a:pt x="26" y="603"/>
                  <a:pt x="41" y="551"/>
                  <a:pt x="61" y="502"/>
                </a:cubicBezTo>
                <a:cubicBezTo>
                  <a:pt x="82" y="453"/>
                  <a:pt x="108" y="406"/>
                  <a:pt x="138" y="362"/>
                </a:cubicBezTo>
                <a:cubicBezTo>
                  <a:pt x="167" y="317"/>
                  <a:pt x="201" y="276"/>
                  <a:pt x="239" y="238"/>
                </a:cubicBezTo>
                <a:cubicBezTo>
                  <a:pt x="276" y="201"/>
                  <a:pt x="317" y="167"/>
                  <a:pt x="362" y="137"/>
                </a:cubicBezTo>
                <a:cubicBezTo>
                  <a:pt x="406" y="108"/>
                  <a:pt x="453" y="83"/>
                  <a:pt x="502" y="62"/>
                </a:cubicBezTo>
                <a:cubicBezTo>
                  <a:pt x="551" y="42"/>
                  <a:pt x="602" y="26"/>
                  <a:pt x="655" y="16"/>
                </a:cubicBezTo>
                <a:cubicBezTo>
                  <a:pt x="707" y="6"/>
                  <a:pt x="760" y="0"/>
                  <a:pt x="813" y="0"/>
                </a:cubicBezTo>
                <a:cubicBezTo>
                  <a:pt x="866" y="0"/>
                  <a:pt x="919" y="6"/>
                  <a:pt x="972" y="16"/>
                </a:cubicBezTo>
                <a:cubicBezTo>
                  <a:pt x="1024" y="26"/>
                  <a:pt x="1075" y="42"/>
                  <a:pt x="1124" y="62"/>
                </a:cubicBezTo>
                <a:cubicBezTo>
                  <a:pt x="1173" y="83"/>
                  <a:pt x="1220" y="108"/>
                  <a:pt x="1264" y="137"/>
                </a:cubicBezTo>
                <a:cubicBezTo>
                  <a:pt x="1309" y="167"/>
                  <a:pt x="1350" y="201"/>
                  <a:pt x="1388" y="238"/>
                </a:cubicBezTo>
                <a:cubicBezTo>
                  <a:pt x="1425" y="276"/>
                  <a:pt x="1459" y="317"/>
                  <a:pt x="1489" y="362"/>
                </a:cubicBezTo>
                <a:cubicBezTo>
                  <a:pt x="1518" y="406"/>
                  <a:pt x="1543" y="453"/>
                  <a:pt x="1564" y="502"/>
                </a:cubicBezTo>
                <a:cubicBezTo>
                  <a:pt x="1584" y="551"/>
                  <a:pt x="1599" y="603"/>
                  <a:pt x="1610" y="655"/>
                </a:cubicBezTo>
                <a:cubicBezTo>
                  <a:pt x="1620" y="708"/>
                  <a:pt x="1626" y="761"/>
                  <a:pt x="1626" y="814"/>
                </a:cubicBezTo>
                <a:cubicBezTo>
                  <a:pt x="1626" y="867"/>
                  <a:pt x="1620" y="920"/>
                  <a:pt x="1610" y="972"/>
                </a:cubicBezTo>
                <a:cubicBezTo>
                  <a:pt x="1599" y="1025"/>
                  <a:pt x="1584" y="1076"/>
                  <a:pt x="1564" y="1125"/>
                </a:cubicBezTo>
                <a:cubicBezTo>
                  <a:pt x="1543" y="1174"/>
                  <a:pt x="1518" y="1221"/>
                  <a:pt x="1489" y="1265"/>
                </a:cubicBezTo>
                <a:cubicBezTo>
                  <a:pt x="1459" y="1310"/>
                  <a:pt x="1425" y="1351"/>
                  <a:pt x="1388" y="1388"/>
                </a:cubicBezTo>
                <a:cubicBezTo>
                  <a:pt x="1350" y="1426"/>
                  <a:pt x="1309" y="1460"/>
                  <a:pt x="1264" y="1489"/>
                </a:cubicBezTo>
                <a:cubicBezTo>
                  <a:pt x="1220" y="1519"/>
                  <a:pt x="1173" y="1544"/>
                  <a:pt x="1124" y="1565"/>
                </a:cubicBezTo>
                <a:cubicBezTo>
                  <a:pt x="1075" y="1585"/>
                  <a:pt x="1024" y="1600"/>
                  <a:pt x="972" y="1611"/>
                </a:cubicBezTo>
                <a:cubicBezTo>
                  <a:pt x="919" y="1621"/>
                  <a:pt x="866" y="1626"/>
                  <a:pt x="813" y="1626"/>
                </a:cubicBezTo>
                <a:cubicBezTo>
                  <a:pt x="760" y="1626"/>
                  <a:pt x="707" y="1621"/>
                  <a:pt x="655" y="1611"/>
                </a:cubicBezTo>
                <a:cubicBezTo>
                  <a:pt x="602" y="1600"/>
                  <a:pt x="551" y="1585"/>
                  <a:pt x="502" y="1565"/>
                </a:cubicBezTo>
                <a:cubicBezTo>
                  <a:pt x="453" y="1544"/>
                  <a:pt x="406" y="1519"/>
                  <a:pt x="362" y="1489"/>
                </a:cubicBezTo>
                <a:cubicBezTo>
                  <a:pt x="317" y="1460"/>
                  <a:pt x="276" y="1426"/>
                  <a:pt x="239" y="1388"/>
                </a:cubicBezTo>
                <a:cubicBezTo>
                  <a:pt x="201" y="1351"/>
                  <a:pt x="167" y="1310"/>
                  <a:pt x="138" y="1265"/>
                </a:cubicBezTo>
                <a:cubicBezTo>
                  <a:pt x="108" y="1221"/>
                  <a:pt x="82" y="1174"/>
                  <a:pt x="61" y="1125"/>
                </a:cubicBezTo>
                <a:cubicBezTo>
                  <a:pt x="41" y="1076"/>
                  <a:pt x="26" y="1025"/>
                  <a:pt x="15" y="972"/>
                </a:cubicBezTo>
                <a:cubicBezTo>
                  <a:pt x="5" y="920"/>
                  <a:pt x="0" y="867"/>
                  <a:pt x="0" y="814"/>
                </a:cubicBezTo>
                <a:cubicBezTo>
                  <a:pt x="0" y="760"/>
                  <a:pt x="5" y="708"/>
                  <a:pt x="15" y="655"/>
                </a:cubicBezTo>
                <a:close/>
              </a:path>
            </a:pathLst>
          </a:custGeom>
          <a:solidFill>
            <a:srgbClr val="FBC531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24" name="任意多邊形 923"/>
          <p:cNvSpPr/>
          <p:nvPr/>
        </p:nvSpPr>
        <p:spPr>
          <a:xfrm>
            <a:off x="9025200" y="1253160"/>
            <a:ext cx="585360" cy="585360"/>
          </a:xfrm>
          <a:custGeom>
            <a:avLst/>
            <a:gdLst/>
            <a:ahLst/>
            <a:cxnLst/>
            <a:rect l="0" t="0" r="r" b="b"/>
            <a:pathLst>
              <a:path w="1626" h="1626">
                <a:moveTo>
                  <a:pt x="0" y="814"/>
                </a:moveTo>
                <a:cubicBezTo>
                  <a:pt x="0" y="761"/>
                  <a:pt x="5" y="708"/>
                  <a:pt x="15" y="655"/>
                </a:cubicBezTo>
                <a:cubicBezTo>
                  <a:pt x="26" y="603"/>
                  <a:pt x="41" y="551"/>
                  <a:pt x="61" y="502"/>
                </a:cubicBezTo>
                <a:cubicBezTo>
                  <a:pt x="82" y="453"/>
                  <a:pt x="108" y="406"/>
                  <a:pt x="138" y="362"/>
                </a:cubicBezTo>
                <a:cubicBezTo>
                  <a:pt x="167" y="317"/>
                  <a:pt x="201" y="276"/>
                  <a:pt x="239" y="238"/>
                </a:cubicBezTo>
                <a:cubicBezTo>
                  <a:pt x="276" y="201"/>
                  <a:pt x="317" y="167"/>
                  <a:pt x="362" y="137"/>
                </a:cubicBezTo>
                <a:cubicBezTo>
                  <a:pt x="406" y="108"/>
                  <a:pt x="453" y="83"/>
                  <a:pt x="502" y="62"/>
                </a:cubicBezTo>
                <a:cubicBezTo>
                  <a:pt x="551" y="42"/>
                  <a:pt x="602" y="26"/>
                  <a:pt x="655" y="16"/>
                </a:cubicBezTo>
                <a:cubicBezTo>
                  <a:pt x="707" y="6"/>
                  <a:pt x="760" y="0"/>
                  <a:pt x="813" y="0"/>
                </a:cubicBezTo>
                <a:cubicBezTo>
                  <a:pt x="866" y="0"/>
                  <a:pt x="919" y="6"/>
                  <a:pt x="972" y="16"/>
                </a:cubicBezTo>
                <a:cubicBezTo>
                  <a:pt x="1024" y="26"/>
                  <a:pt x="1075" y="42"/>
                  <a:pt x="1124" y="62"/>
                </a:cubicBezTo>
                <a:cubicBezTo>
                  <a:pt x="1173" y="83"/>
                  <a:pt x="1220" y="108"/>
                  <a:pt x="1264" y="137"/>
                </a:cubicBezTo>
                <a:cubicBezTo>
                  <a:pt x="1309" y="167"/>
                  <a:pt x="1350" y="201"/>
                  <a:pt x="1388" y="238"/>
                </a:cubicBezTo>
                <a:cubicBezTo>
                  <a:pt x="1425" y="276"/>
                  <a:pt x="1459" y="317"/>
                  <a:pt x="1489" y="362"/>
                </a:cubicBezTo>
                <a:cubicBezTo>
                  <a:pt x="1518" y="406"/>
                  <a:pt x="1543" y="453"/>
                  <a:pt x="1564" y="502"/>
                </a:cubicBezTo>
                <a:cubicBezTo>
                  <a:pt x="1584" y="551"/>
                  <a:pt x="1599" y="603"/>
                  <a:pt x="1610" y="655"/>
                </a:cubicBezTo>
                <a:cubicBezTo>
                  <a:pt x="1620" y="708"/>
                  <a:pt x="1626" y="761"/>
                  <a:pt x="1626" y="814"/>
                </a:cubicBezTo>
                <a:cubicBezTo>
                  <a:pt x="1626" y="867"/>
                  <a:pt x="1620" y="920"/>
                  <a:pt x="1610" y="972"/>
                </a:cubicBezTo>
                <a:cubicBezTo>
                  <a:pt x="1599" y="1025"/>
                  <a:pt x="1584" y="1076"/>
                  <a:pt x="1564" y="1125"/>
                </a:cubicBezTo>
                <a:cubicBezTo>
                  <a:pt x="1543" y="1174"/>
                  <a:pt x="1518" y="1221"/>
                  <a:pt x="1489" y="1265"/>
                </a:cubicBezTo>
                <a:cubicBezTo>
                  <a:pt x="1459" y="1310"/>
                  <a:pt x="1425" y="1351"/>
                  <a:pt x="1388" y="1388"/>
                </a:cubicBezTo>
                <a:cubicBezTo>
                  <a:pt x="1350" y="1426"/>
                  <a:pt x="1309" y="1460"/>
                  <a:pt x="1264" y="1489"/>
                </a:cubicBezTo>
                <a:cubicBezTo>
                  <a:pt x="1220" y="1519"/>
                  <a:pt x="1173" y="1544"/>
                  <a:pt x="1124" y="1565"/>
                </a:cubicBezTo>
                <a:cubicBezTo>
                  <a:pt x="1075" y="1585"/>
                  <a:pt x="1024" y="1600"/>
                  <a:pt x="972" y="1611"/>
                </a:cubicBezTo>
                <a:cubicBezTo>
                  <a:pt x="919" y="1621"/>
                  <a:pt x="866" y="1626"/>
                  <a:pt x="813" y="1626"/>
                </a:cubicBezTo>
                <a:cubicBezTo>
                  <a:pt x="760" y="1626"/>
                  <a:pt x="707" y="1621"/>
                  <a:pt x="655" y="1611"/>
                </a:cubicBezTo>
                <a:cubicBezTo>
                  <a:pt x="602" y="1600"/>
                  <a:pt x="551" y="1585"/>
                  <a:pt x="502" y="1565"/>
                </a:cubicBezTo>
                <a:cubicBezTo>
                  <a:pt x="453" y="1544"/>
                  <a:pt x="406" y="1519"/>
                  <a:pt x="362" y="1489"/>
                </a:cubicBezTo>
                <a:cubicBezTo>
                  <a:pt x="317" y="1460"/>
                  <a:pt x="276" y="1426"/>
                  <a:pt x="239" y="1388"/>
                </a:cubicBezTo>
                <a:cubicBezTo>
                  <a:pt x="201" y="1351"/>
                  <a:pt x="167" y="1310"/>
                  <a:pt x="138" y="1265"/>
                </a:cubicBezTo>
                <a:cubicBezTo>
                  <a:pt x="108" y="1221"/>
                  <a:pt x="82" y="1174"/>
                  <a:pt x="61" y="1125"/>
                </a:cubicBezTo>
                <a:cubicBezTo>
                  <a:pt x="41" y="1076"/>
                  <a:pt x="26" y="1025"/>
                  <a:pt x="15" y="972"/>
                </a:cubicBezTo>
                <a:cubicBezTo>
                  <a:pt x="5" y="920"/>
                  <a:pt x="0" y="867"/>
                  <a:pt x="0" y="814"/>
                </a:cubicBezTo>
                <a:moveTo>
                  <a:pt x="813" y="47"/>
                </a:moveTo>
                <a:cubicBezTo>
                  <a:pt x="788" y="47"/>
                  <a:pt x="763" y="48"/>
                  <a:pt x="738" y="51"/>
                </a:cubicBezTo>
                <a:cubicBezTo>
                  <a:pt x="713" y="53"/>
                  <a:pt x="688" y="57"/>
                  <a:pt x="664" y="62"/>
                </a:cubicBezTo>
                <a:cubicBezTo>
                  <a:pt x="639" y="66"/>
                  <a:pt x="615" y="73"/>
                  <a:pt x="591" y="80"/>
                </a:cubicBezTo>
                <a:cubicBezTo>
                  <a:pt x="567" y="87"/>
                  <a:pt x="543" y="96"/>
                  <a:pt x="520" y="105"/>
                </a:cubicBezTo>
                <a:cubicBezTo>
                  <a:pt x="497" y="115"/>
                  <a:pt x="474" y="126"/>
                  <a:pt x="452" y="137"/>
                </a:cubicBezTo>
                <a:cubicBezTo>
                  <a:pt x="430" y="149"/>
                  <a:pt x="408" y="162"/>
                  <a:pt x="387" y="176"/>
                </a:cubicBezTo>
                <a:cubicBezTo>
                  <a:pt x="367" y="190"/>
                  <a:pt x="346" y="205"/>
                  <a:pt x="327" y="221"/>
                </a:cubicBezTo>
                <a:cubicBezTo>
                  <a:pt x="308" y="237"/>
                  <a:pt x="289" y="254"/>
                  <a:pt x="271" y="271"/>
                </a:cubicBezTo>
                <a:cubicBezTo>
                  <a:pt x="254" y="289"/>
                  <a:pt x="237" y="308"/>
                  <a:pt x="221" y="327"/>
                </a:cubicBezTo>
                <a:cubicBezTo>
                  <a:pt x="205" y="346"/>
                  <a:pt x="190" y="366"/>
                  <a:pt x="176" y="387"/>
                </a:cubicBezTo>
                <a:cubicBezTo>
                  <a:pt x="162" y="408"/>
                  <a:pt x="149" y="430"/>
                  <a:pt x="137" y="452"/>
                </a:cubicBezTo>
                <a:cubicBezTo>
                  <a:pt x="126" y="474"/>
                  <a:pt x="115" y="497"/>
                  <a:pt x="105" y="520"/>
                </a:cubicBezTo>
                <a:cubicBezTo>
                  <a:pt x="95" y="543"/>
                  <a:pt x="86" y="567"/>
                  <a:pt x="79" y="592"/>
                </a:cubicBezTo>
                <a:cubicBezTo>
                  <a:pt x="72" y="616"/>
                  <a:pt x="66" y="640"/>
                  <a:pt x="61" y="664"/>
                </a:cubicBezTo>
                <a:cubicBezTo>
                  <a:pt x="56" y="689"/>
                  <a:pt x="52" y="714"/>
                  <a:pt x="50" y="739"/>
                </a:cubicBezTo>
                <a:cubicBezTo>
                  <a:pt x="47" y="764"/>
                  <a:pt x="46" y="789"/>
                  <a:pt x="46" y="814"/>
                </a:cubicBezTo>
                <a:cubicBezTo>
                  <a:pt x="46" y="839"/>
                  <a:pt x="47" y="864"/>
                  <a:pt x="50" y="889"/>
                </a:cubicBezTo>
                <a:cubicBezTo>
                  <a:pt x="52" y="914"/>
                  <a:pt x="56" y="939"/>
                  <a:pt x="61" y="963"/>
                </a:cubicBezTo>
                <a:cubicBezTo>
                  <a:pt x="66" y="988"/>
                  <a:pt x="72" y="1012"/>
                  <a:pt x="79" y="1036"/>
                </a:cubicBezTo>
                <a:cubicBezTo>
                  <a:pt x="86" y="1060"/>
                  <a:pt x="95" y="1084"/>
                  <a:pt x="105" y="1107"/>
                </a:cubicBezTo>
                <a:cubicBezTo>
                  <a:pt x="115" y="1130"/>
                  <a:pt x="126" y="1153"/>
                  <a:pt x="137" y="1175"/>
                </a:cubicBezTo>
                <a:cubicBezTo>
                  <a:pt x="149" y="1197"/>
                  <a:pt x="162" y="1219"/>
                  <a:pt x="176" y="1239"/>
                </a:cubicBezTo>
                <a:cubicBezTo>
                  <a:pt x="190" y="1260"/>
                  <a:pt x="205" y="1280"/>
                  <a:pt x="221" y="1300"/>
                </a:cubicBezTo>
                <a:cubicBezTo>
                  <a:pt x="237" y="1319"/>
                  <a:pt x="254" y="1338"/>
                  <a:pt x="271" y="1356"/>
                </a:cubicBezTo>
                <a:cubicBezTo>
                  <a:pt x="289" y="1373"/>
                  <a:pt x="308" y="1390"/>
                  <a:pt x="327" y="1406"/>
                </a:cubicBezTo>
                <a:cubicBezTo>
                  <a:pt x="346" y="1422"/>
                  <a:pt x="367" y="1437"/>
                  <a:pt x="387" y="1451"/>
                </a:cubicBezTo>
                <a:cubicBezTo>
                  <a:pt x="408" y="1465"/>
                  <a:pt x="430" y="1478"/>
                  <a:pt x="452" y="1489"/>
                </a:cubicBezTo>
                <a:cubicBezTo>
                  <a:pt x="474" y="1501"/>
                  <a:pt x="497" y="1512"/>
                  <a:pt x="520" y="1522"/>
                </a:cubicBezTo>
                <a:cubicBezTo>
                  <a:pt x="543" y="1531"/>
                  <a:pt x="567" y="1540"/>
                  <a:pt x="591" y="1547"/>
                </a:cubicBezTo>
                <a:cubicBezTo>
                  <a:pt x="615" y="1554"/>
                  <a:pt x="639" y="1560"/>
                  <a:pt x="664" y="1565"/>
                </a:cubicBezTo>
                <a:cubicBezTo>
                  <a:pt x="688" y="1570"/>
                  <a:pt x="713" y="1574"/>
                  <a:pt x="738" y="1576"/>
                </a:cubicBezTo>
                <a:cubicBezTo>
                  <a:pt x="763" y="1579"/>
                  <a:pt x="788" y="1580"/>
                  <a:pt x="813" y="1580"/>
                </a:cubicBezTo>
                <a:cubicBezTo>
                  <a:pt x="838" y="1580"/>
                  <a:pt x="863" y="1579"/>
                  <a:pt x="888" y="1576"/>
                </a:cubicBezTo>
                <a:cubicBezTo>
                  <a:pt x="913" y="1574"/>
                  <a:pt x="938" y="1570"/>
                  <a:pt x="962" y="1565"/>
                </a:cubicBezTo>
                <a:cubicBezTo>
                  <a:pt x="987" y="1560"/>
                  <a:pt x="1011" y="1554"/>
                  <a:pt x="1035" y="1547"/>
                </a:cubicBezTo>
                <a:cubicBezTo>
                  <a:pt x="1059" y="1540"/>
                  <a:pt x="1083" y="1531"/>
                  <a:pt x="1106" y="1522"/>
                </a:cubicBezTo>
                <a:cubicBezTo>
                  <a:pt x="1129" y="1512"/>
                  <a:pt x="1152" y="1501"/>
                  <a:pt x="1174" y="1489"/>
                </a:cubicBezTo>
                <a:cubicBezTo>
                  <a:pt x="1196" y="1478"/>
                  <a:pt x="1218" y="1465"/>
                  <a:pt x="1239" y="1451"/>
                </a:cubicBezTo>
                <a:cubicBezTo>
                  <a:pt x="1259" y="1437"/>
                  <a:pt x="1280" y="1422"/>
                  <a:pt x="1299" y="1406"/>
                </a:cubicBezTo>
                <a:cubicBezTo>
                  <a:pt x="1318" y="1390"/>
                  <a:pt x="1337" y="1373"/>
                  <a:pt x="1355" y="1356"/>
                </a:cubicBezTo>
                <a:cubicBezTo>
                  <a:pt x="1372" y="1338"/>
                  <a:pt x="1389" y="1319"/>
                  <a:pt x="1405" y="1300"/>
                </a:cubicBezTo>
                <a:cubicBezTo>
                  <a:pt x="1421" y="1280"/>
                  <a:pt x="1436" y="1260"/>
                  <a:pt x="1450" y="1239"/>
                </a:cubicBezTo>
                <a:cubicBezTo>
                  <a:pt x="1464" y="1219"/>
                  <a:pt x="1477" y="1197"/>
                  <a:pt x="1489" y="1175"/>
                </a:cubicBezTo>
                <a:cubicBezTo>
                  <a:pt x="1500" y="1153"/>
                  <a:pt x="1511" y="1130"/>
                  <a:pt x="1521" y="1107"/>
                </a:cubicBezTo>
                <a:cubicBezTo>
                  <a:pt x="1530" y="1084"/>
                  <a:pt x="1539" y="1060"/>
                  <a:pt x="1546" y="1036"/>
                </a:cubicBezTo>
                <a:cubicBezTo>
                  <a:pt x="1553" y="1012"/>
                  <a:pt x="1559" y="988"/>
                  <a:pt x="1564" y="963"/>
                </a:cubicBezTo>
                <a:cubicBezTo>
                  <a:pt x="1569" y="939"/>
                  <a:pt x="1573" y="914"/>
                  <a:pt x="1575" y="889"/>
                </a:cubicBezTo>
                <a:cubicBezTo>
                  <a:pt x="1578" y="864"/>
                  <a:pt x="1579" y="839"/>
                  <a:pt x="1579" y="814"/>
                </a:cubicBezTo>
                <a:cubicBezTo>
                  <a:pt x="1579" y="789"/>
                  <a:pt x="1578" y="764"/>
                  <a:pt x="1575" y="739"/>
                </a:cubicBezTo>
                <a:cubicBezTo>
                  <a:pt x="1573" y="714"/>
                  <a:pt x="1569" y="689"/>
                  <a:pt x="1564" y="664"/>
                </a:cubicBezTo>
                <a:cubicBezTo>
                  <a:pt x="1559" y="640"/>
                  <a:pt x="1553" y="616"/>
                  <a:pt x="1546" y="592"/>
                </a:cubicBezTo>
                <a:cubicBezTo>
                  <a:pt x="1539" y="567"/>
                  <a:pt x="1530" y="543"/>
                  <a:pt x="1521" y="520"/>
                </a:cubicBezTo>
                <a:cubicBezTo>
                  <a:pt x="1511" y="497"/>
                  <a:pt x="1500" y="474"/>
                  <a:pt x="1489" y="452"/>
                </a:cubicBezTo>
                <a:cubicBezTo>
                  <a:pt x="1477" y="430"/>
                  <a:pt x="1464" y="408"/>
                  <a:pt x="1450" y="387"/>
                </a:cubicBezTo>
                <a:cubicBezTo>
                  <a:pt x="1436" y="366"/>
                  <a:pt x="1421" y="346"/>
                  <a:pt x="1405" y="327"/>
                </a:cubicBezTo>
                <a:cubicBezTo>
                  <a:pt x="1389" y="308"/>
                  <a:pt x="1372" y="289"/>
                  <a:pt x="1355" y="271"/>
                </a:cubicBezTo>
                <a:cubicBezTo>
                  <a:pt x="1337" y="254"/>
                  <a:pt x="1318" y="237"/>
                  <a:pt x="1299" y="221"/>
                </a:cubicBezTo>
                <a:cubicBezTo>
                  <a:pt x="1280" y="205"/>
                  <a:pt x="1259" y="190"/>
                  <a:pt x="1239" y="176"/>
                </a:cubicBezTo>
                <a:cubicBezTo>
                  <a:pt x="1218" y="162"/>
                  <a:pt x="1196" y="149"/>
                  <a:pt x="1174" y="137"/>
                </a:cubicBezTo>
                <a:cubicBezTo>
                  <a:pt x="1152" y="126"/>
                  <a:pt x="1129" y="115"/>
                  <a:pt x="1106" y="105"/>
                </a:cubicBezTo>
                <a:cubicBezTo>
                  <a:pt x="1083" y="96"/>
                  <a:pt x="1059" y="87"/>
                  <a:pt x="1035" y="80"/>
                </a:cubicBezTo>
                <a:cubicBezTo>
                  <a:pt x="1011" y="73"/>
                  <a:pt x="987" y="66"/>
                  <a:pt x="962" y="62"/>
                </a:cubicBezTo>
                <a:cubicBezTo>
                  <a:pt x="938" y="57"/>
                  <a:pt x="913" y="53"/>
                  <a:pt x="888" y="51"/>
                </a:cubicBezTo>
                <a:cubicBezTo>
                  <a:pt x="863" y="48"/>
                  <a:pt x="838" y="47"/>
                  <a:pt x="813" y="47"/>
                </a:cubicBezTo>
                <a:close/>
              </a:path>
            </a:pathLst>
          </a:custGeom>
          <a:solidFill>
            <a:srgbClr val="FBC531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925" name="圖片 924"/>
          <p:cNvPicPr/>
          <p:nvPr/>
        </p:nvPicPr>
        <p:blipFill>
          <a:blip r:embed="rId4"/>
          <a:stretch>
            <a:fillRect/>
          </a:stretch>
        </p:blipFill>
        <p:spPr>
          <a:xfrm>
            <a:off x="9242640" y="1420560"/>
            <a:ext cx="150120" cy="25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6" name="任意多邊形 925"/>
          <p:cNvSpPr/>
          <p:nvPr/>
        </p:nvSpPr>
        <p:spPr>
          <a:xfrm>
            <a:off x="8356680" y="4345200"/>
            <a:ext cx="417960" cy="418320"/>
          </a:xfrm>
          <a:custGeom>
            <a:avLst/>
            <a:gdLst/>
            <a:ahLst/>
            <a:cxnLst/>
            <a:rect l="0" t="0" r="r" b="b"/>
            <a:pathLst>
              <a:path w="1161" h="1162">
                <a:moveTo>
                  <a:pt x="0" y="582"/>
                </a:moveTo>
                <a:cubicBezTo>
                  <a:pt x="0" y="544"/>
                  <a:pt x="3" y="506"/>
                  <a:pt x="11" y="468"/>
                </a:cubicBezTo>
                <a:cubicBezTo>
                  <a:pt x="18" y="431"/>
                  <a:pt x="29" y="395"/>
                  <a:pt x="44" y="360"/>
                </a:cubicBezTo>
                <a:cubicBezTo>
                  <a:pt x="58" y="324"/>
                  <a:pt x="76" y="291"/>
                  <a:pt x="97" y="259"/>
                </a:cubicBezTo>
                <a:cubicBezTo>
                  <a:pt x="119" y="228"/>
                  <a:pt x="143" y="198"/>
                  <a:pt x="170" y="171"/>
                </a:cubicBezTo>
                <a:cubicBezTo>
                  <a:pt x="196" y="144"/>
                  <a:pt x="226" y="120"/>
                  <a:pt x="257" y="98"/>
                </a:cubicBezTo>
                <a:cubicBezTo>
                  <a:pt x="289" y="77"/>
                  <a:pt x="323" y="59"/>
                  <a:pt x="358" y="44"/>
                </a:cubicBezTo>
                <a:cubicBezTo>
                  <a:pt x="393" y="30"/>
                  <a:pt x="429" y="19"/>
                  <a:pt x="467" y="11"/>
                </a:cubicBezTo>
                <a:cubicBezTo>
                  <a:pt x="504" y="4"/>
                  <a:pt x="542" y="0"/>
                  <a:pt x="581" y="0"/>
                </a:cubicBezTo>
                <a:cubicBezTo>
                  <a:pt x="619" y="0"/>
                  <a:pt x="657" y="4"/>
                  <a:pt x="694" y="11"/>
                </a:cubicBezTo>
                <a:cubicBezTo>
                  <a:pt x="731" y="19"/>
                  <a:pt x="768" y="30"/>
                  <a:pt x="803" y="44"/>
                </a:cubicBezTo>
                <a:cubicBezTo>
                  <a:pt x="838" y="59"/>
                  <a:pt x="872" y="77"/>
                  <a:pt x="903" y="98"/>
                </a:cubicBezTo>
                <a:cubicBezTo>
                  <a:pt x="935" y="120"/>
                  <a:pt x="964" y="144"/>
                  <a:pt x="991" y="171"/>
                </a:cubicBezTo>
                <a:cubicBezTo>
                  <a:pt x="1018" y="198"/>
                  <a:pt x="1042" y="228"/>
                  <a:pt x="1063" y="259"/>
                </a:cubicBezTo>
                <a:cubicBezTo>
                  <a:pt x="1085" y="291"/>
                  <a:pt x="1102" y="324"/>
                  <a:pt x="1117" y="360"/>
                </a:cubicBezTo>
                <a:cubicBezTo>
                  <a:pt x="1132" y="395"/>
                  <a:pt x="1143" y="431"/>
                  <a:pt x="1150" y="468"/>
                </a:cubicBezTo>
                <a:cubicBezTo>
                  <a:pt x="1157" y="506"/>
                  <a:pt x="1161" y="544"/>
                  <a:pt x="1161" y="582"/>
                </a:cubicBezTo>
                <a:cubicBezTo>
                  <a:pt x="1161" y="620"/>
                  <a:pt x="1157" y="657"/>
                  <a:pt x="1150" y="695"/>
                </a:cubicBezTo>
                <a:cubicBezTo>
                  <a:pt x="1143" y="732"/>
                  <a:pt x="1132" y="768"/>
                  <a:pt x="1117" y="804"/>
                </a:cubicBezTo>
                <a:cubicBezTo>
                  <a:pt x="1102" y="839"/>
                  <a:pt x="1085" y="872"/>
                  <a:pt x="1063" y="904"/>
                </a:cubicBezTo>
                <a:cubicBezTo>
                  <a:pt x="1042" y="936"/>
                  <a:pt x="1018" y="965"/>
                  <a:pt x="991" y="992"/>
                </a:cubicBezTo>
                <a:cubicBezTo>
                  <a:pt x="964" y="1019"/>
                  <a:pt x="935" y="1043"/>
                  <a:pt x="903" y="1064"/>
                </a:cubicBezTo>
                <a:cubicBezTo>
                  <a:pt x="872" y="1085"/>
                  <a:pt x="838" y="1103"/>
                  <a:pt x="803" y="1118"/>
                </a:cubicBezTo>
                <a:cubicBezTo>
                  <a:pt x="768" y="1132"/>
                  <a:pt x="731" y="1143"/>
                  <a:pt x="694" y="1151"/>
                </a:cubicBezTo>
                <a:cubicBezTo>
                  <a:pt x="657" y="1158"/>
                  <a:pt x="619" y="1162"/>
                  <a:pt x="581" y="1162"/>
                </a:cubicBezTo>
                <a:cubicBezTo>
                  <a:pt x="542" y="1162"/>
                  <a:pt x="504" y="1158"/>
                  <a:pt x="467" y="1151"/>
                </a:cubicBezTo>
                <a:cubicBezTo>
                  <a:pt x="429" y="1143"/>
                  <a:pt x="393" y="1132"/>
                  <a:pt x="358" y="1118"/>
                </a:cubicBezTo>
                <a:cubicBezTo>
                  <a:pt x="323" y="1103"/>
                  <a:pt x="289" y="1085"/>
                  <a:pt x="257" y="1064"/>
                </a:cubicBezTo>
                <a:cubicBezTo>
                  <a:pt x="226" y="1043"/>
                  <a:pt x="196" y="1019"/>
                  <a:pt x="170" y="992"/>
                </a:cubicBezTo>
                <a:cubicBezTo>
                  <a:pt x="143" y="965"/>
                  <a:pt x="119" y="936"/>
                  <a:pt x="97" y="904"/>
                </a:cubicBezTo>
                <a:cubicBezTo>
                  <a:pt x="76" y="872"/>
                  <a:pt x="58" y="839"/>
                  <a:pt x="44" y="804"/>
                </a:cubicBezTo>
                <a:cubicBezTo>
                  <a:pt x="29" y="768"/>
                  <a:pt x="18" y="732"/>
                  <a:pt x="11" y="695"/>
                </a:cubicBezTo>
                <a:cubicBezTo>
                  <a:pt x="3" y="657"/>
                  <a:pt x="0" y="620"/>
                  <a:pt x="0" y="582"/>
                </a:cubicBezTo>
                <a:close/>
              </a:path>
            </a:pathLst>
          </a:custGeom>
          <a:solidFill>
            <a:srgbClr val="FBC531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27" name="任意多邊形 926"/>
          <p:cNvSpPr/>
          <p:nvPr/>
        </p:nvSpPr>
        <p:spPr>
          <a:xfrm>
            <a:off x="8356680" y="4345200"/>
            <a:ext cx="417960" cy="418320"/>
          </a:xfrm>
          <a:custGeom>
            <a:avLst/>
            <a:gdLst/>
            <a:ahLst/>
            <a:cxnLst/>
            <a:rect l="0" t="0" r="r" b="b"/>
            <a:pathLst>
              <a:path w="1161" h="1162">
                <a:moveTo>
                  <a:pt x="0" y="582"/>
                </a:moveTo>
                <a:cubicBezTo>
                  <a:pt x="0" y="544"/>
                  <a:pt x="3" y="506"/>
                  <a:pt x="11" y="468"/>
                </a:cubicBezTo>
                <a:cubicBezTo>
                  <a:pt x="18" y="431"/>
                  <a:pt x="29" y="395"/>
                  <a:pt x="44" y="360"/>
                </a:cubicBezTo>
                <a:cubicBezTo>
                  <a:pt x="58" y="324"/>
                  <a:pt x="76" y="291"/>
                  <a:pt x="97" y="259"/>
                </a:cubicBezTo>
                <a:cubicBezTo>
                  <a:pt x="119" y="228"/>
                  <a:pt x="143" y="198"/>
                  <a:pt x="170" y="171"/>
                </a:cubicBezTo>
                <a:cubicBezTo>
                  <a:pt x="196" y="144"/>
                  <a:pt x="226" y="120"/>
                  <a:pt x="257" y="98"/>
                </a:cubicBezTo>
                <a:cubicBezTo>
                  <a:pt x="289" y="77"/>
                  <a:pt x="323" y="59"/>
                  <a:pt x="358" y="44"/>
                </a:cubicBezTo>
                <a:cubicBezTo>
                  <a:pt x="393" y="30"/>
                  <a:pt x="429" y="19"/>
                  <a:pt x="467" y="11"/>
                </a:cubicBezTo>
                <a:cubicBezTo>
                  <a:pt x="504" y="4"/>
                  <a:pt x="542" y="0"/>
                  <a:pt x="581" y="0"/>
                </a:cubicBezTo>
                <a:cubicBezTo>
                  <a:pt x="619" y="0"/>
                  <a:pt x="657" y="4"/>
                  <a:pt x="694" y="11"/>
                </a:cubicBezTo>
                <a:cubicBezTo>
                  <a:pt x="731" y="19"/>
                  <a:pt x="768" y="30"/>
                  <a:pt x="803" y="44"/>
                </a:cubicBezTo>
                <a:cubicBezTo>
                  <a:pt x="838" y="59"/>
                  <a:pt x="872" y="77"/>
                  <a:pt x="903" y="98"/>
                </a:cubicBezTo>
                <a:cubicBezTo>
                  <a:pt x="935" y="120"/>
                  <a:pt x="964" y="144"/>
                  <a:pt x="991" y="171"/>
                </a:cubicBezTo>
                <a:cubicBezTo>
                  <a:pt x="1018" y="198"/>
                  <a:pt x="1042" y="228"/>
                  <a:pt x="1063" y="259"/>
                </a:cubicBezTo>
                <a:cubicBezTo>
                  <a:pt x="1085" y="291"/>
                  <a:pt x="1102" y="324"/>
                  <a:pt x="1117" y="360"/>
                </a:cubicBezTo>
                <a:cubicBezTo>
                  <a:pt x="1132" y="395"/>
                  <a:pt x="1143" y="431"/>
                  <a:pt x="1150" y="468"/>
                </a:cubicBezTo>
                <a:cubicBezTo>
                  <a:pt x="1157" y="506"/>
                  <a:pt x="1161" y="544"/>
                  <a:pt x="1161" y="582"/>
                </a:cubicBezTo>
                <a:cubicBezTo>
                  <a:pt x="1161" y="620"/>
                  <a:pt x="1157" y="657"/>
                  <a:pt x="1150" y="695"/>
                </a:cubicBezTo>
                <a:cubicBezTo>
                  <a:pt x="1143" y="732"/>
                  <a:pt x="1132" y="768"/>
                  <a:pt x="1117" y="804"/>
                </a:cubicBezTo>
                <a:cubicBezTo>
                  <a:pt x="1102" y="839"/>
                  <a:pt x="1085" y="872"/>
                  <a:pt x="1063" y="904"/>
                </a:cubicBezTo>
                <a:cubicBezTo>
                  <a:pt x="1042" y="936"/>
                  <a:pt x="1018" y="965"/>
                  <a:pt x="991" y="992"/>
                </a:cubicBezTo>
                <a:cubicBezTo>
                  <a:pt x="964" y="1019"/>
                  <a:pt x="935" y="1043"/>
                  <a:pt x="903" y="1064"/>
                </a:cubicBezTo>
                <a:cubicBezTo>
                  <a:pt x="872" y="1085"/>
                  <a:pt x="838" y="1103"/>
                  <a:pt x="803" y="1118"/>
                </a:cubicBezTo>
                <a:cubicBezTo>
                  <a:pt x="768" y="1132"/>
                  <a:pt x="731" y="1143"/>
                  <a:pt x="694" y="1151"/>
                </a:cubicBezTo>
                <a:cubicBezTo>
                  <a:pt x="657" y="1158"/>
                  <a:pt x="619" y="1162"/>
                  <a:pt x="581" y="1162"/>
                </a:cubicBezTo>
                <a:cubicBezTo>
                  <a:pt x="542" y="1162"/>
                  <a:pt x="504" y="1158"/>
                  <a:pt x="467" y="1151"/>
                </a:cubicBezTo>
                <a:cubicBezTo>
                  <a:pt x="429" y="1143"/>
                  <a:pt x="393" y="1132"/>
                  <a:pt x="358" y="1118"/>
                </a:cubicBezTo>
                <a:cubicBezTo>
                  <a:pt x="323" y="1103"/>
                  <a:pt x="289" y="1085"/>
                  <a:pt x="257" y="1064"/>
                </a:cubicBezTo>
                <a:cubicBezTo>
                  <a:pt x="226" y="1043"/>
                  <a:pt x="196" y="1019"/>
                  <a:pt x="170" y="992"/>
                </a:cubicBezTo>
                <a:cubicBezTo>
                  <a:pt x="143" y="965"/>
                  <a:pt x="119" y="936"/>
                  <a:pt x="97" y="904"/>
                </a:cubicBezTo>
                <a:cubicBezTo>
                  <a:pt x="76" y="872"/>
                  <a:pt x="58" y="839"/>
                  <a:pt x="44" y="804"/>
                </a:cubicBezTo>
                <a:cubicBezTo>
                  <a:pt x="29" y="768"/>
                  <a:pt x="18" y="732"/>
                  <a:pt x="11" y="695"/>
                </a:cubicBezTo>
                <a:cubicBezTo>
                  <a:pt x="3" y="657"/>
                  <a:pt x="0" y="620"/>
                  <a:pt x="0" y="582"/>
                </a:cubicBezTo>
                <a:moveTo>
                  <a:pt x="581" y="47"/>
                </a:moveTo>
                <a:cubicBezTo>
                  <a:pt x="545" y="47"/>
                  <a:pt x="510" y="50"/>
                  <a:pt x="476" y="57"/>
                </a:cubicBezTo>
                <a:cubicBezTo>
                  <a:pt x="441" y="64"/>
                  <a:pt x="408" y="74"/>
                  <a:pt x="376" y="87"/>
                </a:cubicBezTo>
                <a:cubicBezTo>
                  <a:pt x="343" y="101"/>
                  <a:pt x="312" y="118"/>
                  <a:pt x="283" y="138"/>
                </a:cubicBezTo>
                <a:cubicBezTo>
                  <a:pt x="254" y="157"/>
                  <a:pt x="227" y="179"/>
                  <a:pt x="202" y="204"/>
                </a:cubicBezTo>
                <a:cubicBezTo>
                  <a:pt x="178" y="229"/>
                  <a:pt x="155" y="256"/>
                  <a:pt x="136" y="285"/>
                </a:cubicBezTo>
                <a:cubicBezTo>
                  <a:pt x="116" y="314"/>
                  <a:pt x="100" y="345"/>
                  <a:pt x="87" y="377"/>
                </a:cubicBezTo>
                <a:cubicBezTo>
                  <a:pt x="73" y="410"/>
                  <a:pt x="63" y="443"/>
                  <a:pt x="56" y="477"/>
                </a:cubicBezTo>
                <a:cubicBezTo>
                  <a:pt x="49" y="512"/>
                  <a:pt x="46" y="547"/>
                  <a:pt x="46" y="582"/>
                </a:cubicBezTo>
                <a:cubicBezTo>
                  <a:pt x="46" y="617"/>
                  <a:pt x="49" y="651"/>
                  <a:pt x="56" y="686"/>
                </a:cubicBezTo>
                <a:cubicBezTo>
                  <a:pt x="63" y="720"/>
                  <a:pt x="73" y="754"/>
                  <a:pt x="87" y="786"/>
                </a:cubicBezTo>
                <a:cubicBezTo>
                  <a:pt x="100" y="818"/>
                  <a:pt x="116" y="849"/>
                  <a:pt x="136" y="878"/>
                </a:cubicBezTo>
                <a:cubicBezTo>
                  <a:pt x="155" y="907"/>
                  <a:pt x="178" y="934"/>
                  <a:pt x="202" y="959"/>
                </a:cubicBezTo>
                <a:cubicBezTo>
                  <a:pt x="227" y="984"/>
                  <a:pt x="254" y="1006"/>
                  <a:pt x="283" y="1026"/>
                </a:cubicBezTo>
                <a:cubicBezTo>
                  <a:pt x="312" y="1045"/>
                  <a:pt x="343" y="1061"/>
                  <a:pt x="376" y="1075"/>
                </a:cubicBezTo>
                <a:cubicBezTo>
                  <a:pt x="408" y="1088"/>
                  <a:pt x="441" y="1098"/>
                  <a:pt x="476" y="1105"/>
                </a:cubicBezTo>
                <a:cubicBezTo>
                  <a:pt x="510" y="1112"/>
                  <a:pt x="545" y="1116"/>
                  <a:pt x="581" y="1116"/>
                </a:cubicBezTo>
                <a:cubicBezTo>
                  <a:pt x="616" y="1116"/>
                  <a:pt x="651" y="1112"/>
                  <a:pt x="685" y="1105"/>
                </a:cubicBezTo>
                <a:cubicBezTo>
                  <a:pt x="719" y="1098"/>
                  <a:pt x="753" y="1088"/>
                  <a:pt x="785" y="1075"/>
                </a:cubicBezTo>
                <a:cubicBezTo>
                  <a:pt x="818" y="1061"/>
                  <a:pt x="848" y="1045"/>
                  <a:pt x="877" y="1026"/>
                </a:cubicBezTo>
                <a:cubicBezTo>
                  <a:pt x="907" y="1006"/>
                  <a:pt x="934" y="984"/>
                  <a:pt x="958" y="959"/>
                </a:cubicBezTo>
                <a:cubicBezTo>
                  <a:pt x="983" y="934"/>
                  <a:pt x="1005" y="907"/>
                  <a:pt x="1025" y="878"/>
                </a:cubicBezTo>
                <a:cubicBezTo>
                  <a:pt x="1044" y="849"/>
                  <a:pt x="1061" y="818"/>
                  <a:pt x="1074" y="786"/>
                </a:cubicBezTo>
                <a:cubicBezTo>
                  <a:pt x="1088" y="754"/>
                  <a:pt x="1098" y="720"/>
                  <a:pt x="1105" y="686"/>
                </a:cubicBezTo>
                <a:cubicBezTo>
                  <a:pt x="1111" y="651"/>
                  <a:pt x="1115" y="617"/>
                  <a:pt x="1115" y="582"/>
                </a:cubicBezTo>
                <a:cubicBezTo>
                  <a:pt x="1115" y="547"/>
                  <a:pt x="1111" y="512"/>
                  <a:pt x="1105" y="477"/>
                </a:cubicBezTo>
                <a:cubicBezTo>
                  <a:pt x="1098" y="443"/>
                  <a:pt x="1088" y="410"/>
                  <a:pt x="1074" y="377"/>
                </a:cubicBezTo>
                <a:cubicBezTo>
                  <a:pt x="1061" y="345"/>
                  <a:pt x="1044" y="314"/>
                  <a:pt x="1025" y="285"/>
                </a:cubicBezTo>
                <a:cubicBezTo>
                  <a:pt x="1005" y="256"/>
                  <a:pt x="983" y="229"/>
                  <a:pt x="958" y="204"/>
                </a:cubicBezTo>
                <a:cubicBezTo>
                  <a:pt x="934" y="179"/>
                  <a:pt x="907" y="157"/>
                  <a:pt x="877" y="138"/>
                </a:cubicBezTo>
                <a:cubicBezTo>
                  <a:pt x="848" y="118"/>
                  <a:pt x="818" y="101"/>
                  <a:pt x="785" y="87"/>
                </a:cubicBezTo>
                <a:cubicBezTo>
                  <a:pt x="753" y="74"/>
                  <a:pt x="719" y="64"/>
                  <a:pt x="685" y="57"/>
                </a:cubicBezTo>
                <a:cubicBezTo>
                  <a:pt x="651" y="50"/>
                  <a:pt x="616" y="47"/>
                  <a:pt x="581" y="47"/>
                </a:cubicBezTo>
                <a:close/>
              </a:path>
            </a:pathLst>
          </a:custGeom>
          <a:solidFill>
            <a:srgbClr val="FBC531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928" name="圖片 927"/>
          <p:cNvPicPr/>
          <p:nvPr/>
        </p:nvPicPr>
        <p:blipFill>
          <a:blip r:embed="rId2"/>
          <a:stretch>
            <a:fillRect/>
          </a:stretch>
        </p:blipFill>
        <p:spPr>
          <a:xfrm>
            <a:off x="8507160" y="4454280"/>
            <a:ext cx="12492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9" name="任意多邊形 928"/>
          <p:cNvSpPr/>
          <p:nvPr/>
        </p:nvSpPr>
        <p:spPr>
          <a:xfrm>
            <a:off x="334080" y="735120"/>
            <a:ext cx="668880" cy="33840"/>
          </a:xfrm>
          <a:custGeom>
            <a:avLst/>
            <a:gdLst/>
            <a:ahLst/>
            <a:cxnLst/>
            <a:rect l="0" t="0" r="r" b="b"/>
            <a:pathLst>
              <a:path w="1858" h="94">
                <a:moveTo>
                  <a:pt x="0" y="0"/>
                </a:moveTo>
                <a:lnTo>
                  <a:pt x="1858" y="0"/>
                </a:lnTo>
                <a:lnTo>
                  <a:pt x="1858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34D3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30" name="文字框 929"/>
          <p:cNvSpPr txBox="1"/>
          <p:nvPr/>
        </p:nvSpPr>
        <p:spPr>
          <a:xfrm>
            <a:off x="334440" y="312120"/>
            <a:ext cx="1501920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37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数字人民币</a:t>
            </a:r>
            <a:endParaRPr lang="en-US" sz="23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31" name="文字框 930"/>
          <p:cNvSpPr txBox="1"/>
          <p:nvPr/>
        </p:nvSpPr>
        <p:spPr>
          <a:xfrm>
            <a:off x="1838520" y="322560"/>
            <a:ext cx="1292400" cy="34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37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(e-CNY)</a:t>
            </a:r>
            <a:endParaRPr lang="en-US" sz="23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32" name="任意多邊形 931"/>
          <p:cNvSpPr/>
          <p:nvPr/>
        </p:nvSpPr>
        <p:spPr>
          <a:xfrm>
            <a:off x="752040" y="459360"/>
            <a:ext cx="9192600" cy="5582880"/>
          </a:xfrm>
          <a:custGeom>
            <a:avLst/>
            <a:gdLst/>
            <a:ahLst/>
            <a:cxnLst/>
            <a:rect l="0" t="0" r="r" b="b"/>
            <a:pathLst>
              <a:path w="25535" h="15508">
                <a:moveTo>
                  <a:pt x="26" y="215"/>
                </a:moveTo>
                <a:cubicBezTo>
                  <a:pt x="44" y="173"/>
                  <a:pt x="69" y="135"/>
                  <a:pt x="102" y="102"/>
                </a:cubicBezTo>
                <a:cubicBezTo>
                  <a:pt x="134" y="70"/>
                  <a:pt x="172" y="44"/>
                  <a:pt x="215" y="27"/>
                </a:cubicBezTo>
                <a:cubicBezTo>
                  <a:pt x="257" y="9"/>
                  <a:pt x="302" y="0"/>
                  <a:pt x="348" y="0"/>
                </a:cubicBezTo>
                <a:lnTo>
                  <a:pt x="25187" y="0"/>
                </a:lnTo>
                <a:cubicBezTo>
                  <a:pt x="25233" y="0"/>
                  <a:pt x="25277" y="9"/>
                  <a:pt x="25320" y="27"/>
                </a:cubicBezTo>
                <a:cubicBezTo>
                  <a:pt x="25363" y="44"/>
                  <a:pt x="25400" y="70"/>
                  <a:pt x="25433" y="102"/>
                </a:cubicBezTo>
                <a:cubicBezTo>
                  <a:pt x="25466" y="135"/>
                  <a:pt x="25491" y="173"/>
                  <a:pt x="25509" y="215"/>
                </a:cubicBezTo>
                <a:cubicBezTo>
                  <a:pt x="25526" y="258"/>
                  <a:pt x="25535" y="302"/>
                  <a:pt x="25535" y="348"/>
                </a:cubicBezTo>
                <a:lnTo>
                  <a:pt x="25535" y="15159"/>
                </a:lnTo>
                <a:cubicBezTo>
                  <a:pt x="25535" y="15206"/>
                  <a:pt x="25526" y="15250"/>
                  <a:pt x="25509" y="15293"/>
                </a:cubicBezTo>
                <a:cubicBezTo>
                  <a:pt x="25491" y="15335"/>
                  <a:pt x="25466" y="15373"/>
                  <a:pt x="25433" y="15406"/>
                </a:cubicBezTo>
                <a:cubicBezTo>
                  <a:pt x="25400" y="15438"/>
                  <a:pt x="25363" y="15463"/>
                  <a:pt x="25320" y="15481"/>
                </a:cubicBezTo>
                <a:cubicBezTo>
                  <a:pt x="25277" y="15499"/>
                  <a:pt x="25233" y="15508"/>
                  <a:pt x="25187" y="15508"/>
                </a:cubicBezTo>
                <a:lnTo>
                  <a:pt x="348" y="15508"/>
                </a:lnTo>
                <a:cubicBezTo>
                  <a:pt x="302" y="15508"/>
                  <a:pt x="257" y="15499"/>
                  <a:pt x="215" y="15481"/>
                </a:cubicBezTo>
                <a:cubicBezTo>
                  <a:pt x="172" y="15463"/>
                  <a:pt x="134" y="15438"/>
                  <a:pt x="102" y="15406"/>
                </a:cubicBezTo>
                <a:cubicBezTo>
                  <a:pt x="69" y="15373"/>
                  <a:pt x="44" y="15335"/>
                  <a:pt x="26" y="15293"/>
                </a:cubicBezTo>
                <a:cubicBezTo>
                  <a:pt x="9" y="15250"/>
                  <a:pt x="0" y="15206"/>
                  <a:pt x="0" y="15159"/>
                </a:cubicBezTo>
                <a:lnTo>
                  <a:pt x="0" y="348"/>
                </a:lnTo>
                <a:cubicBezTo>
                  <a:pt x="0" y="302"/>
                  <a:pt x="9" y="258"/>
                  <a:pt x="26" y="215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33" name="任意多邊形 932"/>
          <p:cNvSpPr/>
          <p:nvPr/>
        </p:nvSpPr>
        <p:spPr>
          <a:xfrm>
            <a:off x="752040" y="459360"/>
            <a:ext cx="9192600" cy="5582880"/>
          </a:xfrm>
          <a:custGeom>
            <a:avLst/>
            <a:gdLst/>
            <a:ahLst/>
            <a:cxnLst/>
            <a:rect l="0" t="0" r="r" b="b"/>
            <a:pathLst>
              <a:path w="25535" h="15508">
                <a:moveTo>
                  <a:pt x="0" y="15159"/>
                </a:moveTo>
                <a:lnTo>
                  <a:pt x="0" y="348"/>
                </a:lnTo>
                <a:cubicBezTo>
                  <a:pt x="0" y="302"/>
                  <a:pt x="9" y="258"/>
                  <a:pt x="26" y="215"/>
                </a:cubicBezTo>
                <a:cubicBezTo>
                  <a:pt x="44" y="173"/>
                  <a:pt x="69" y="135"/>
                  <a:pt x="102" y="102"/>
                </a:cubicBezTo>
                <a:cubicBezTo>
                  <a:pt x="134" y="70"/>
                  <a:pt x="172" y="44"/>
                  <a:pt x="215" y="27"/>
                </a:cubicBezTo>
                <a:cubicBezTo>
                  <a:pt x="257" y="9"/>
                  <a:pt x="302" y="0"/>
                  <a:pt x="348" y="0"/>
                </a:cubicBezTo>
                <a:lnTo>
                  <a:pt x="25187" y="0"/>
                </a:lnTo>
                <a:cubicBezTo>
                  <a:pt x="25233" y="0"/>
                  <a:pt x="25277" y="9"/>
                  <a:pt x="25320" y="27"/>
                </a:cubicBezTo>
                <a:cubicBezTo>
                  <a:pt x="25363" y="44"/>
                  <a:pt x="25400" y="70"/>
                  <a:pt x="25433" y="102"/>
                </a:cubicBezTo>
                <a:cubicBezTo>
                  <a:pt x="25466" y="135"/>
                  <a:pt x="25491" y="173"/>
                  <a:pt x="25509" y="215"/>
                </a:cubicBezTo>
                <a:cubicBezTo>
                  <a:pt x="25526" y="258"/>
                  <a:pt x="25535" y="302"/>
                  <a:pt x="25535" y="348"/>
                </a:cubicBezTo>
                <a:lnTo>
                  <a:pt x="25535" y="15159"/>
                </a:lnTo>
                <a:cubicBezTo>
                  <a:pt x="25535" y="15206"/>
                  <a:pt x="25526" y="15250"/>
                  <a:pt x="25509" y="15293"/>
                </a:cubicBezTo>
                <a:cubicBezTo>
                  <a:pt x="25491" y="15335"/>
                  <a:pt x="25466" y="15373"/>
                  <a:pt x="25433" y="15406"/>
                </a:cubicBezTo>
                <a:cubicBezTo>
                  <a:pt x="25400" y="15438"/>
                  <a:pt x="25363" y="15463"/>
                  <a:pt x="25320" y="15481"/>
                </a:cubicBezTo>
                <a:cubicBezTo>
                  <a:pt x="25277" y="15499"/>
                  <a:pt x="25233" y="15508"/>
                  <a:pt x="25187" y="15508"/>
                </a:cubicBezTo>
                <a:lnTo>
                  <a:pt x="348" y="15508"/>
                </a:lnTo>
                <a:cubicBezTo>
                  <a:pt x="302" y="15508"/>
                  <a:pt x="257" y="15499"/>
                  <a:pt x="215" y="15481"/>
                </a:cubicBezTo>
                <a:cubicBezTo>
                  <a:pt x="172" y="15463"/>
                  <a:pt x="134" y="15438"/>
                  <a:pt x="102" y="15406"/>
                </a:cubicBezTo>
                <a:cubicBezTo>
                  <a:pt x="69" y="15373"/>
                  <a:pt x="44" y="15335"/>
                  <a:pt x="26" y="15293"/>
                </a:cubicBezTo>
                <a:cubicBezTo>
                  <a:pt x="9" y="15250"/>
                  <a:pt x="0" y="15206"/>
                  <a:pt x="0" y="15159"/>
                </a:cubicBezTo>
                <a:moveTo>
                  <a:pt x="23" y="348"/>
                </a:moveTo>
                <a:lnTo>
                  <a:pt x="23" y="15159"/>
                </a:lnTo>
                <a:cubicBezTo>
                  <a:pt x="23" y="15181"/>
                  <a:pt x="25" y="15202"/>
                  <a:pt x="29" y="15223"/>
                </a:cubicBezTo>
                <a:cubicBezTo>
                  <a:pt x="33" y="15244"/>
                  <a:pt x="39" y="15264"/>
                  <a:pt x="48" y="15284"/>
                </a:cubicBezTo>
                <a:cubicBezTo>
                  <a:pt x="56" y="15303"/>
                  <a:pt x="66" y="15322"/>
                  <a:pt x="78" y="15340"/>
                </a:cubicBezTo>
                <a:cubicBezTo>
                  <a:pt x="90" y="15358"/>
                  <a:pt x="103" y="15374"/>
                  <a:pt x="118" y="15389"/>
                </a:cubicBezTo>
                <a:cubicBezTo>
                  <a:pt x="133" y="15404"/>
                  <a:pt x="150" y="15418"/>
                  <a:pt x="167" y="15430"/>
                </a:cubicBezTo>
                <a:cubicBezTo>
                  <a:pt x="185" y="15441"/>
                  <a:pt x="204" y="15451"/>
                  <a:pt x="224" y="15460"/>
                </a:cubicBezTo>
                <a:cubicBezTo>
                  <a:pt x="243" y="15468"/>
                  <a:pt x="264" y="15474"/>
                  <a:pt x="284" y="15478"/>
                </a:cubicBezTo>
                <a:cubicBezTo>
                  <a:pt x="305" y="15482"/>
                  <a:pt x="327" y="15484"/>
                  <a:pt x="348" y="15484"/>
                </a:cubicBezTo>
                <a:lnTo>
                  <a:pt x="25187" y="15484"/>
                </a:lnTo>
                <a:cubicBezTo>
                  <a:pt x="25208" y="15484"/>
                  <a:pt x="25229" y="15482"/>
                  <a:pt x="25250" y="15478"/>
                </a:cubicBezTo>
                <a:cubicBezTo>
                  <a:pt x="25271" y="15474"/>
                  <a:pt x="25291" y="15468"/>
                  <a:pt x="25311" y="15460"/>
                </a:cubicBezTo>
                <a:cubicBezTo>
                  <a:pt x="25331" y="15451"/>
                  <a:pt x="25350" y="15441"/>
                  <a:pt x="25367" y="15430"/>
                </a:cubicBezTo>
                <a:cubicBezTo>
                  <a:pt x="25385" y="15418"/>
                  <a:pt x="25402" y="15404"/>
                  <a:pt x="25417" y="15389"/>
                </a:cubicBezTo>
                <a:cubicBezTo>
                  <a:pt x="25432" y="15374"/>
                  <a:pt x="25445" y="15358"/>
                  <a:pt x="25457" y="15340"/>
                </a:cubicBezTo>
                <a:cubicBezTo>
                  <a:pt x="25469" y="15322"/>
                  <a:pt x="25479" y="15303"/>
                  <a:pt x="25487" y="15284"/>
                </a:cubicBezTo>
                <a:cubicBezTo>
                  <a:pt x="25495" y="15264"/>
                  <a:pt x="25501" y="15244"/>
                  <a:pt x="25506" y="15223"/>
                </a:cubicBezTo>
                <a:cubicBezTo>
                  <a:pt x="25510" y="15202"/>
                  <a:pt x="25512" y="15181"/>
                  <a:pt x="25512" y="15159"/>
                </a:cubicBezTo>
                <a:lnTo>
                  <a:pt x="25512" y="348"/>
                </a:lnTo>
                <a:cubicBezTo>
                  <a:pt x="25512" y="327"/>
                  <a:pt x="25510" y="306"/>
                  <a:pt x="25506" y="285"/>
                </a:cubicBezTo>
                <a:cubicBezTo>
                  <a:pt x="25501" y="264"/>
                  <a:pt x="25495" y="244"/>
                  <a:pt x="25487" y="224"/>
                </a:cubicBezTo>
                <a:cubicBezTo>
                  <a:pt x="25479" y="204"/>
                  <a:pt x="25469" y="186"/>
                  <a:pt x="25457" y="168"/>
                </a:cubicBezTo>
                <a:cubicBezTo>
                  <a:pt x="25445" y="150"/>
                  <a:pt x="25432" y="134"/>
                  <a:pt x="25417" y="119"/>
                </a:cubicBezTo>
                <a:cubicBezTo>
                  <a:pt x="25402" y="104"/>
                  <a:pt x="25385" y="90"/>
                  <a:pt x="25367" y="78"/>
                </a:cubicBezTo>
                <a:cubicBezTo>
                  <a:pt x="25350" y="66"/>
                  <a:pt x="25331" y="56"/>
                  <a:pt x="25311" y="48"/>
                </a:cubicBezTo>
                <a:cubicBezTo>
                  <a:pt x="25291" y="40"/>
                  <a:pt x="25271" y="34"/>
                  <a:pt x="25250" y="30"/>
                </a:cubicBezTo>
                <a:cubicBezTo>
                  <a:pt x="25229" y="26"/>
                  <a:pt x="25208" y="23"/>
                  <a:pt x="25187" y="23"/>
                </a:cubicBezTo>
                <a:lnTo>
                  <a:pt x="348" y="23"/>
                </a:lnTo>
                <a:cubicBezTo>
                  <a:pt x="327" y="23"/>
                  <a:pt x="305" y="26"/>
                  <a:pt x="284" y="30"/>
                </a:cubicBezTo>
                <a:cubicBezTo>
                  <a:pt x="264" y="34"/>
                  <a:pt x="243" y="40"/>
                  <a:pt x="224" y="48"/>
                </a:cubicBezTo>
                <a:cubicBezTo>
                  <a:pt x="204" y="56"/>
                  <a:pt x="185" y="66"/>
                  <a:pt x="167" y="78"/>
                </a:cubicBezTo>
                <a:cubicBezTo>
                  <a:pt x="150" y="90"/>
                  <a:pt x="133" y="104"/>
                  <a:pt x="118" y="119"/>
                </a:cubicBezTo>
                <a:cubicBezTo>
                  <a:pt x="103" y="134"/>
                  <a:pt x="90" y="150"/>
                  <a:pt x="78" y="168"/>
                </a:cubicBezTo>
                <a:cubicBezTo>
                  <a:pt x="66" y="186"/>
                  <a:pt x="56" y="204"/>
                  <a:pt x="48" y="224"/>
                </a:cubicBezTo>
                <a:cubicBezTo>
                  <a:pt x="39" y="244"/>
                  <a:pt x="33" y="264"/>
                  <a:pt x="29" y="285"/>
                </a:cubicBezTo>
                <a:cubicBezTo>
                  <a:pt x="25" y="306"/>
                  <a:pt x="23" y="327"/>
                  <a:pt x="23" y="348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34" name="任意多邊形 933"/>
          <p:cNvSpPr/>
          <p:nvPr/>
        </p:nvSpPr>
        <p:spPr>
          <a:xfrm>
            <a:off x="1027800" y="4646160"/>
            <a:ext cx="8641080" cy="1120320"/>
          </a:xfrm>
          <a:custGeom>
            <a:avLst/>
            <a:gdLst/>
            <a:ahLst/>
            <a:cxnLst/>
            <a:rect l="0" t="0" r="r" b="b"/>
            <a:pathLst>
              <a:path w="24003" h="3112">
                <a:moveTo>
                  <a:pt x="14" y="115"/>
                </a:moveTo>
                <a:cubicBezTo>
                  <a:pt x="23" y="92"/>
                  <a:pt x="37" y="72"/>
                  <a:pt x="54" y="54"/>
                </a:cubicBezTo>
                <a:cubicBezTo>
                  <a:pt x="72" y="37"/>
                  <a:pt x="92" y="24"/>
                  <a:pt x="114" y="14"/>
                </a:cubicBezTo>
                <a:cubicBezTo>
                  <a:pt x="137" y="5"/>
                  <a:pt x="161" y="0"/>
                  <a:pt x="185" y="0"/>
                </a:cubicBezTo>
                <a:lnTo>
                  <a:pt x="23817" y="0"/>
                </a:lnTo>
                <a:cubicBezTo>
                  <a:pt x="23842" y="0"/>
                  <a:pt x="23866" y="5"/>
                  <a:pt x="23888" y="14"/>
                </a:cubicBezTo>
                <a:cubicBezTo>
                  <a:pt x="23911" y="24"/>
                  <a:pt x="23931" y="37"/>
                  <a:pt x="23949" y="54"/>
                </a:cubicBezTo>
                <a:cubicBezTo>
                  <a:pt x="23966" y="72"/>
                  <a:pt x="23979" y="92"/>
                  <a:pt x="23989" y="115"/>
                </a:cubicBezTo>
                <a:cubicBezTo>
                  <a:pt x="23998" y="137"/>
                  <a:pt x="24003" y="161"/>
                  <a:pt x="24003" y="186"/>
                </a:cubicBezTo>
                <a:lnTo>
                  <a:pt x="24003" y="2926"/>
                </a:lnTo>
                <a:cubicBezTo>
                  <a:pt x="24003" y="2950"/>
                  <a:pt x="23998" y="2974"/>
                  <a:pt x="23989" y="2997"/>
                </a:cubicBezTo>
                <a:cubicBezTo>
                  <a:pt x="23979" y="3020"/>
                  <a:pt x="23966" y="3040"/>
                  <a:pt x="23949" y="3057"/>
                </a:cubicBezTo>
                <a:cubicBezTo>
                  <a:pt x="23931" y="3075"/>
                  <a:pt x="23911" y="3088"/>
                  <a:pt x="23888" y="3097"/>
                </a:cubicBezTo>
                <a:cubicBezTo>
                  <a:pt x="23866" y="3107"/>
                  <a:pt x="23842" y="3112"/>
                  <a:pt x="23817" y="3112"/>
                </a:cubicBezTo>
                <a:lnTo>
                  <a:pt x="185" y="3112"/>
                </a:lnTo>
                <a:cubicBezTo>
                  <a:pt x="161" y="3112"/>
                  <a:pt x="137" y="3107"/>
                  <a:pt x="114" y="3097"/>
                </a:cubicBezTo>
                <a:cubicBezTo>
                  <a:pt x="92" y="3088"/>
                  <a:pt x="72" y="3075"/>
                  <a:pt x="54" y="3057"/>
                </a:cubicBezTo>
                <a:cubicBezTo>
                  <a:pt x="37" y="3040"/>
                  <a:pt x="23" y="3020"/>
                  <a:pt x="14" y="2997"/>
                </a:cubicBezTo>
                <a:cubicBezTo>
                  <a:pt x="4" y="2974"/>
                  <a:pt x="0" y="2950"/>
                  <a:pt x="0" y="2926"/>
                </a:cubicBezTo>
                <a:lnTo>
                  <a:pt x="0" y="186"/>
                </a:lnTo>
                <a:cubicBezTo>
                  <a:pt x="0" y="161"/>
                  <a:pt x="4" y="137"/>
                  <a:pt x="14" y="115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35" name="任意多邊形 934"/>
          <p:cNvSpPr/>
          <p:nvPr/>
        </p:nvSpPr>
        <p:spPr>
          <a:xfrm>
            <a:off x="1027800" y="4646160"/>
            <a:ext cx="8641080" cy="1120320"/>
          </a:xfrm>
          <a:custGeom>
            <a:avLst/>
            <a:gdLst/>
            <a:ahLst/>
            <a:cxnLst/>
            <a:rect l="0" t="0" r="r" b="b"/>
            <a:pathLst>
              <a:path w="24003" h="3112">
                <a:moveTo>
                  <a:pt x="0" y="2926"/>
                </a:moveTo>
                <a:lnTo>
                  <a:pt x="0" y="186"/>
                </a:lnTo>
                <a:cubicBezTo>
                  <a:pt x="0" y="161"/>
                  <a:pt x="4" y="137"/>
                  <a:pt x="14" y="115"/>
                </a:cubicBezTo>
                <a:cubicBezTo>
                  <a:pt x="23" y="92"/>
                  <a:pt x="37" y="72"/>
                  <a:pt x="54" y="54"/>
                </a:cubicBezTo>
                <a:cubicBezTo>
                  <a:pt x="72" y="37"/>
                  <a:pt x="92" y="24"/>
                  <a:pt x="114" y="14"/>
                </a:cubicBezTo>
                <a:cubicBezTo>
                  <a:pt x="137" y="5"/>
                  <a:pt x="161" y="0"/>
                  <a:pt x="185" y="0"/>
                </a:cubicBezTo>
                <a:lnTo>
                  <a:pt x="23817" y="0"/>
                </a:lnTo>
                <a:cubicBezTo>
                  <a:pt x="23842" y="0"/>
                  <a:pt x="23866" y="5"/>
                  <a:pt x="23888" y="14"/>
                </a:cubicBezTo>
                <a:cubicBezTo>
                  <a:pt x="23911" y="24"/>
                  <a:pt x="23931" y="37"/>
                  <a:pt x="23949" y="54"/>
                </a:cubicBezTo>
                <a:cubicBezTo>
                  <a:pt x="23966" y="72"/>
                  <a:pt x="23979" y="92"/>
                  <a:pt x="23989" y="115"/>
                </a:cubicBezTo>
                <a:cubicBezTo>
                  <a:pt x="23998" y="137"/>
                  <a:pt x="24003" y="161"/>
                  <a:pt x="24003" y="186"/>
                </a:cubicBezTo>
                <a:lnTo>
                  <a:pt x="24003" y="2926"/>
                </a:lnTo>
                <a:cubicBezTo>
                  <a:pt x="24003" y="2950"/>
                  <a:pt x="23998" y="2974"/>
                  <a:pt x="23989" y="2997"/>
                </a:cubicBezTo>
                <a:cubicBezTo>
                  <a:pt x="23979" y="3020"/>
                  <a:pt x="23966" y="3040"/>
                  <a:pt x="23949" y="3057"/>
                </a:cubicBezTo>
                <a:cubicBezTo>
                  <a:pt x="23931" y="3075"/>
                  <a:pt x="23911" y="3088"/>
                  <a:pt x="23888" y="3097"/>
                </a:cubicBezTo>
                <a:cubicBezTo>
                  <a:pt x="23866" y="3107"/>
                  <a:pt x="23842" y="3112"/>
                  <a:pt x="23817" y="3112"/>
                </a:cubicBezTo>
                <a:lnTo>
                  <a:pt x="185" y="3112"/>
                </a:lnTo>
                <a:cubicBezTo>
                  <a:pt x="161" y="3112"/>
                  <a:pt x="137" y="3107"/>
                  <a:pt x="114" y="3097"/>
                </a:cubicBezTo>
                <a:cubicBezTo>
                  <a:pt x="92" y="3088"/>
                  <a:pt x="72" y="3075"/>
                  <a:pt x="54" y="3057"/>
                </a:cubicBezTo>
                <a:cubicBezTo>
                  <a:pt x="37" y="3040"/>
                  <a:pt x="23" y="3020"/>
                  <a:pt x="14" y="2997"/>
                </a:cubicBezTo>
                <a:cubicBezTo>
                  <a:pt x="4" y="2974"/>
                  <a:pt x="0" y="2950"/>
                  <a:pt x="0" y="2926"/>
                </a:cubicBezTo>
                <a:moveTo>
                  <a:pt x="23" y="186"/>
                </a:moveTo>
                <a:lnTo>
                  <a:pt x="23" y="2926"/>
                </a:lnTo>
                <a:cubicBezTo>
                  <a:pt x="23" y="2936"/>
                  <a:pt x="24" y="2947"/>
                  <a:pt x="26" y="2958"/>
                </a:cubicBezTo>
                <a:cubicBezTo>
                  <a:pt x="28" y="2968"/>
                  <a:pt x="31" y="2978"/>
                  <a:pt x="35" y="2988"/>
                </a:cubicBezTo>
                <a:cubicBezTo>
                  <a:pt x="39" y="2998"/>
                  <a:pt x="44" y="3007"/>
                  <a:pt x="50" y="3016"/>
                </a:cubicBezTo>
                <a:cubicBezTo>
                  <a:pt x="56" y="3025"/>
                  <a:pt x="63" y="3033"/>
                  <a:pt x="71" y="3041"/>
                </a:cubicBezTo>
                <a:cubicBezTo>
                  <a:pt x="78" y="3048"/>
                  <a:pt x="86" y="3055"/>
                  <a:pt x="95" y="3061"/>
                </a:cubicBezTo>
                <a:cubicBezTo>
                  <a:pt x="104" y="3067"/>
                  <a:pt x="113" y="3072"/>
                  <a:pt x="123" y="3076"/>
                </a:cubicBezTo>
                <a:cubicBezTo>
                  <a:pt x="133" y="3080"/>
                  <a:pt x="143" y="3083"/>
                  <a:pt x="154" y="3085"/>
                </a:cubicBezTo>
                <a:cubicBezTo>
                  <a:pt x="164" y="3087"/>
                  <a:pt x="175" y="3088"/>
                  <a:pt x="185" y="3088"/>
                </a:cubicBezTo>
                <a:lnTo>
                  <a:pt x="23817" y="3088"/>
                </a:lnTo>
                <a:cubicBezTo>
                  <a:pt x="23828" y="3088"/>
                  <a:pt x="23839" y="3087"/>
                  <a:pt x="23849" y="3085"/>
                </a:cubicBezTo>
                <a:cubicBezTo>
                  <a:pt x="23859" y="3083"/>
                  <a:pt x="23870" y="3080"/>
                  <a:pt x="23879" y="3076"/>
                </a:cubicBezTo>
                <a:cubicBezTo>
                  <a:pt x="23889" y="3072"/>
                  <a:pt x="23899" y="3067"/>
                  <a:pt x="23908" y="3061"/>
                </a:cubicBezTo>
                <a:cubicBezTo>
                  <a:pt x="23916" y="3055"/>
                  <a:pt x="23925" y="3048"/>
                  <a:pt x="23932" y="3041"/>
                </a:cubicBezTo>
                <a:cubicBezTo>
                  <a:pt x="23940" y="3033"/>
                  <a:pt x="23946" y="3025"/>
                  <a:pt x="23952" y="3016"/>
                </a:cubicBezTo>
                <a:cubicBezTo>
                  <a:pt x="23958" y="3007"/>
                  <a:pt x="23963" y="2998"/>
                  <a:pt x="23967" y="2988"/>
                </a:cubicBezTo>
                <a:cubicBezTo>
                  <a:pt x="23972" y="2978"/>
                  <a:pt x="23975" y="2968"/>
                  <a:pt x="23977" y="2958"/>
                </a:cubicBezTo>
                <a:cubicBezTo>
                  <a:pt x="23979" y="2947"/>
                  <a:pt x="23980" y="2936"/>
                  <a:pt x="23980" y="2926"/>
                </a:cubicBezTo>
                <a:lnTo>
                  <a:pt x="23980" y="186"/>
                </a:lnTo>
                <a:cubicBezTo>
                  <a:pt x="23980" y="175"/>
                  <a:pt x="23979" y="164"/>
                  <a:pt x="23977" y="154"/>
                </a:cubicBezTo>
                <a:cubicBezTo>
                  <a:pt x="23975" y="143"/>
                  <a:pt x="23972" y="133"/>
                  <a:pt x="23967" y="123"/>
                </a:cubicBezTo>
                <a:cubicBezTo>
                  <a:pt x="23963" y="114"/>
                  <a:pt x="23958" y="104"/>
                  <a:pt x="23952" y="95"/>
                </a:cubicBezTo>
                <a:cubicBezTo>
                  <a:pt x="23946" y="87"/>
                  <a:pt x="23940" y="78"/>
                  <a:pt x="23932" y="71"/>
                </a:cubicBezTo>
                <a:cubicBezTo>
                  <a:pt x="23925" y="63"/>
                  <a:pt x="23916" y="56"/>
                  <a:pt x="23908" y="51"/>
                </a:cubicBezTo>
                <a:cubicBezTo>
                  <a:pt x="23899" y="45"/>
                  <a:pt x="23889" y="40"/>
                  <a:pt x="23879" y="36"/>
                </a:cubicBezTo>
                <a:cubicBezTo>
                  <a:pt x="23870" y="31"/>
                  <a:pt x="23859" y="28"/>
                  <a:pt x="23849" y="26"/>
                </a:cubicBezTo>
                <a:cubicBezTo>
                  <a:pt x="23839" y="24"/>
                  <a:pt x="23828" y="23"/>
                  <a:pt x="23817" y="23"/>
                </a:cubicBezTo>
                <a:lnTo>
                  <a:pt x="185" y="23"/>
                </a:lnTo>
                <a:cubicBezTo>
                  <a:pt x="175" y="23"/>
                  <a:pt x="164" y="24"/>
                  <a:pt x="154" y="26"/>
                </a:cubicBezTo>
                <a:cubicBezTo>
                  <a:pt x="143" y="28"/>
                  <a:pt x="133" y="31"/>
                  <a:pt x="123" y="36"/>
                </a:cubicBezTo>
                <a:cubicBezTo>
                  <a:pt x="113" y="40"/>
                  <a:pt x="104" y="45"/>
                  <a:pt x="95" y="51"/>
                </a:cubicBezTo>
                <a:cubicBezTo>
                  <a:pt x="86" y="56"/>
                  <a:pt x="78" y="63"/>
                  <a:pt x="71" y="71"/>
                </a:cubicBezTo>
                <a:cubicBezTo>
                  <a:pt x="63" y="78"/>
                  <a:pt x="56" y="87"/>
                  <a:pt x="50" y="95"/>
                </a:cubicBezTo>
                <a:cubicBezTo>
                  <a:pt x="44" y="104"/>
                  <a:pt x="39" y="114"/>
                  <a:pt x="35" y="123"/>
                </a:cubicBezTo>
                <a:cubicBezTo>
                  <a:pt x="31" y="133"/>
                  <a:pt x="28" y="143"/>
                  <a:pt x="26" y="154"/>
                </a:cubicBezTo>
                <a:cubicBezTo>
                  <a:pt x="24" y="164"/>
                  <a:pt x="23" y="175"/>
                  <a:pt x="23" y="186"/>
                </a:cubicBezTo>
                <a:close/>
              </a:path>
            </a:pathLst>
          </a:custGeom>
          <a:solidFill>
            <a:srgbClr val="FFFFFF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936" name="圖片 935"/>
          <p:cNvPicPr/>
          <p:nvPr/>
        </p:nvPicPr>
        <p:blipFill>
          <a:blip r:embed="rId5"/>
          <a:stretch>
            <a:fillRect/>
          </a:stretch>
        </p:blipFill>
        <p:spPr>
          <a:xfrm>
            <a:off x="1027800" y="76896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7" name="文字框 936"/>
          <p:cNvSpPr txBox="1"/>
          <p:nvPr/>
        </p:nvSpPr>
        <p:spPr>
          <a:xfrm>
            <a:off x="3132720" y="312120"/>
            <a:ext cx="601200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37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概览</a:t>
            </a:r>
            <a:endParaRPr lang="en-US" sz="23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38" name="文字框 937"/>
          <p:cNvSpPr txBox="1"/>
          <p:nvPr/>
        </p:nvSpPr>
        <p:spPr>
          <a:xfrm>
            <a:off x="1328760" y="742680"/>
            <a:ext cx="8053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基本介绍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39" name="文字框 938"/>
          <p:cNvSpPr txBox="1"/>
          <p:nvPr/>
        </p:nvSpPr>
        <p:spPr>
          <a:xfrm>
            <a:off x="1362240" y="1116360"/>
            <a:ext cx="6714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数字人民币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40" name="文字框 939"/>
          <p:cNvSpPr txBox="1"/>
          <p:nvPr/>
        </p:nvSpPr>
        <p:spPr>
          <a:xfrm>
            <a:off x="2030760" y="1121040"/>
            <a:ext cx="5122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(e-CNY)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41" name="文字框 940"/>
          <p:cNvSpPr txBox="1"/>
          <p:nvPr/>
        </p:nvSpPr>
        <p:spPr>
          <a:xfrm>
            <a:off x="2540520" y="1116360"/>
            <a:ext cx="26830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是中国央行发行的法定数字货币，作为现金的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942" name="圖片 941"/>
          <p:cNvPicPr/>
          <p:nvPr/>
        </p:nvPicPr>
        <p:blipFill>
          <a:blip r:embed="rId6"/>
          <a:stretch>
            <a:fillRect/>
          </a:stretch>
        </p:blipFill>
        <p:spPr>
          <a:xfrm>
            <a:off x="1027800" y="173808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3" name="文字框 942"/>
          <p:cNvSpPr txBox="1"/>
          <p:nvPr/>
        </p:nvSpPr>
        <p:spPr>
          <a:xfrm>
            <a:off x="1362240" y="1316880"/>
            <a:ext cx="3085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电子替代品，正在经历试点阶段逐步扩大应用范围。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944" name="圖片 943"/>
          <p:cNvPicPr/>
          <p:nvPr/>
        </p:nvPicPr>
        <p:blipFill>
          <a:blip r:embed="rId7"/>
          <a:stretch>
            <a:fillRect/>
          </a:stretch>
        </p:blipFill>
        <p:spPr>
          <a:xfrm>
            <a:off x="1362240" y="210600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5" name="文字框 944"/>
          <p:cNvSpPr txBox="1"/>
          <p:nvPr/>
        </p:nvSpPr>
        <p:spPr>
          <a:xfrm>
            <a:off x="1328760" y="1712160"/>
            <a:ext cx="8053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技术特点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946" name="圖片 945"/>
          <p:cNvPicPr/>
          <p:nvPr/>
        </p:nvPicPr>
        <p:blipFill>
          <a:blip r:embed="rId7"/>
          <a:stretch>
            <a:fillRect/>
          </a:stretch>
        </p:blipFill>
        <p:spPr>
          <a:xfrm>
            <a:off x="1362240" y="237348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7" name="文字框 946"/>
          <p:cNvSpPr txBox="1"/>
          <p:nvPr/>
        </p:nvSpPr>
        <p:spPr>
          <a:xfrm>
            <a:off x="1562760" y="2085840"/>
            <a:ext cx="22806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中心化账户体系，由中国人民银行发行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948" name="圖片 947"/>
          <p:cNvPicPr/>
          <p:nvPr/>
        </p:nvPicPr>
        <p:blipFill>
          <a:blip r:embed="rId7"/>
          <a:stretch>
            <a:fillRect/>
          </a:stretch>
        </p:blipFill>
        <p:spPr>
          <a:xfrm>
            <a:off x="1362240" y="264060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9" name="文字框 948"/>
          <p:cNvSpPr txBox="1"/>
          <p:nvPr/>
        </p:nvSpPr>
        <p:spPr>
          <a:xfrm>
            <a:off x="1562760" y="2353320"/>
            <a:ext cx="20124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支持实时支付结算，降低交易成本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950" name="圖片 949"/>
          <p:cNvPicPr/>
          <p:nvPr/>
        </p:nvPicPr>
        <p:blipFill>
          <a:blip r:embed="rId8"/>
          <a:stretch>
            <a:fillRect/>
          </a:stretch>
        </p:blipFill>
        <p:spPr>
          <a:xfrm>
            <a:off x="1362240" y="290808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1" name="文字框 950"/>
          <p:cNvSpPr txBox="1"/>
          <p:nvPr/>
        </p:nvSpPr>
        <p:spPr>
          <a:xfrm>
            <a:off x="1562760" y="2620440"/>
            <a:ext cx="20124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可匿名使用，兼顾隐私与监管需求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952" name="圖片 951"/>
          <p:cNvPicPr/>
          <p:nvPr/>
        </p:nvPicPr>
        <p:blipFill>
          <a:blip r:embed="rId9"/>
          <a:stretch>
            <a:fillRect/>
          </a:stretch>
        </p:blipFill>
        <p:spPr>
          <a:xfrm>
            <a:off x="1027800" y="3309120"/>
            <a:ext cx="15012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3" name="文字框 952"/>
          <p:cNvSpPr txBox="1"/>
          <p:nvPr/>
        </p:nvSpPr>
        <p:spPr>
          <a:xfrm>
            <a:off x="1562760" y="2887920"/>
            <a:ext cx="24148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目前仅支持单向转账功能，跨境转账受限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954" name="圖片 953"/>
          <p:cNvPicPr/>
          <p:nvPr/>
        </p:nvPicPr>
        <p:blipFill>
          <a:blip r:embed="rId10"/>
          <a:stretch>
            <a:fillRect/>
          </a:stretch>
        </p:blipFill>
        <p:spPr>
          <a:xfrm>
            <a:off x="1362240" y="3677040"/>
            <a:ext cx="15012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5" name="文字框 954"/>
          <p:cNvSpPr txBox="1"/>
          <p:nvPr/>
        </p:nvSpPr>
        <p:spPr>
          <a:xfrm>
            <a:off x="1278720" y="3283200"/>
            <a:ext cx="120780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国内试点应用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956" name="圖片 955"/>
          <p:cNvPicPr/>
          <p:nvPr/>
        </p:nvPicPr>
        <p:blipFill>
          <a:blip r:embed="rId11"/>
          <a:stretch>
            <a:fillRect/>
          </a:stretch>
        </p:blipFill>
        <p:spPr>
          <a:xfrm>
            <a:off x="1362240" y="3944520"/>
            <a:ext cx="15012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7" name="文字框 956"/>
          <p:cNvSpPr txBox="1"/>
          <p:nvPr/>
        </p:nvSpPr>
        <p:spPr>
          <a:xfrm>
            <a:off x="1579320" y="3656880"/>
            <a:ext cx="25488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粤港澳大湾区及内地其他试点地区零售消费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58" name="文字框 957"/>
          <p:cNvSpPr txBox="1"/>
          <p:nvPr/>
        </p:nvSpPr>
        <p:spPr>
          <a:xfrm>
            <a:off x="1579320" y="392904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59" name="文字框 958"/>
          <p:cNvSpPr txBox="1"/>
          <p:nvPr/>
        </p:nvSpPr>
        <p:spPr>
          <a:xfrm>
            <a:off x="1640880" y="3924360"/>
            <a:ext cx="537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一带一路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60" name="文字框 959"/>
          <p:cNvSpPr txBox="1"/>
          <p:nvPr/>
        </p:nvSpPr>
        <p:spPr>
          <a:xfrm>
            <a:off x="2175840" y="392904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961" name="圖片 960"/>
          <p:cNvPicPr/>
          <p:nvPr/>
        </p:nvPicPr>
        <p:blipFill>
          <a:blip r:embed="rId12"/>
          <a:stretch>
            <a:fillRect/>
          </a:stretch>
        </p:blipFill>
        <p:spPr>
          <a:xfrm>
            <a:off x="1362240" y="4211640"/>
            <a:ext cx="1000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2" name="文字框 961"/>
          <p:cNvSpPr txBox="1"/>
          <p:nvPr/>
        </p:nvSpPr>
        <p:spPr>
          <a:xfrm>
            <a:off x="2237400" y="3924360"/>
            <a:ext cx="1609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沿线基础设施项目结算工具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963" name="圖片 962"/>
          <p:cNvPicPr/>
          <p:nvPr/>
        </p:nvPicPr>
        <p:blipFill>
          <a:blip r:embed="rId13"/>
          <a:stretch>
            <a:fillRect/>
          </a:stretch>
        </p:blipFill>
        <p:spPr>
          <a:xfrm>
            <a:off x="5482080" y="76896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4" name="文字框 963"/>
          <p:cNvSpPr txBox="1"/>
          <p:nvPr/>
        </p:nvSpPr>
        <p:spPr>
          <a:xfrm>
            <a:off x="1529280" y="4191480"/>
            <a:ext cx="1744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企业财资管理与跨境交易优化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965" name="圖片 964"/>
          <p:cNvPicPr/>
          <p:nvPr/>
        </p:nvPicPr>
        <p:blipFill>
          <a:blip r:embed="rId14"/>
          <a:stretch>
            <a:fillRect/>
          </a:stretch>
        </p:blipFill>
        <p:spPr>
          <a:xfrm>
            <a:off x="5816160" y="113652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6" name="文字框 965"/>
          <p:cNvSpPr txBox="1"/>
          <p:nvPr/>
        </p:nvSpPr>
        <p:spPr>
          <a:xfrm>
            <a:off x="5782680" y="742680"/>
            <a:ext cx="8053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国际布局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67" name="文字框 966"/>
          <p:cNvSpPr txBox="1"/>
          <p:nvPr/>
        </p:nvSpPr>
        <p:spPr>
          <a:xfrm>
            <a:off x="6016680" y="1116360"/>
            <a:ext cx="9396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香港金融管理局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68" name="文字框 967"/>
          <p:cNvSpPr txBox="1"/>
          <p:nvPr/>
        </p:nvSpPr>
        <p:spPr>
          <a:xfrm>
            <a:off x="6952680" y="1121040"/>
            <a:ext cx="5014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(HKMA)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69" name="文字框 968"/>
          <p:cNvSpPr txBox="1"/>
          <p:nvPr/>
        </p:nvSpPr>
        <p:spPr>
          <a:xfrm>
            <a:off x="7452000" y="1116360"/>
            <a:ext cx="21466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与央行合作，允许香港居民通过本地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70" name="文字框 969"/>
          <p:cNvSpPr txBox="1"/>
          <p:nvPr/>
        </p:nvSpPr>
        <p:spPr>
          <a:xfrm>
            <a:off x="6016680" y="1316880"/>
            <a:ext cx="537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银行使用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71" name="文字框 970"/>
          <p:cNvSpPr txBox="1"/>
          <p:nvPr/>
        </p:nvSpPr>
        <p:spPr>
          <a:xfrm>
            <a:off x="6551640" y="132156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72" name="文字框 971"/>
          <p:cNvSpPr txBox="1"/>
          <p:nvPr/>
        </p:nvSpPr>
        <p:spPr>
          <a:xfrm>
            <a:off x="6613200" y="1316880"/>
            <a:ext cx="403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转数快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73" name="文字框 972"/>
          <p:cNvSpPr txBox="1"/>
          <p:nvPr/>
        </p:nvSpPr>
        <p:spPr>
          <a:xfrm>
            <a:off x="7014240" y="132156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74" name="文字框 973"/>
          <p:cNvSpPr txBox="1"/>
          <p:nvPr/>
        </p:nvSpPr>
        <p:spPr>
          <a:xfrm>
            <a:off x="7075800" y="1316880"/>
            <a:ext cx="1609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系统为数字人民币钱包充值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75" name="文字框 974"/>
          <p:cNvSpPr txBox="1"/>
          <p:nvPr/>
        </p:nvSpPr>
        <p:spPr>
          <a:xfrm>
            <a:off x="5883120" y="1584360"/>
            <a:ext cx="37558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香港居民可使用数字人民币钱包在粤港澳大湾区及内地其他试点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976" name="圖片 975"/>
          <p:cNvPicPr/>
          <p:nvPr/>
        </p:nvPicPr>
        <p:blipFill>
          <a:blip r:embed="rId15"/>
          <a:stretch>
            <a:fillRect/>
          </a:stretch>
        </p:blipFill>
        <p:spPr>
          <a:xfrm>
            <a:off x="5816160" y="2072520"/>
            <a:ext cx="1666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7" name="文字框 976"/>
          <p:cNvSpPr txBox="1"/>
          <p:nvPr/>
        </p:nvSpPr>
        <p:spPr>
          <a:xfrm>
            <a:off x="5883120" y="1784880"/>
            <a:ext cx="10735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地区进行日常消费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78" name="文字框 977"/>
          <p:cNvSpPr txBox="1"/>
          <p:nvPr/>
        </p:nvSpPr>
        <p:spPr>
          <a:xfrm>
            <a:off x="6050160" y="2052360"/>
            <a:ext cx="268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通过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79" name="文字框 978"/>
          <p:cNvSpPr txBox="1"/>
          <p:nvPr/>
        </p:nvSpPr>
        <p:spPr>
          <a:xfrm>
            <a:off x="6317640" y="2057040"/>
            <a:ext cx="5684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mBridge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80" name="文字框 979"/>
          <p:cNvSpPr txBox="1"/>
          <p:nvPr/>
        </p:nvSpPr>
        <p:spPr>
          <a:xfrm>
            <a:off x="6883920" y="2052360"/>
            <a:ext cx="26830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等多边合作平台，探索与全球央行数字货币的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981" name="圖片 980"/>
          <p:cNvPicPr/>
          <p:nvPr/>
        </p:nvPicPr>
        <p:blipFill>
          <a:blip r:embed="rId16"/>
          <a:stretch>
            <a:fillRect/>
          </a:stretch>
        </p:blipFill>
        <p:spPr>
          <a:xfrm>
            <a:off x="5482080" y="267408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2" name="文字框 981"/>
          <p:cNvSpPr txBox="1"/>
          <p:nvPr/>
        </p:nvSpPr>
        <p:spPr>
          <a:xfrm>
            <a:off x="6050160" y="2252880"/>
            <a:ext cx="537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互操作性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983" name="圖片 982"/>
          <p:cNvPicPr/>
          <p:nvPr/>
        </p:nvPicPr>
        <p:blipFill>
          <a:blip r:embed="rId17"/>
          <a:stretch>
            <a:fillRect/>
          </a:stretch>
        </p:blipFill>
        <p:spPr>
          <a:xfrm>
            <a:off x="5816160" y="304200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4" name="文字框 983"/>
          <p:cNvSpPr txBox="1"/>
          <p:nvPr/>
        </p:nvSpPr>
        <p:spPr>
          <a:xfrm>
            <a:off x="5782680" y="2648160"/>
            <a:ext cx="100656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限制与挑战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85" name="文字框 984"/>
          <p:cNvSpPr txBox="1"/>
          <p:nvPr/>
        </p:nvSpPr>
        <p:spPr>
          <a:xfrm>
            <a:off x="6016680" y="3021840"/>
            <a:ext cx="12078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钱包余额上限限制（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86" name="文字框 985"/>
          <p:cNvSpPr txBox="1"/>
          <p:nvPr/>
        </p:nvSpPr>
        <p:spPr>
          <a:xfrm>
            <a:off x="7220160" y="302652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987" name="圖片 986"/>
          <p:cNvPicPr/>
          <p:nvPr/>
        </p:nvPicPr>
        <p:blipFill>
          <a:blip r:embed="rId18"/>
          <a:stretch>
            <a:fillRect/>
          </a:stretch>
        </p:blipFill>
        <p:spPr>
          <a:xfrm>
            <a:off x="5816160" y="330912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8" name="文字框 987"/>
          <p:cNvSpPr txBox="1"/>
          <p:nvPr/>
        </p:nvSpPr>
        <p:spPr>
          <a:xfrm>
            <a:off x="7305120" y="3021840"/>
            <a:ext cx="8053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万元人民币）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989" name="圖片 988"/>
          <p:cNvPicPr/>
          <p:nvPr/>
        </p:nvPicPr>
        <p:blipFill>
          <a:blip r:embed="rId19"/>
          <a:stretch>
            <a:fillRect/>
          </a:stretch>
        </p:blipFill>
        <p:spPr>
          <a:xfrm>
            <a:off x="5816160" y="357660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0" name="文字框 989"/>
          <p:cNvSpPr txBox="1"/>
          <p:nvPr/>
        </p:nvSpPr>
        <p:spPr>
          <a:xfrm>
            <a:off x="6016680" y="3288960"/>
            <a:ext cx="36216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不支持个人间转账功能，限制了其作为跨境支付工具的吸引力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991" name="圖片 990"/>
          <p:cNvPicPr/>
          <p:nvPr/>
        </p:nvPicPr>
        <p:blipFill>
          <a:blip r:embed="rId20"/>
          <a:stretch>
            <a:fillRect/>
          </a:stretch>
        </p:blipFill>
        <p:spPr>
          <a:xfrm>
            <a:off x="5816160" y="384408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2" name="文字框 991"/>
          <p:cNvSpPr txBox="1"/>
          <p:nvPr/>
        </p:nvSpPr>
        <p:spPr>
          <a:xfrm>
            <a:off x="6016680" y="3556440"/>
            <a:ext cx="21466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受内地严格的资本账户管制政策约束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993" name="圖片 992"/>
          <p:cNvPicPr/>
          <p:nvPr/>
        </p:nvPicPr>
        <p:blipFill>
          <a:blip r:embed="rId21"/>
          <a:stretch>
            <a:fillRect/>
          </a:stretch>
        </p:blipFill>
        <p:spPr>
          <a:xfrm>
            <a:off x="1170000" y="4821840"/>
            <a:ext cx="12492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4" name="文字框 993"/>
          <p:cNvSpPr txBox="1"/>
          <p:nvPr/>
        </p:nvSpPr>
        <p:spPr>
          <a:xfrm>
            <a:off x="6016680" y="3823920"/>
            <a:ext cx="22806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应用仍处于试点阶段，境外接受度有限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995" name="圖片 994"/>
          <p:cNvPicPr/>
          <p:nvPr/>
        </p:nvPicPr>
        <p:blipFill>
          <a:blip r:embed="rId22"/>
          <a:stretch>
            <a:fillRect/>
          </a:stretch>
        </p:blipFill>
        <p:spPr>
          <a:xfrm>
            <a:off x="1170000" y="5114160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6" name="文字框 995"/>
          <p:cNvSpPr txBox="1"/>
          <p:nvPr/>
        </p:nvSpPr>
        <p:spPr>
          <a:xfrm>
            <a:off x="1362240" y="4802760"/>
            <a:ext cx="67140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未来展望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997" name="圖片 996"/>
          <p:cNvPicPr/>
          <p:nvPr/>
        </p:nvPicPr>
        <p:blipFill>
          <a:blip r:embed="rId22"/>
          <a:stretch>
            <a:fillRect/>
          </a:stretch>
        </p:blipFill>
        <p:spPr>
          <a:xfrm>
            <a:off x="1170000" y="5381640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8" name="文字框 997"/>
          <p:cNvSpPr txBox="1"/>
          <p:nvPr/>
        </p:nvSpPr>
        <p:spPr>
          <a:xfrm>
            <a:off x="1353960" y="5102640"/>
            <a:ext cx="1476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扩大试点范围与应用场景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999" name="圖片 998"/>
          <p:cNvPicPr/>
          <p:nvPr/>
        </p:nvPicPr>
        <p:blipFill>
          <a:blip r:embed="rId22"/>
          <a:stretch>
            <a:fillRect/>
          </a:stretch>
        </p:blipFill>
        <p:spPr>
          <a:xfrm>
            <a:off x="5482080" y="5114160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0" name="文字框 999"/>
          <p:cNvSpPr txBox="1"/>
          <p:nvPr/>
        </p:nvSpPr>
        <p:spPr>
          <a:xfrm>
            <a:off x="1353960" y="5370120"/>
            <a:ext cx="10735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提升跨境支付能力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001" name="圖片 1000"/>
          <p:cNvPicPr/>
          <p:nvPr/>
        </p:nvPicPr>
        <p:blipFill>
          <a:blip r:embed="rId22"/>
          <a:stretch>
            <a:fillRect/>
          </a:stretch>
        </p:blipFill>
        <p:spPr>
          <a:xfrm>
            <a:off x="5482080" y="5381640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2" name="文字框 1001"/>
          <p:cNvSpPr txBox="1"/>
          <p:nvPr/>
        </p:nvSpPr>
        <p:spPr>
          <a:xfrm>
            <a:off x="5665680" y="5102640"/>
            <a:ext cx="21466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探索与全球央行数字货币的互操作性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03" name="文字框 1002"/>
          <p:cNvSpPr txBox="1"/>
          <p:nvPr/>
        </p:nvSpPr>
        <p:spPr>
          <a:xfrm>
            <a:off x="5665680" y="5370120"/>
            <a:ext cx="1476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完善监管与风险防控机制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04" name="文字框 1003"/>
          <p:cNvSpPr txBox="1"/>
          <p:nvPr/>
        </p:nvSpPr>
        <p:spPr>
          <a:xfrm>
            <a:off x="9357120" y="564588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第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05" name="文字框 1004"/>
          <p:cNvSpPr txBox="1"/>
          <p:nvPr/>
        </p:nvSpPr>
        <p:spPr>
          <a:xfrm>
            <a:off x="9491040" y="5650560"/>
            <a:ext cx="171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10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06" name="文字框 1005"/>
          <p:cNvSpPr txBox="1"/>
          <p:nvPr/>
        </p:nvSpPr>
        <p:spPr>
          <a:xfrm>
            <a:off x="9660960" y="564588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页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07" name="文字框 1006"/>
          <p:cNvSpPr txBox="1"/>
          <p:nvPr/>
        </p:nvSpPr>
        <p:spPr>
          <a:xfrm>
            <a:off x="9794880" y="565056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/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08" name="文字框 1007"/>
          <p:cNvSpPr txBox="1"/>
          <p:nvPr/>
        </p:nvSpPr>
        <p:spPr>
          <a:xfrm>
            <a:off x="9924840" y="564588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共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09" name="文字框 1008"/>
          <p:cNvSpPr txBox="1"/>
          <p:nvPr/>
        </p:nvSpPr>
        <p:spPr>
          <a:xfrm>
            <a:off x="10058400" y="5650560"/>
            <a:ext cx="171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15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10" name="文字框 1009"/>
          <p:cNvSpPr txBox="1"/>
          <p:nvPr/>
        </p:nvSpPr>
        <p:spPr>
          <a:xfrm>
            <a:off x="10228680" y="564588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页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1" name="圖片 1010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2" name="任意多邊形 1011"/>
          <p:cNvSpPr/>
          <p:nvPr/>
        </p:nvSpPr>
        <p:spPr>
          <a:xfrm>
            <a:off x="334080" y="735120"/>
            <a:ext cx="668880" cy="33840"/>
          </a:xfrm>
          <a:custGeom>
            <a:avLst/>
            <a:gdLst/>
            <a:ahLst/>
            <a:cxnLst/>
            <a:rect l="0" t="0" r="r" b="b"/>
            <a:pathLst>
              <a:path w="1858" h="94">
                <a:moveTo>
                  <a:pt x="0" y="0"/>
                </a:moveTo>
                <a:lnTo>
                  <a:pt x="1858" y="0"/>
                </a:lnTo>
                <a:lnTo>
                  <a:pt x="1858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34D3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13" name="任意多邊形 1012"/>
          <p:cNvSpPr/>
          <p:nvPr/>
        </p:nvSpPr>
        <p:spPr>
          <a:xfrm>
            <a:off x="334080" y="685080"/>
            <a:ext cx="10028520" cy="5114520"/>
          </a:xfrm>
          <a:custGeom>
            <a:avLst/>
            <a:gdLst/>
            <a:ahLst/>
            <a:cxnLst/>
            <a:rect l="0" t="0" r="r" b="b"/>
            <a:pathLst>
              <a:path w="27857" h="14207">
                <a:moveTo>
                  <a:pt x="27" y="215"/>
                </a:moveTo>
                <a:cubicBezTo>
                  <a:pt x="44" y="172"/>
                  <a:pt x="69" y="135"/>
                  <a:pt x="102" y="102"/>
                </a:cubicBezTo>
                <a:cubicBezTo>
                  <a:pt x="135" y="69"/>
                  <a:pt x="172" y="44"/>
                  <a:pt x="215" y="26"/>
                </a:cubicBezTo>
                <a:cubicBezTo>
                  <a:pt x="258" y="9"/>
                  <a:pt x="302" y="0"/>
                  <a:pt x="348" y="0"/>
                </a:cubicBezTo>
                <a:lnTo>
                  <a:pt x="27509" y="0"/>
                </a:lnTo>
                <a:cubicBezTo>
                  <a:pt x="27555" y="0"/>
                  <a:pt x="27599" y="9"/>
                  <a:pt x="27642" y="26"/>
                </a:cubicBezTo>
                <a:cubicBezTo>
                  <a:pt x="27684" y="44"/>
                  <a:pt x="27722" y="69"/>
                  <a:pt x="27755" y="102"/>
                </a:cubicBezTo>
                <a:cubicBezTo>
                  <a:pt x="27787" y="135"/>
                  <a:pt x="27813" y="172"/>
                  <a:pt x="27830" y="215"/>
                </a:cubicBezTo>
                <a:cubicBezTo>
                  <a:pt x="27848" y="258"/>
                  <a:pt x="27857" y="302"/>
                  <a:pt x="27857" y="348"/>
                </a:cubicBezTo>
                <a:lnTo>
                  <a:pt x="27857" y="13859"/>
                </a:lnTo>
                <a:cubicBezTo>
                  <a:pt x="27857" y="13905"/>
                  <a:pt x="27848" y="13950"/>
                  <a:pt x="27830" y="13992"/>
                </a:cubicBezTo>
                <a:cubicBezTo>
                  <a:pt x="27813" y="14035"/>
                  <a:pt x="27787" y="14073"/>
                  <a:pt x="27755" y="14105"/>
                </a:cubicBezTo>
                <a:cubicBezTo>
                  <a:pt x="27722" y="14138"/>
                  <a:pt x="27684" y="14163"/>
                  <a:pt x="27642" y="14181"/>
                </a:cubicBezTo>
                <a:cubicBezTo>
                  <a:pt x="27599" y="14199"/>
                  <a:pt x="27555" y="14207"/>
                  <a:pt x="27508" y="14207"/>
                </a:cubicBezTo>
                <a:lnTo>
                  <a:pt x="348" y="14207"/>
                </a:lnTo>
                <a:cubicBezTo>
                  <a:pt x="302" y="14207"/>
                  <a:pt x="258" y="14199"/>
                  <a:pt x="215" y="14181"/>
                </a:cubicBezTo>
                <a:cubicBezTo>
                  <a:pt x="172" y="14163"/>
                  <a:pt x="135" y="14138"/>
                  <a:pt x="102" y="14105"/>
                </a:cubicBezTo>
                <a:cubicBezTo>
                  <a:pt x="69" y="14073"/>
                  <a:pt x="44" y="14035"/>
                  <a:pt x="27" y="13992"/>
                </a:cubicBezTo>
                <a:cubicBezTo>
                  <a:pt x="9" y="13950"/>
                  <a:pt x="0" y="13905"/>
                  <a:pt x="0" y="13859"/>
                </a:cubicBezTo>
                <a:lnTo>
                  <a:pt x="0" y="348"/>
                </a:lnTo>
                <a:cubicBezTo>
                  <a:pt x="0" y="302"/>
                  <a:pt x="9" y="258"/>
                  <a:pt x="27" y="215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14" name="任意多邊形 1013"/>
          <p:cNvSpPr/>
          <p:nvPr/>
        </p:nvSpPr>
        <p:spPr>
          <a:xfrm>
            <a:off x="334080" y="685080"/>
            <a:ext cx="10028520" cy="5114520"/>
          </a:xfrm>
          <a:custGeom>
            <a:avLst/>
            <a:gdLst/>
            <a:ahLst/>
            <a:cxnLst/>
            <a:rect l="0" t="0" r="r" b="b"/>
            <a:pathLst>
              <a:path w="27857" h="14207">
                <a:moveTo>
                  <a:pt x="0" y="13859"/>
                </a:moveTo>
                <a:lnTo>
                  <a:pt x="0" y="348"/>
                </a:lnTo>
                <a:cubicBezTo>
                  <a:pt x="0" y="302"/>
                  <a:pt x="9" y="258"/>
                  <a:pt x="27" y="215"/>
                </a:cubicBezTo>
                <a:cubicBezTo>
                  <a:pt x="44" y="172"/>
                  <a:pt x="69" y="135"/>
                  <a:pt x="102" y="102"/>
                </a:cubicBezTo>
                <a:cubicBezTo>
                  <a:pt x="135" y="69"/>
                  <a:pt x="172" y="44"/>
                  <a:pt x="215" y="26"/>
                </a:cubicBezTo>
                <a:cubicBezTo>
                  <a:pt x="258" y="9"/>
                  <a:pt x="302" y="0"/>
                  <a:pt x="348" y="0"/>
                </a:cubicBezTo>
                <a:lnTo>
                  <a:pt x="27508" y="0"/>
                </a:lnTo>
                <a:cubicBezTo>
                  <a:pt x="27555" y="0"/>
                  <a:pt x="27599" y="9"/>
                  <a:pt x="27642" y="26"/>
                </a:cubicBezTo>
                <a:cubicBezTo>
                  <a:pt x="27684" y="44"/>
                  <a:pt x="27722" y="69"/>
                  <a:pt x="27755" y="102"/>
                </a:cubicBezTo>
                <a:cubicBezTo>
                  <a:pt x="27787" y="135"/>
                  <a:pt x="27813" y="172"/>
                  <a:pt x="27830" y="215"/>
                </a:cubicBezTo>
                <a:cubicBezTo>
                  <a:pt x="27848" y="258"/>
                  <a:pt x="27857" y="302"/>
                  <a:pt x="27857" y="348"/>
                </a:cubicBezTo>
                <a:lnTo>
                  <a:pt x="27857" y="13859"/>
                </a:lnTo>
                <a:cubicBezTo>
                  <a:pt x="27857" y="13905"/>
                  <a:pt x="27848" y="13950"/>
                  <a:pt x="27830" y="13992"/>
                </a:cubicBezTo>
                <a:cubicBezTo>
                  <a:pt x="27813" y="14035"/>
                  <a:pt x="27787" y="14073"/>
                  <a:pt x="27755" y="14105"/>
                </a:cubicBezTo>
                <a:cubicBezTo>
                  <a:pt x="27722" y="14138"/>
                  <a:pt x="27684" y="14163"/>
                  <a:pt x="27642" y="14181"/>
                </a:cubicBezTo>
                <a:cubicBezTo>
                  <a:pt x="27599" y="14199"/>
                  <a:pt x="27555" y="14207"/>
                  <a:pt x="27508" y="14207"/>
                </a:cubicBezTo>
                <a:lnTo>
                  <a:pt x="348" y="14207"/>
                </a:lnTo>
                <a:cubicBezTo>
                  <a:pt x="302" y="14207"/>
                  <a:pt x="258" y="14199"/>
                  <a:pt x="215" y="14181"/>
                </a:cubicBezTo>
                <a:cubicBezTo>
                  <a:pt x="172" y="14163"/>
                  <a:pt x="135" y="14138"/>
                  <a:pt x="102" y="14105"/>
                </a:cubicBezTo>
                <a:cubicBezTo>
                  <a:pt x="69" y="14073"/>
                  <a:pt x="44" y="14035"/>
                  <a:pt x="27" y="13992"/>
                </a:cubicBezTo>
                <a:cubicBezTo>
                  <a:pt x="9" y="13950"/>
                  <a:pt x="0" y="13905"/>
                  <a:pt x="0" y="13859"/>
                </a:cubicBezTo>
                <a:moveTo>
                  <a:pt x="23" y="348"/>
                </a:moveTo>
                <a:lnTo>
                  <a:pt x="23" y="13859"/>
                </a:lnTo>
                <a:cubicBezTo>
                  <a:pt x="23" y="13881"/>
                  <a:pt x="25" y="13902"/>
                  <a:pt x="29" y="13923"/>
                </a:cubicBezTo>
                <a:cubicBezTo>
                  <a:pt x="34" y="13943"/>
                  <a:pt x="40" y="13964"/>
                  <a:pt x="48" y="13984"/>
                </a:cubicBezTo>
                <a:cubicBezTo>
                  <a:pt x="56" y="14003"/>
                  <a:pt x="66" y="14022"/>
                  <a:pt x="78" y="14040"/>
                </a:cubicBezTo>
                <a:cubicBezTo>
                  <a:pt x="90" y="14057"/>
                  <a:pt x="103" y="14074"/>
                  <a:pt x="118" y="14089"/>
                </a:cubicBezTo>
                <a:cubicBezTo>
                  <a:pt x="134" y="14104"/>
                  <a:pt x="150" y="14118"/>
                  <a:pt x="168" y="14129"/>
                </a:cubicBezTo>
                <a:cubicBezTo>
                  <a:pt x="185" y="14141"/>
                  <a:pt x="204" y="14151"/>
                  <a:pt x="224" y="14159"/>
                </a:cubicBezTo>
                <a:cubicBezTo>
                  <a:pt x="244" y="14168"/>
                  <a:pt x="264" y="14174"/>
                  <a:pt x="285" y="14178"/>
                </a:cubicBezTo>
                <a:cubicBezTo>
                  <a:pt x="306" y="14182"/>
                  <a:pt x="327" y="14184"/>
                  <a:pt x="348" y="14184"/>
                </a:cubicBezTo>
                <a:lnTo>
                  <a:pt x="27508" y="14184"/>
                </a:lnTo>
                <a:cubicBezTo>
                  <a:pt x="27530" y="14184"/>
                  <a:pt x="27551" y="14182"/>
                  <a:pt x="27572" y="14178"/>
                </a:cubicBezTo>
                <a:cubicBezTo>
                  <a:pt x="27593" y="14174"/>
                  <a:pt x="27613" y="14168"/>
                  <a:pt x="27633" y="14159"/>
                </a:cubicBezTo>
                <a:cubicBezTo>
                  <a:pt x="27653" y="14151"/>
                  <a:pt x="27671" y="14141"/>
                  <a:pt x="27689" y="14129"/>
                </a:cubicBezTo>
                <a:cubicBezTo>
                  <a:pt x="27707" y="14118"/>
                  <a:pt x="27723" y="14104"/>
                  <a:pt x="27738" y="14089"/>
                </a:cubicBezTo>
                <a:cubicBezTo>
                  <a:pt x="27753" y="14074"/>
                  <a:pt x="27767" y="14057"/>
                  <a:pt x="27779" y="14040"/>
                </a:cubicBezTo>
                <a:cubicBezTo>
                  <a:pt x="27791" y="14022"/>
                  <a:pt x="27801" y="14003"/>
                  <a:pt x="27809" y="13984"/>
                </a:cubicBezTo>
                <a:cubicBezTo>
                  <a:pt x="27817" y="13964"/>
                  <a:pt x="27823" y="13943"/>
                  <a:pt x="27827" y="13923"/>
                </a:cubicBezTo>
                <a:cubicBezTo>
                  <a:pt x="27831" y="13902"/>
                  <a:pt x="27833" y="13881"/>
                  <a:pt x="27833" y="13859"/>
                </a:cubicBezTo>
                <a:lnTo>
                  <a:pt x="27833" y="348"/>
                </a:lnTo>
                <a:cubicBezTo>
                  <a:pt x="27833" y="327"/>
                  <a:pt x="27831" y="306"/>
                  <a:pt x="27827" y="285"/>
                </a:cubicBezTo>
                <a:cubicBezTo>
                  <a:pt x="27823" y="264"/>
                  <a:pt x="27817" y="244"/>
                  <a:pt x="27809" y="224"/>
                </a:cubicBezTo>
                <a:cubicBezTo>
                  <a:pt x="27801" y="204"/>
                  <a:pt x="27791" y="185"/>
                  <a:pt x="27779" y="168"/>
                </a:cubicBezTo>
                <a:cubicBezTo>
                  <a:pt x="27767" y="150"/>
                  <a:pt x="27753" y="133"/>
                  <a:pt x="27738" y="118"/>
                </a:cubicBezTo>
                <a:cubicBezTo>
                  <a:pt x="27723" y="103"/>
                  <a:pt x="27707" y="90"/>
                  <a:pt x="27689" y="78"/>
                </a:cubicBezTo>
                <a:cubicBezTo>
                  <a:pt x="27671" y="66"/>
                  <a:pt x="27653" y="56"/>
                  <a:pt x="27633" y="48"/>
                </a:cubicBezTo>
                <a:cubicBezTo>
                  <a:pt x="27613" y="40"/>
                  <a:pt x="27593" y="34"/>
                  <a:pt x="27572" y="29"/>
                </a:cubicBezTo>
                <a:cubicBezTo>
                  <a:pt x="27551" y="25"/>
                  <a:pt x="27530" y="23"/>
                  <a:pt x="27508" y="23"/>
                </a:cubicBezTo>
                <a:lnTo>
                  <a:pt x="348" y="23"/>
                </a:lnTo>
                <a:cubicBezTo>
                  <a:pt x="327" y="23"/>
                  <a:pt x="306" y="25"/>
                  <a:pt x="285" y="29"/>
                </a:cubicBezTo>
                <a:cubicBezTo>
                  <a:pt x="264" y="34"/>
                  <a:pt x="244" y="40"/>
                  <a:pt x="224" y="48"/>
                </a:cubicBezTo>
                <a:cubicBezTo>
                  <a:pt x="204" y="56"/>
                  <a:pt x="185" y="66"/>
                  <a:pt x="168" y="78"/>
                </a:cubicBezTo>
                <a:cubicBezTo>
                  <a:pt x="150" y="90"/>
                  <a:pt x="134" y="103"/>
                  <a:pt x="118" y="118"/>
                </a:cubicBezTo>
                <a:cubicBezTo>
                  <a:pt x="103" y="133"/>
                  <a:pt x="90" y="150"/>
                  <a:pt x="78" y="168"/>
                </a:cubicBezTo>
                <a:cubicBezTo>
                  <a:pt x="66" y="185"/>
                  <a:pt x="56" y="204"/>
                  <a:pt x="48" y="224"/>
                </a:cubicBezTo>
                <a:cubicBezTo>
                  <a:pt x="40" y="244"/>
                  <a:pt x="34" y="264"/>
                  <a:pt x="29" y="285"/>
                </a:cubicBezTo>
                <a:cubicBezTo>
                  <a:pt x="25" y="306"/>
                  <a:pt x="23" y="327"/>
                  <a:pt x="23" y="348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015" name="圖片 1014"/>
          <p:cNvPicPr/>
          <p:nvPr/>
        </p:nvPicPr>
        <p:blipFill>
          <a:blip r:embed="rId2"/>
          <a:stretch>
            <a:fillRect/>
          </a:stretch>
        </p:blipFill>
        <p:spPr>
          <a:xfrm>
            <a:off x="543240" y="91908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6" name="文字框 1015"/>
          <p:cNvSpPr txBox="1"/>
          <p:nvPr/>
        </p:nvSpPr>
        <p:spPr>
          <a:xfrm>
            <a:off x="334440" y="312120"/>
            <a:ext cx="4204080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37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稳定币与数字人民币的转换机制</a:t>
            </a:r>
            <a:endParaRPr lang="en-US" sz="23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17" name="文字框 1016"/>
          <p:cNvSpPr txBox="1"/>
          <p:nvPr/>
        </p:nvSpPr>
        <p:spPr>
          <a:xfrm>
            <a:off x="743760" y="91224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18" name="文字框 1017"/>
          <p:cNvSpPr txBox="1"/>
          <p:nvPr/>
        </p:nvSpPr>
        <p:spPr>
          <a:xfrm>
            <a:off x="786240" y="907560"/>
            <a:ext cx="12078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目前，数字人民币与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19" name="文字框 1018"/>
          <p:cNvSpPr txBox="1"/>
          <p:nvPr/>
        </p:nvSpPr>
        <p:spPr>
          <a:xfrm>
            <a:off x="1989720" y="912240"/>
            <a:ext cx="369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USDT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20" name="文字框 1019"/>
          <p:cNvSpPr txBox="1"/>
          <p:nvPr/>
        </p:nvSpPr>
        <p:spPr>
          <a:xfrm>
            <a:off x="2356920" y="90756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21" name="文字框 1020"/>
          <p:cNvSpPr txBox="1"/>
          <p:nvPr/>
        </p:nvSpPr>
        <p:spPr>
          <a:xfrm>
            <a:off x="2490840" y="912240"/>
            <a:ext cx="3808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USDC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22" name="文字框 1021"/>
          <p:cNvSpPr txBox="1"/>
          <p:nvPr/>
        </p:nvSpPr>
        <p:spPr>
          <a:xfrm>
            <a:off x="2869920" y="907560"/>
            <a:ext cx="41583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及香港稳定币之间不存在直接的无缝转换渠道。转换主要通过香港这一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23" name="文字框 1022"/>
          <p:cNvSpPr txBox="1"/>
          <p:nvPr/>
        </p:nvSpPr>
        <p:spPr>
          <a:xfrm>
            <a:off x="7014600" y="91224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24" name="文字框 1023"/>
          <p:cNvSpPr txBox="1"/>
          <p:nvPr/>
        </p:nvSpPr>
        <p:spPr>
          <a:xfrm>
            <a:off x="7076160" y="907560"/>
            <a:ext cx="6714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超级联系人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25" name="文字框 1024"/>
          <p:cNvSpPr txBox="1"/>
          <p:nvPr/>
        </p:nvSpPr>
        <p:spPr>
          <a:xfrm>
            <a:off x="7744680" y="91224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26" name="任意多邊形 1025"/>
          <p:cNvSpPr/>
          <p:nvPr/>
        </p:nvSpPr>
        <p:spPr>
          <a:xfrm>
            <a:off x="2983320" y="1228320"/>
            <a:ext cx="534960" cy="534960"/>
          </a:xfrm>
          <a:custGeom>
            <a:avLst/>
            <a:gdLst/>
            <a:ahLst/>
            <a:cxnLst/>
            <a:rect l="0" t="0" r="r" b="b"/>
            <a:pathLst>
              <a:path w="1486" h="1486">
                <a:moveTo>
                  <a:pt x="14" y="599"/>
                </a:moveTo>
                <a:cubicBezTo>
                  <a:pt x="23" y="551"/>
                  <a:pt x="37" y="504"/>
                  <a:pt x="56" y="459"/>
                </a:cubicBezTo>
                <a:cubicBezTo>
                  <a:pt x="75" y="414"/>
                  <a:pt x="98" y="372"/>
                  <a:pt x="125" y="331"/>
                </a:cubicBezTo>
                <a:cubicBezTo>
                  <a:pt x="152" y="289"/>
                  <a:pt x="183" y="252"/>
                  <a:pt x="217" y="217"/>
                </a:cubicBezTo>
                <a:cubicBezTo>
                  <a:pt x="252" y="183"/>
                  <a:pt x="289" y="152"/>
                  <a:pt x="330" y="125"/>
                </a:cubicBezTo>
                <a:cubicBezTo>
                  <a:pt x="370" y="98"/>
                  <a:pt x="413" y="75"/>
                  <a:pt x="458" y="56"/>
                </a:cubicBezTo>
                <a:cubicBezTo>
                  <a:pt x="503" y="38"/>
                  <a:pt x="550" y="24"/>
                  <a:pt x="597" y="14"/>
                </a:cubicBezTo>
                <a:cubicBezTo>
                  <a:pt x="645" y="5"/>
                  <a:pt x="694" y="0"/>
                  <a:pt x="742" y="0"/>
                </a:cubicBezTo>
                <a:cubicBezTo>
                  <a:pt x="791" y="0"/>
                  <a:pt x="839" y="5"/>
                  <a:pt x="887" y="14"/>
                </a:cubicBezTo>
                <a:cubicBezTo>
                  <a:pt x="935" y="24"/>
                  <a:pt x="982" y="38"/>
                  <a:pt x="1027" y="56"/>
                </a:cubicBezTo>
                <a:cubicBezTo>
                  <a:pt x="1072" y="75"/>
                  <a:pt x="1115" y="98"/>
                  <a:pt x="1155" y="125"/>
                </a:cubicBezTo>
                <a:cubicBezTo>
                  <a:pt x="1196" y="152"/>
                  <a:pt x="1233" y="183"/>
                  <a:pt x="1268" y="217"/>
                </a:cubicBezTo>
                <a:cubicBezTo>
                  <a:pt x="1302" y="252"/>
                  <a:pt x="1333" y="289"/>
                  <a:pt x="1360" y="331"/>
                </a:cubicBezTo>
                <a:cubicBezTo>
                  <a:pt x="1388" y="372"/>
                  <a:pt x="1411" y="414"/>
                  <a:pt x="1430" y="459"/>
                </a:cubicBezTo>
                <a:cubicBezTo>
                  <a:pt x="1448" y="504"/>
                  <a:pt x="1462" y="551"/>
                  <a:pt x="1472" y="599"/>
                </a:cubicBezTo>
                <a:cubicBezTo>
                  <a:pt x="1481" y="647"/>
                  <a:pt x="1486" y="695"/>
                  <a:pt x="1486" y="744"/>
                </a:cubicBezTo>
                <a:cubicBezTo>
                  <a:pt x="1486" y="792"/>
                  <a:pt x="1481" y="841"/>
                  <a:pt x="1472" y="889"/>
                </a:cubicBezTo>
                <a:cubicBezTo>
                  <a:pt x="1462" y="936"/>
                  <a:pt x="1448" y="983"/>
                  <a:pt x="1430" y="1028"/>
                </a:cubicBezTo>
                <a:cubicBezTo>
                  <a:pt x="1411" y="1073"/>
                  <a:pt x="1388" y="1116"/>
                  <a:pt x="1360" y="1156"/>
                </a:cubicBezTo>
                <a:cubicBezTo>
                  <a:pt x="1333" y="1197"/>
                  <a:pt x="1302" y="1234"/>
                  <a:pt x="1268" y="1269"/>
                </a:cubicBezTo>
                <a:cubicBezTo>
                  <a:pt x="1233" y="1303"/>
                  <a:pt x="1196" y="1334"/>
                  <a:pt x="1155" y="1361"/>
                </a:cubicBezTo>
                <a:cubicBezTo>
                  <a:pt x="1115" y="1388"/>
                  <a:pt x="1072" y="1411"/>
                  <a:pt x="1027" y="1430"/>
                </a:cubicBezTo>
                <a:cubicBezTo>
                  <a:pt x="982" y="1449"/>
                  <a:pt x="935" y="1463"/>
                  <a:pt x="887" y="1472"/>
                </a:cubicBezTo>
                <a:cubicBezTo>
                  <a:pt x="839" y="1482"/>
                  <a:pt x="791" y="1486"/>
                  <a:pt x="742" y="1486"/>
                </a:cubicBezTo>
                <a:cubicBezTo>
                  <a:pt x="694" y="1486"/>
                  <a:pt x="645" y="1482"/>
                  <a:pt x="597" y="1472"/>
                </a:cubicBezTo>
                <a:cubicBezTo>
                  <a:pt x="550" y="1463"/>
                  <a:pt x="503" y="1449"/>
                  <a:pt x="458" y="1430"/>
                </a:cubicBezTo>
                <a:cubicBezTo>
                  <a:pt x="413" y="1411"/>
                  <a:pt x="370" y="1388"/>
                  <a:pt x="330" y="1361"/>
                </a:cubicBezTo>
                <a:cubicBezTo>
                  <a:pt x="289" y="1334"/>
                  <a:pt x="252" y="1303"/>
                  <a:pt x="217" y="1269"/>
                </a:cubicBezTo>
                <a:cubicBezTo>
                  <a:pt x="183" y="1234"/>
                  <a:pt x="152" y="1197"/>
                  <a:pt x="125" y="1156"/>
                </a:cubicBezTo>
                <a:cubicBezTo>
                  <a:pt x="98" y="1116"/>
                  <a:pt x="75" y="1073"/>
                  <a:pt x="56" y="1028"/>
                </a:cubicBezTo>
                <a:cubicBezTo>
                  <a:pt x="37" y="983"/>
                  <a:pt x="23" y="936"/>
                  <a:pt x="14" y="889"/>
                </a:cubicBezTo>
                <a:cubicBezTo>
                  <a:pt x="4" y="841"/>
                  <a:pt x="0" y="793"/>
                  <a:pt x="0" y="744"/>
                </a:cubicBezTo>
                <a:lnTo>
                  <a:pt x="0" y="743"/>
                </a:lnTo>
                <a:cubicBezTo>
                  <a:pt x="0" y="695"/>
                  <a:pt x="4" y="647"/>
                  <a:pt x="14" y="599"/>
                </a:cubicBezTo>
                <a:close/>
              </a:path>
            </a:pathLst>
          </a:custGeom>
          <a:solidFill>
            <a:srgbClr val="FFFFFF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27" name="任意多邊形 1026"/>
          <p:cNvSpPr/>
          <p:nvPr/>
        </p:nvSpPr>
        <p:spPr>
          <a:xfrm>
            <a:off x="2983320" y="1228320"/>
            <a:ext cx="534960" cy="534960"/>
          </a:xfrm>
          <a:custGeom>
            <a:avLst/>
            <a:gdLst/>
            <a:ahLst/>
            <a:cxnLst/>
            <a:rect l="0" t="0" r="r" b="b"/>
            <a:pathLst>
              <a:path w="1486" h="1486">
                <a:moveTo>
                  <a:pt x="0" y="744"/>
                </a:moveTo>
                <a:cubicBezTo>
                  <a:pt x="0" y="695"/>
                  <a:pt x="4" y="647"/>
                  <a:pt x="14" y="599"/>
                </a:cubicBezTo>
                <a:cubicBezTo>
                  <a:pt x="23" y="551"/>
                  <a:pt x="37" y="504"/>
                  <a:pt x="56" y="459"/>
                </a:cubicBezTo>
                <a:cubicBezTo>
                  <a:pt x="75" y="414"/>
                  <a:pt x="98" y="372"/>
                  <a:pt x="125" y="331"/>
                </a:cubicBezTo>
                <a:cubicBezTo>
                  <a:pt x="152" y="289"/>
                  <a:pt x="183" y="252"/>
                  <a:pt x="217" y="217"/>
                </a:cubicBezTo>
                <a:cubicBezTo>
                  <a:pt x="252" y="183"/>
                  <a:pt x="289" y="152"/>
                  <a:pt x="330" y="125"/>
                </a:cubicBezTo>
                <a:cubicBezTo>
                  <a:pt x="370" y="98"/>
                  <a:pt x="413" y="75"/>
                  <a:pt x="458" y="56"/>
                </a:cubicBezTo>
                <a:cubicBezTo>
                  <a:pt x="503" y="38"/>
                  <a:pt x="550" y="24"/>
                  <a:pt x="597" y="14"/>
                </a:cubicBezTo>
                <a:cubicBezTo>
                  <a:pt x="645" y="5"/>
                  <a:pt x="694" y="0"/>
                  <a:pt x="742" y="0"/>
                </a:cubicBezTo>
                <a:cubicBezTo>
                  <a:pt x="791" y="0"/>
                  <a:pt x="839" y="5"/>
                  <a:pt x="887" y="14"/>
                </a:cubicBezTo>
                <a:cubicBezTo>
                  <a:pt x="935" y="24"/>
                  <a:pt x="982" y="38"/>
                  <a:pt x="1027" y="56"/>
                </a:cubicBezTo>
                <a:cubicBezTo>
                  <a:pt x="1072" y="75"/>
                  <a:pt x="1115" y="98"/>
                  <a:pt x="1155" y="125"/>
                </a:cubicBezTo>
                <a:cubicBezTo>
                  <a:pt x="1196" y="152"/>
                  <a:pt x="1233" y="183"/>
                  <a:pt x="1268" y="217"/>
                </a:cubicBezTo>
                <a:cubicBezTo>
                  <a:pt x="1302" y="252"/>
                  <a:pt x="1333" y="289"/>
                  <a:pt x="1360" y="331"/>
                </a:cubicBezTo>
                <a:cubicBezTo>
                  <a:pt x="1388" y="372"/>
                  <a:pt x="1411" y="414"/>
                  <a:pt x="1430" y="459"/>
                </a:cubicBezTo>
                <a:cubicBezTo>
                  <a:pt x="1448" y="504"/>
                  <a:pt x="1462" y="551"/>
                  <a:pt x="1472" y="599"/>
                </a:cubicBezTo>
                <a:cubicBezTo>
                  <a:pt x="1481" y="647"/>
                  <a:pt x="1486" y="695"/>
                  <a:pt x="1486" y="744"/>
                </a:cubicBezTo>
                <a:cubicBezTo>
                  <a:pt x="1486" y="792"/>
                  <a:pt x="1481" y="841"/>
                  <a:pt x="1472" y="889"/>
                </a:cubicBezTo>
                <a:cubicBezTo>
                  <a:pt x="1462" y="936"/>
                  <a:pt x="1448" y="983"/>
                  <a:pt x="1430" y="1028"/>
                </a:cubicBezTo>
                <a:cubicBezTo>
                  <a:pt x="1411" y="1073"/>
                  <a:pt x="1388" y="1116"/>
                  <a:pt x="1360" y="1156"/>
                </a:cubicBezTo>
                <a:cubicBezTo>
                  <a:pt x="1333" y="1197"/>
                  <a:pt x="1302" y="1234"/>
                  <a:pt x="1268" y="1269"/>
                </a:cubicBezTo>
                <a:cubicBezTo>
                  <a:pt x="1233" y="1303"/>
                  <a:pt x="1196" y="1334"/>
                  <a:pt x="1155" y="1361"/>
                </a:cubicBezTo>
                <a:cubicBezTo>
                  <a:pt x="1115" y="1388"/>
                  <a:pt x="1072" y="1411"/>
                  <a:pt x="1027" y="1430"/>
                </a:cubicBezTo>
                <a:cubicBezTo>
                  <a:pt x="982" y="1449"/>
                  <a:pt x="935" y="1463"/>
                  <a:pt x="887" y="1472"/>
                </a:cubicBezTo>
                <a:cubicBezTo>
                  <a:pt x="839" y="1482"/>
                  <a:pt x="791" y="1486"/>
                  <a:pt x="742" y="1486"/>
                </a:cubicBezTo>
                <a:cubicBezTo>
                  <a:pt x="694" y="1486"/>
                  <a:pt x="645" y="1482"/>
                  <a:pt x="597" y="1472"/>
                </a:cubicBezTo>
                <a:cubicBezTo>
                  <a:pt x="550" y="1463"/>
                  <a:pt x="503" y="1449"/>
                  <a:pt x="458" y="1430"/>
                </a:cubicBezTo>
                <a:cubicBezTo>
                  <a:pt x="413" y="1411"/>
                  <a:pt x="370" y="1388"/>
                  <a:pt x="330" y="1361"/>
                </a:cubicBezTo>
                <a:cubicBezTo>
                  <a:pt x="289" y="1334"/>
                  <a:pt x="252" y="1303"/>
                  <a:pt x="217" y="1269"/>
                </a:cubicBezTo>
                <a:cubicBezTo>
                  <a:pt x="183" y="1234"/>
                  <a:pt x="152" y="1197"/>
                  <a:pt x="125" y="1156"/>
                </a:cubicBezTo>
                <a:cubicBezTo>
                  <a:pt x="98" y="1116"/>
                  <a:pt x="75" y="1073"/>
                  <a:pt x="56" y="1028"/>
                </a:cubicBezTo>
                <a:cubicBezTo>
                  <a:pt x="37" y="983"/>
                  <a:pt x="23" y="936"/>
                  <a:pt x="14" y="889"/>
                </a:cubicBezTo>
                <a:cubicBezTo>
                  <a:pt x="4" y="841"/>
                  <a:pt x="0" y="792"/>
                  <a:pt x="0" y="744"/>
                </a:cubicBezTo>
                <a:moveTo>
                  <a:pt x="742" y="23"/>
                </a:moveTo>
                <a:cubicBezTo>
                  <a:pt x="719" y="23"/>
                  <a:pt x="695" y="24"/>
                  <a:pt x="672" y="26"/>
                </a:cubicBezTo>
                <a:cubicBezTo>
                  <a:pt x="648" y="29"/>
                  <a:pt x="625" y="32"/>
                  <a:pt x="602" y="37"/>
                </a:cubicBezTo>
                <a:cubicBezTo>
                  <a:pt x="579" y="41"/>
                  <a:pt x="556" y="47"/>
                  <a:pt x="533" y="54"/>
                </a:cubicBezTo>
                <a:cubicBezTo>
                  <a:pt x="511" y="61"/>
                  <a:pt x="489" y="69"/>
                  <a:pt x="467" y="78"/>
                </a:cubicBezTo>
                <a:cubicBezTo>
                  <a:pt x="445" y="87"/>
                  <a:pt x="424" y="97"/>
                  <a:pt x="403" y="108"/>
                </a:cubicBezTo>
                <a:cubicBezTo>
                  <a:pt x="382" y="119"/>
                  <a:pt x="362" y="131"/>
                  <a:pt x="343" y="144"/>
                </a:cubicBezTo>
                <a:cubicBezTo>
                  <a:pt x="323" y="157"/>
                  <a:pt x="304" y="171"/>
                  <a:pt x="286" y="186"/>
                </a:cubicBezTo>
                <a:cubicBezTo>
                  <a:pt x="268" y="201"/>
                  <a:pt x="250" y="217"/>
                  <a:pt x="234" y="234"/>
                </a:cubicBezTo>
                <a:cubicBezTo>
                  <a:pt x="217" y="250"/>
                  <a:pt x="201" y="268"/>
                  <a:pt x="186" y="286"/>
                </a:cubicBezTo>
                <a:cubicBezTo>
                  <a:pt x="171" y="305"/>
                  <a:pt x="157" y="324"/>
                  <a:pt x="144" y="344"/>
                </a:cubicBezTo>
                <a:cubicBezTo>
                  <a:pt x="131" y="363"/>
                  <a:pt x="119" y="384"/>
                  <a:pt x="108" y="404"/>
                </a:cubicBezTo>
                <a:cubicBezTo>
                  <a:pt x="97" y="425"/>
                  <a:pt x="87" y="446"/>
                  <a:pt x="78" y="468"/>
                </a:cubicBezTo>
                <a:cubicBezTo>
                  <a:pt x="69" y="490"/>
                  <a:pt x="61" y="512"/>
                  <a:pt x="54" y="535"/>
                </a:cubicBezTo>
                <a:cubicBezTo>
                  <a:pt x="47" y="557"/>
                  <a:pt x="41" y="580"/>
                  <a:pt x="37" y="603"/>
                </a:cubicBezTo>
                <a:cubicBezTo>
                  <a:pt x="32" y="626"/>
                  <a:pt x="29" y="650"/>
                  <a:pt x="26" y="673"/>
                </a:cubicBezTo>
                <a:cubicBezTo>
                  <a:pt x="24" y="697"/>
                  <a:pt x="23" y="720"/>
                  <a:pt x="23" y="744"/>
                </a:cubicBezTo>
                <a:cubicBezTo>
                  <a:pt x="23" y="767"/>
                  <a:pt x="24" y="791"/>
                  <a:pt x="26" y="814"/>
                </a:cubicBezTo>
                <a:cubicBezTo>
                  <a:pt x="29" y="838"/>
                  <a:pt x="32" y="861"/>
                  <a:pt x="37" y="884"/>
                </a:cubicBezTo>
                <a:cubicBezTo>
                  <a:pt x="41" y="907"/>
                  <a:pt x="47" y="930"/>
                  <a:pt x="54" y="953"/>
                </a:cubicBezTo>
                <a:cubicBezTo>
                  <a:pt x="61" y="975"/>
                  <a:pt x="69" y="997"/>
                  <a:pt x="78" y="1019"/>
                </a:cubicBezTo>
                <a:cubicBezTo>
                  <a:pt x="87" y="1041"/>
                  <a:pt x="97" y="1062"/>
                  <a:pt x="108" y="1083"/>
                </a:cubicBezTo>
                <a:cubicBezTo>
                  <a:pt x="119" y="1104"/>
                  <a:pt x="131" y="1124"/>
                  <a:pt x="144" y="1143"/>
                </a:cubicBezTo>
                <a:cubicBezTo>
                  <a:pt x="157" y="1163"/>
                  <a:pt x="171" y="1182"/>
                  <a:pt x="186" y="1200"/>
                </a:cubicBezTo>
                <a:cubicBezTo>
                  <a:pt x="201" y="1218"/>
                  <a:pt x="217" y="1236"/>
                  <a:pt x="234" y="1252"/>
                </a:cubicBezTo>
                <a:cubicBezTo>
                  <a:pt x="250" y="1269"/>
                  <a:pt x="268" y="1285"/>
                  <a:pt x="286" y="1300"/>
                </a:cubicBezTo>
                <a:cubicBezTo>
                  <a:pt x="304" y="1315"/>
                  <a:pt x="323" y="1329"/>
                  <a:pt x="343" y="1342"/>
                </a:cubicBezTo>
                <a:cubicBezTo>
                  <a:pt x="362" y="1355"/>
                  <a:pt x="382" y="1367"/>
                  <a:pt x="403" y="1378"/>
                </a:cubicBezTo>
                <a:cubicBezTo>
                  <a:pt x="424" y="1389"/>
                  <a:pt x="445" y="1399"/>
                  <a:pt x="467" y="1408"/>
                </a:cubicBezTo>
                <a:cubicBezTo>
                  <a:pt x="489" y="1417"/>
                  <a:pt x="511" y="1425"/>
                  <a:pt x="533" y="1432"/>
                </a:cubicBezTo>
                <a:cubicBezTo>
                  <a:pt x="556" y="1439"/>
                  <a:pt x="579" y="1445"/>
                  <a:pt x="602" y="1449"/>
                </a:cubicBezTo>
                <a:cubicBezTo>
                  <a:pt x="625" y="1454"/>
                  <a:pt x="648" y="1457"/>
                  <a:pt x="672" y="1460"/>
                </a:cubicBezTo>
                <a:cubicBezTo>
                  <a:pt x="695" y="1462"/>
                  <a:pt x="719" y="1463"/>
                  <a:pt x="742" y="1463"/>
                </a:cubicBezTo>
                <a:cubicBezTo>
                  <a:pt x="766" y="1463"/>
                  <a:pt x="789" y="1462"/>
                  <a:pt x="813" y="1460"/>
                </a:cubicBezTo>
                <a:cubicBezTo>
                  <a:pt x="836" y="1457"/>
                  <a:pt x="860" y="1454"/>
                  <a:pt x="883" y="1449"/>
                </a:cubicBezTo>
                <a:cubicBezTo>
                  <a:pt x="906" y="1445"/>
                  <a:pt x="929" y="1439"/>
                  <a:pt x="951" y="1432"/>
                </a:cubicBezTo>
                <a:cubicBezTo>
                  <a:pt x="974" y="1425"/>
                  <a:pt x="996" y="1417"/>
                  <a:pt x="1018" y="1408"/>
                </a:cubicBezTo>
                <a:cubicBezTo>
                  <a:pt x="1040" y="1399"/>
                  <a:pt x="1061" y="1389"/>
                  <a:pt x="1082" y="1378"/>
                </a:cubicBezTo>
                <a:cubicBezTo>
                  <a:pt x="1102" y="1367"/>
                  <a:pt x="1123" y="1355"/>
                  <a:pt x="1142" y="1342"/>
                </a:cubicBezTo>
                <a:cubicBezTo>
                  <a:pt x="1162" y="1329"/>
                  <a:pt x="1181" y="1315"/>
                  <a:pt x="1199" y="1300"/>
                </a:cubicBezTo>
                <a:cubicBezTo>
                  <a:pt x="1217" y="1285"/>
                  <a:pt x="1235" y="1269"/>
                  <a:pt x="1251" y="1252"/>
                </a:cubicBezTo>
                <a:cubicBezTo>
                  <a:pt x="1268" y="1236"/>
                  <a:pt x="1284" y="1218"/>
                  <a:pt x="1299" y="1200"/>
                </a:cubicBezTo>
                <a:cubicBezTo>
                  <a:pt x="1314" y="1182"/>
                  <a:pt x="1328" y="1163"/>
                  <a:pt x="1341" y="1143"/>
                </a:cubicBezTo>
                <a:cubicBezTo>
                  <a:pt x="1354" y="1124"/>
                  <a:pt x="1367" y="1104"/>
                  <a:pt x="1378" y="1083"/>
                </a:cubicBezTo>
                <a:cubicBezTo>
                  <a:pt x="1389" y="1062"/>
                  <a:pt x="1399" y="1041"/>
                  <a:pt x="1408" y="1019"/>
                </a:cubicBezTo>
                <a:cubicBezTo>
                  <a:pt x="1417" y="997"/>
                  <a:pt x="1425" y="975"/>
                  <a:pt x="1432" y="953"/>
                </a:cubicBezTo>
                <a:cubicBezTo>
                  <a:pt x="1439" y="930"/>
                  <a:pt x="1445" y="907"/>
                  <a:pt x="1449" y="884"/>
                </a:cubicBezTo>
                <a:cubicBezTo>
                  <a:pt x="1454" y="861"/>
                  <a:pt x="1457" y="838"/>
                  <a:pt x="1460" y="814"/>
                </a:cubicBezTo>
                <a:cubicBezTo>
                  <a:pt x="1462" y="791"/>
                  <a:pt x="1463" y="767"/>
                  <a:pt x="1463" y="744"/>
                </a:cubicBezTo>
                <a:cubicBezTo>
                  <a:pt x="1463" y="720"/>
                  <a:pt x="1462" y="697"/>
                  <a:pt x="1460" y="673"/>
                </a:cubicBezTo>
                <a:cubicBezTo>
                  <a:pt x="1457" y="650"/>
                  <a:pt x="1454" y="626"/>
                  <a:pt x="1449" y="603"/>
                </a:cubicBezTo>
                <a:cubicBezTo>
                  <a:pt x="1445" y="580"/>
                  <a:pt x="1439" y="557"/>
                  <a:pt x="1432" y="535"/>
                </a:cubicBezTo>
                <a:cubicBezTo>
                  <a:pt x="1425" y="512"/>
                  <a:pt x="1417" y="490"/>
                  <a:pt x="1408" y="468"/>
                </a:cubicBezTo>
                <a:cubicBezTo>
                  <a:pt x="1399" y="446"/>
                  <a:pt x="1389" y="425"/>
                  <a:pt x="1378" y="404"/>
                </a:cubicBezTo>
                <a:cubicBezTo>
                  <a:pt x="1367" y="384"/>
                  <a:pt x="1354" y="363"/>
                  <a:pt x="1341" y="344"/>
                </a:cubicBezTo>
                <a:cubicBezTo>
                  <a:pt x="1328" y="324"/>
                  <a:pt x="1314" y="305"/>
                  <a:pt x="1299" y="286"/>
                </a:cubicBezTo>
                <a:cubicBezTo>
                  <a:pt x="1284" y="268"/>
                  <a:pt x="1268" y="250"/>
                  <a:pt x="1251" y="234"/>
                </a:cubicBezTo>
                <a:cubicBezTo>
                  <a:pt x="1235" y="217"/>
                  <a:pt x="1217" y="201"/>
                  <a:pt x="1199" y="186"/>
                </a:cubicBezTo>
                <a:cubicBezTo>
                  <a:pt x="1181" y="171"/>
                  <a:pt x="1162" y="157"/>
                  <a:pt x="1142" y="144"/>
                </a:cubicBezTo>
                <a:cubicBezTo>
                  <a:pt x="1123" y="131"/>
                  <a:pt x="1102" y="119"/>
                  <a:pt x="1082" y="108"/>
                </a:cubicBezTo>
                <a:cubicBezTo>
                  <a:pt x="1061" y="97"/>
                  <a:pt x="1040" y="87"/>
                  <a:pt x="1018" y="78"/>
                </a:cubicBezTo>
                <a:cubicBezTo>
                  <a:pt x="996" y="69"/>
                  <a:pt x="974" y="61"/>
                  <a:pt x="951" y="54"/>
                </a:cubicBezTo>
                <a:cubicBezTo>
                  <a:pt x="929" y="47"/>
                  <a:pt x="906" y="41"/>
                  <a:pt x="883" y="37"/>
                </a:cubicBezTo>
                <a:cubicBezTo>
                  <a:pt x="860" y="32"/>
                  <a:pt x="836" y="29"/>
                  <a:pt x="813" y="26"/>
                </a:cubicBezTo>
                <a:cubicBezTo>
                  <a:pt x="789" y="24"/>
                  <a:pt x="766" y="23"/>
                  <a:pt x="742" y="23"/>
                </a:cubicBezTo>
                <a:close/>
              </a:path>
            </a:pathLst>
          </a:custGeom>
          <a:solidFill>
            <a:srgbClr val="FFFFFF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028" name="圖片 1027"/>
          <p:cNvPicPr/>
          <p:nvPr/>
        </p:nvPicPr>
        <p:blipFill>
          <a:blip r:embed="rId3"/>
          <a:stretch>
            <a:fillRect/>
          </a:stretch>
        </p:blipFill>
        <p:spPr>
          <a:xfrm>
            <a:off x="3150360" y="139572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9" name="文字框 1028"/>
          <p:cNvSpPr txBox="1"/>
          <p:nvPr/>
        </p:nvSpPr>
        <p:spPr>
          <a:xfrm>
            <a:off x="7806240" y="907560"/>
            <a:ext cx="13417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的金融基础设施实现。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30" name="任意多邊形 1029"/>
          <p:cNvSpPr/>
          <p:nvPr/>
        </p:nvSpPr>
        <p:spPr>
          <a:xfrm>
            <a:off x="4754880" y="1228320"/>
            <a:ext cx="534960" cy="534960"/>
          </a:xfrm>
          <a:custGeom>
            <a:avLst/>
            <a:gdLst/>
            <a:ahLst/>
            <a:cxnLst/>
            <a:rect l="0" t="0" r="r" b="b"/>
            <a:pathLst>
              <a:path w="1486" h="1486">
                <a:moveTo>
                  <a:pt x="14" y="599"/>
                </a:moveTo>
                <a:cubicBezTo>
                  <a:pt x="24" y="551"/>
                  <a:pt x="38" y="504"/>
                  <a:pt x="56" y="459"/>
                </a:cubicBezTo>
                <a:cubicBezTo>
                  <a:pt x="75" y="414"/>
                  <a:pt x="98" y="372"/>
                  <a:pt x="125" y="331"/>
                </a:cubicBezTo>
                <a:cubicBezTo>
                  <a:pt x="152" y="289"/>
                  <a:pt x="183" y="252"/>
                  <a:pt x="217" y="217"/>
                </a:cubicBezTo>
                <a:cubicBezTo>
                  <a:pt x="252" y="183"/>
                  <a:pt x="289" y="152"/>
                  <a:pt x="330" y="125"/>
                </a:cubicBezTo>
                <a:cubicBezTo>
                  <a:pt x="370" y="98"/>
                  <a:pt x="413" y="75"/>
                  <a:pt x="458" y="56"/>
                </a:cubicBezTo>
                <a:cubicBezTo>
                  <a:pt x="503" y="38"/>
                  <a:pt x="550" y="24"/>
                  <a:pt x="598" y="14"/>
                </a:cubicBezTo>
                <a:cubicBezTo>
                  <a:pt x="645" y="5"/>
                  <a:pt x="694" y="0"/>
                  <a:pt x="743" y="0"/>
                </a:cubicBezTo>
                <a:cubicBezTo>
                  <a:pt x="791" y="0"/>
                  <a:pt x="840" y="5"/>
                  <a:pt x="887" y="14"/>
                </a:cubicBezTo>
                <a:cubicBezTo>
                  <a:pt x="936" y="24"/>
                  <a:pt x="983" y="38"/>
                  <a:pt x="1028" y="56"/>
                </a:cubicBezTo>
                <a:cubicBezTo>
                  <a:pt x="1073" y="75"/>
                  <a:pt x="1116" y="98"/>
                  <a:pt x="1156" y="125"/>
                </a:cubicBezTo>
                <a:cubicBezTo>
                  <a:pt x="1197" y="152"/>
                  <a:pt x="1234" y="183"/>
                  <a:pt x="1269" y="217"/>
                </a:cubicBezTo>
                <a:cubicBezTo>
                  <a:pt x="1303" y="252"/>
                  <a:pt x="1334" y="289"/>
                  <a:pt x="1361" y="331"/>
                </a:cubicBezTo>
                <a:cubicBezTo>
                  <a:pt x="1388" y="372"/>
                  <a:pt x="1411" y="414"/>
                  <a:pt x="1430" y="459"/>
                </a:cubicBezTo>
                <a:cubicBezTo>
                  <a:pt x="1448" y="504"/>
                  <a:pt x="1463" y="551"/>
                  <a:pt x="1472" y="599"/>
                </a:cubicBezTo>
                <a:cubicBezTo>
                  <a:pt x="1482" y="647"/>
                  <a:pt x="1486" y="695"/>
                  <a:pt x="1486" y="744"/>
                </a:cubicBezTo>
                <a:cubicBezTo>
                  <a:pt x="1486" y="792"/>
                  <a:pt x="1482" y="841"/>
                  <a:pt x="1472" y="889"/>
                </a:cubicBezTo>
                <a:cubicBezTo>
                  <a:pt x="1463" y="936"/>
                  <a:pt x="1448" y="983"/>
                  <a:pt x="1430" y="1028"/>
                </a:cubicBezTo>
                <a:cubicBezTo>
                  <a:pt x="1411" y="1073"/>
                  <a:pt x="1388" y="1116"/>
                  <a:pt x="1361" y="1156"/>
                </a:cubicBezTo>
                <a:cubicBezTo>
                  <a:pt x="1334" y="1197"/>
                  <a:pt x="1303" y="1234"/>
                  <a:pt x="1269" y="1269"/>
                </a:cubicBezTo>
                <a:cubicBezTo>
                  <a:pt x="1234" y="1303"/>
                  <a:pt x="1197" y="1334"/>
                  <a:pt x="1156" y="1361"/>
                </a:cubicBezTo>
                <a:cubicBezTo>
                  <a:pt x="1116" y="1388"/>
                  <a:pt x="1073" y="1411"/>
                  <a:pt x="1028" y="1430"/>
                </a:cubicBezTo>
                <a:cubicBezTo>
                  <a:pt x="983" y="1449"/>
                  <a:pt x="936" y="1463"/>
                  <a:pt x="887" y="1472"/>
                </a:cubicBezTo>
                <a:cubicBezTo>
                  <a:pt x="840" y="1482"/>
                  <a:pt x="791" y="1486"/>
                  <a:pt x="743" y="1486"/>
                </a:cubicBezTo>
                <a:cubicBezTo>
                  <a:pt x="694" y="1486"/>
                  <a:pt x="645" y="1482"/>
                  <a:pt x="598" y="1472"/>
                </a:cubicBezTo>
                <a:cubicBezTo>
                  <a:pt x="550" y="1463"/>
                  <a:pt x="503" y="1449"/>
                  <a:pt x="458" y="1430"/>
                </a:cubicBezTo>
                <a:cubicBezTo>
                  <a:pt x="413" y="1411"/>
                  <a:pt x="370" y="1388"/>
                  <a:pt x="330" y="1361"/>
                </a:cubicBezTo>
                <a:cubicBezTo>
                  <a:pt x="289" y="1334"/>
                  <a:pt x="252" y="1303"/>
                  <a:pt x="217" y="1269"/>
                </a:cubicBezTo>
                <a:cubicBezTo>
                  <a:pt x="183" y="1234"/>
                  <a:pt x="152" y="1197"/>
                  <a:pt x="125" y="1156"/>
                </a:cubicBezTo>
                <a:cubicBezTo>
                  <a:pt x="98" y="1116"/>
                  <a:pt x="75" y="1073"/>
                  <a:pt x="56" y="1028"/>
                </a:cubicBezTo>
                <a:cubicBezTo>
                  <a:pt x="38" y="983"/>
                  <a:pt x="24" y="936"/>
                  <a:pt x="14" y="889"/>
                </a:cubicBezTo>
                <a:cubicBezTo>
                  <a:pt x="4" y="841"/>
                  <a:pt x="0" y="792"/>
                  <a:pt x="0" y="744"/>
                </a:cubicBezTo>
                <a:cubicBezTo>
                  <a:pt x="0" y="695"/>
                  <a:pt x="4" y="647"/>
                  <a:pt x="14" y="599"/>
                </a:cubicBezTo>
                <a:close/>
              </a:path>
            </a:pathLst>
          </a:custGeom>
          <a:solidFill>
            <a:srgbClr val="FFFFFF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31" name="任意多邊形 1030"/>
          <p:cNvSpPr/>
          <p:nvPr/>
        </p:nvSpPr>
        <p:spPr>
          <a:xfrm>
            <a:off x="4754880" y="1228320"/>
            <a:ext cx="534960" cy="534960"/>
          </a:xfrm>
          <a:custGeom>
            <a:avLst/>
            <a:gdLst/>
            <a:ahLst/>
            <a:cxnLst/>
            <a:rect l="0" t="0" r="r" b="b"/>
            <a:pathLst>
              <a:path w="1486" h="1486">
                <a:moveTo>
                  <a:pt x="0" y="744"/>
                </a:moveTo>
                <a:cubicBezTo>
                  <a:pt x="0" y="695"/>
                  <a:pt x="4" y="647"/>
                  <a:pt x="14" y="599"/>
                </a:cubicBezTo>
                <a:cubicBezTo>
                  <a:pt x="24" y="551"/>
                  <a:pt x="38" y="504"/>
                  <a:pt x="56" y="459"/>
                </a:cubicBezTo>
                <a:cubicBezTo>
                  <a:pt x="75" y="414"/>
                  <a:pt x="98" y="372"/>
                  <a:pt x="125" y="331"/>
                </a:cubicBezTo>
                <a:cubicBezTo>
                  <a:pt x="152" y="289"/>
                  <a:pt x="183" y="252"/>
                  <a:pt x="217" y="217"/>
                </a:cubicBezTo>
                <a:cubicBezTo>
                  <a:pt x="252" y="183"/>
                  <a:pt x="289" y="152"/>
                  <a:pt x="330" y="125"/>
                </a:cubicBezTo>
                <a:cubicBezTo>
                  <a:pt x="370" y="98"/>
                  <a:pt x="413" y="75"/>
                  <a:pt x="458" y="56"/>
                </a:cubicBezTo>
                <a:cubicBezTo>
                  <a:pt x="503" y="38"/>
                  <a:pt x="550" y="24"/>
                  <a:pt x="598" y="14"/>
                </a:cubicBezTo>
                <a:cubicBezTo>
                  <a:pt x="645" y="5"/>
                  <a:pt x="694" y="0"/>
                  <a:pt x="743" y="0"/>
                </a:cubicBezTo>
                <a:cubicBezTo>
                  <a:pt x="791" y="0"/>
                  <a:pt x="840" y="5"/>
                  <a:pt x="887" y="14"/>
                </a:cubicBezTo>
                <a:cubicBezTo>
                  <a:pt x="936" y="24"/>
                  <a:pt x="983" y="38"/>
                  <a:pt x="1028" y="56"/>
                </a:cubicBezTo>
                <a:cubicBezTo>
                  <a:pt x="1073" y="75"/>
                  <a:pt x="1116" y="98"/>
                  <a:pt x="1156" y="125"/>
                </a:cubicBezTo>
                <a:cubicBezTo>
                  <a:pt x="1197" y="152"/>
                  <a:pt x="1234" y="183"/>
                  <a:pt x="1269" y="217"/>
                </a:cubicBezTo>
                <a:cubicBezTo>
                  <a:pt x="1303" y="252"/>
                  <a:pt x="1334" y="289"/>
                  <a:pt x="1361" y="331"/>
                </a:cubicBezTo>
                <a:cubicBezTo>
                  <a:pt x="1388" y="372"/>
                  <a:pt x="1411" y="414"/>
                  <a:pt x="1430" y="459"/>
                </a:cubicBezTo>
                <a:cubicBezTo>
                  <a:pt x="1448" y="504"/>
                  <a:pt x="1463" y="551"/>
                  <a:pt x="1472" y="599"/>
                </a:cubicBezTo>
                <a:cubicBezTo>
                  <a:pt x="1482" y="647"/>
                  <a:pt x="1486" y="695"/>
                  <a:pt x="1486" y="744"/>
                </a:cubicBezTo>
                <a:cubicBezTo>
                  <a:pt x="1486" y="792"/>
                  <a:pt x="1482" y="841"/>
                  <a:pt x="1472" y="889"/>
                </a:cubicBezTo>
                <a:cubicBezTo>
                  <a:pt x="1463" y="936"/>
                  <a:pt x="1448" y="983"/>
                  <a:pt x="1430" y="1028"/>
                </a:cubicBezTo>
                <a:cubicBezTo>
                  <a:pt x="1411" y="1073"/>
                  <a:pt x="1388" y="1116"/>
                  <a:pt x="1361" y="1156"/>
                </a:cubicBezTo>
                <a:cubicBezTo>
                  <a:pt x="1334" y="1197"/>
                  <a:pt x="1303" y="1234"/>
                  <a:pt x="1269" y="1269"/>
                </a:cubicBezTo>
                <a:cubicBezTo>
                  <a:pt x="1234" y="1303"/>
                  <a:pt x="1197" y="1334"/>
                  <a:pt x="1156" y="1361"/>
                </a:cubicBezTo>
                <a:cubicBezTo>
                  <a:pt x="1116" y="1388"/>
                  <a:pt x="1073" y="1411"/>
                  <a:pt x="1028" y="1430"/>
                </a:cubicBezTo>
                <a:cubicBezTo>
                  <a:pt x="983" y="1449"/>
                  <a:pt x="936" y="1463"/>
                  <a:pt x="887" y="1472"/>
                </a:cubicBezTo>
                <a:cubicBezTo>
                  <a:pt x="840" y="1482"/>
                  <a:pt x="791" y="1486"/>
                  <a:pt x="743" y="1486"/>
                </a:cubicBezTo>
                <a:cubicBezTo>
                  <a:pt x="694" y="1486"/>
                  <a:pt x="645" y="1482"/>
                  <a:pt x="598" y="1472"/>
                </a:cubicBezTo>
                <a:cubicBezTo>
                  <a:pt x="550" y="1463"/>
                  <a:pt x="503" y="1449"/>
                  <a:pt x="458" y="1430"/>
                </a:cubicBezTo>
                <a:cubicBezTo>
                  <a:pt x="413" y="1411"/>
                  <a:pt x="370" y="1388"/>
                  <a:pt x="330" y="1361"/>
                </a:cubicBezTo>
                <a:cubicBezTo>
                  <a:pt x="289" y="1334"/>
                  <a:pt x="252" y="1303"/>
                  <a:pt x="217" y="1269"/>
                </a:cubicBezTo>
                <a:cubicBezTo>
                  <a:pt x="183" y="1234"/>
                  <a:pt x="152" y="1197"/>
                  <a:pt x="125" y="1156"/>
                </a:cubicBezTo>
                <a:cubicBezTo>
                  <a:pt x="98" y="1116"/>
                  <a:pt x="75" y="1073"/>
                  <a:pt x="56" y="1028"/>
                </a:cubicBezTo>
                <a:cubicBezTo>
                  <a:pt x="38" y="983"/>
                  <a:pt x="24" y="936"/>
                  <a:pt x="14" y="889"/>
                </a:cubicBezTo>
                <a:cubicBezTo>
                  <a:pt x="4" y="841"/>
                  <a:pt x="0" y="792"/>
                  <a:pt x="0" y="744"/>
                </a:cubicBezTo>
                <a:moveTo>
                  <a:pt x="743" y="23"/>
                </a:moveTo>
                <a:cubicBezTo>
                  <a:pt x="719" y="23"/>
                  <a:pt x="695" y="24"/>
                  <a:pt x="672" y="26"/>
                </a:cubicBezTo>
                <a:cubicBezTo>
                  <a:pt x="649" y="29"/>
                  <a:pt x="625" y="32"/>
                  <a:pt x="602" y="37"/>
                </a:cubicBezTo>
                <a:cubicBezTo>
                  <a:pt x="579" y="41"/>
                  <a:pt x="556" y="47"/>
                  <a:pt x="534" y="54"/>
                </a:cubicBezTo>
                <a:cubicBezTo>
                  <a:pt x="511" y="61"/>
                  <a:pt x="489" y="69"/>
                  <a:pt x="467" y="78"/>
                </a:cubicBezTo>
                <a:cubicBezTo>
                  <a:pt x="445" y="87"/>
                  <a:pt x="424" y="97"/>
                  <a:pt x="403" y="108"/>
                </a:cubicBezTo>
                <a:cubicBezTo>
                  <a:pt x="383" y="119"/>
                  <a:pt x="362" y="131"/>
                  <a:pt x="343" y="144"/>
                </a:cubicBezTo>
                <a:cubicBezTo>
                  <a:pt x="323" y="157"/>
                  <a:pt x="304" y="171"/>
                  <a:pt x="286" y="186"/>
                </a:cubicBezTo>
                <a:cubicBezTo>
                  <a:pt x="268" y="201"/>
                  <a:pt x="250" y="217"/>
                  <a:pt x="234" y="234"/>
                </a:cubicBezTo>
                <a:cubicBezTo>
                  <a:pt x="217" y="250"/>
                  <a:pt x="201" y="268"/>
                  <a:pt x="186" y="286"/>
                </a:cubicBezTo>
                <a:cubicBezTo>
                  <a:pt x="171" y="305"/>
                  <a:pt x="157" y="324"/>
                  <a:pt x="144" y="344"/>
                </a:cubicBezTo>
                <a:cubicBezTo>
                  <a:pt x="131" y="363"/>
                  <a:pt x="119" y="384"/>
                  <a:pt x="108" y="404"/>
                </a:cubicBezTo>
                <a:cubicBezTo>
                  <a:pt x="97" y="425"/>
                  <a:pt x="87" y="446"/>
                  <a:pt x="78" y="468"/>
                </a:cubicBezTo>
                <a:cubicBezTo>
                  <a:pt x="69" y="490"/>
                  <a:pt x="61" y="512"/>
                  <a:pt x="54" y="535"/>
                </a:cubicBezTo>
                <a:cubicBezTo>
                  <a:pt x="47" y="557"/>
                  <a:pt x="41" y="580"/>
                  <a:pt x="37" y="603"/>
                </a:cubicBezTo>
                <a:cubicBezTo>
                  <a:pt x="32" y="626"/>
                  <a:pt x="29" y="650"/>
                  <a:pt x="26" y="673"/>
                </a:cubicBezTo>
                <a:cubicBezTo>
                  <a:pt x="24" y="697"/>
                  <a:pt x="23" y="720"/>
                  <a:pt x="23" y="744"/>
                </a:cubicBezTo>
                <a:cubicBezTo>
                  <a:pt x="23" y="767"/>
                  <a:pt x="24" y="791"/>
                  <a:pt x="26" y="814"/>
                </a:cubicBezTo>
                <a:cubicBezTo>
                  <a:pt x="29" y="838"/>
                  <a:pt x="32" y="861"/>
                  <a:pt x="37" y="884"/>
                </a:cubicBezTo>
                <a:cubicBezTo>
                  <a:pt x="41" y="907"/>
                  <a:pt x="47" y="930"/>
                  <a:pt x="54" y="953"/>
                </a:cubicBezTo>
                <a:cubicBezTo>
                  <a:pt x="61" y="975"/>
                  <a:pt x="69" y="997"/>
                  <a:pt x="78" y="1019"/>
                </a:cubicBezTo>
                <a:cubicBezTo>
                  <a:pt x="87" y="1041"/>
                  <a:pt x="97" y="1062"/>
                  <a:pt x="108" y="1083"/>
                </a:cubicBezTo>
                <a:cubicBezTo>
                  <a:pt x="119" y="1104"/>
                  <a:pt x="131" y="1124"/>
                  <a:pt x="144" y="1143"/>
                </a:cubicBezTo>
                <a:cubicBezTo>
                  <a:pt x="157" y="1163"/>
                  <a:pt x="171" y="1182"/>
                  <a:pt x="186" y="1200"/>
                </a:cubicBezTo>
                <a:cubicBezTo>
                  <a:pt x="201" y="1218"/>
                  <a:pt x="217" y="1236"/>
                  <a:pt x="234" y="1252"/>
                </a:cubicBezTo>
                <a:cubicBezTo>
                  <a:pt x="250" y="1269"/>
                  <a:pt x="268" y="1285"/>
                  <a:pt x="286" y="1300"/>
                </a:cubicBezTo>
                <a:cubicBezTo>
                  <a:pt x="304" y="1315"/>
                  <a:pt x="323" y="1329"/>
                  <a:pt x="343" y="1342"/>
                </a:cubicBezTo>
                <a:cubicBezTo>
                  <a:pt x="362" y="1355"/>
                  <a:pt x="383" y="1367"/>
                  <a:pt x="403" y="1378"/>
                </a:cubicBezTo>
                <a:cubicBezTo>
                  <a:pt x="424" y="1389"/>
                  <a:pt x="445" y="1399"/>
                  <a:pt x="467" y="1408"/>
                </a:cubicBezTo>
                <a:cubicBezTo>
                  <a:pt x="489" y="1417"/>
                  <a:pt x="511" y="1425"/>
                  <a:pt x="534" y="1432"/>
                </a:cubicBezTo>
                <a:cubicBezTo>
                  <a:pt x="556" y="1439"/>
                  <a:pt x="579" y="1445"/>
                  <a:pt x="602" y="1449"/>
                </a:cubicBezTo>
                <a:cubicBezTo>
                  <a:pt x="625" y="1454"/>
                  <a:pt x="649" y="1457"/>
                  <a:pt x="672" y="1460"/>
                </a:cubicBezTo>
                <a:cubicBezTo>
                  <a:pt x="695" y="1462"/>
                  <a:pt x="719" y="1463"/>
                  <a:pt x="743" y="1463"/>
                </a:cubicBezTo>
                <a:cubicBezTo>
                  <a:pt x="766" y="1463"/>
                  <a:pt x="790" y="1462"/>
                  <a:pt x="813" y="1460"/>
                </a:cubicBezTo>
                <a:cubicBezTo>
                  <a:pt x="837" y="1457"/>
                  <a:pt x="860" y="1454"/>
                  <a:pt x="883" y="1449"/>
                </a:cubicBezTo>
                <a:cubicBezTo>
                  <a:pt x="907" y="1445"/>
                  <a:pt x="930" y="1439"/>
                  <a:pt x="952" y="1432"/>
                </a:cubicBezTo>
                <a:cubicBezTo>
                  <a:pt x="975" y="1425"/>
                  <a:pt x="997" y="1417"/>
                  <a:pt x="1019" y="1408"/>
                </a:cubicBezTo>
                <a:cubicBezTo>
                  <a:pt x="1041" y="1399"/>
                  <a:pt x="1062" y="1389"/>
                  <a:pt x="1083" y="1378"/>
                </a:cubicBezTo>
                <a:cubicBezTo>
                  <a:pt x="1104" y="1367"/>
                  <a:pt x="1124" y="1355"/>
                  <a:pt x="1143" y="1342"/>
                </a:cubicBezTo>
                <a:cubicBezTo>
                  <a:pt x="1163" y="1329"/>
                  <a:pt x="1182" y="1315"/>
                  <a:pt x="1200" y="1300"/>
                </a:cubicBezTo>
                <a:cubicBezTo>
                  <a:pt x="1218" y="1285"/>
                  <a:pt x="1236" y="1269"/>
                  <a:pt x="1252" y="1252"/>
                </a:cubicBezTo>
                <a:cubicBezTo>
                  <a:pt x="1269" y="1236"/>
                  <a:pt x="1285" y="1218"/>
                  <a:pt x="1300" y="1200"/>
                </a:cubicBezTo>
                <a:cubicBezTo>
                  <a:pt x="1315" y="1182"/>
                  <a:pt x="1329" y="1163"/>
                  <a:pt x="1342" y="1143"/>
                </a:cubicBezTo>
                <a:cubicBezTo>
                  <a:pt x="1355" y="1124"/>
                  <a:pt x="1367" y="1104"/>
                  <a:pt x="1378" y="1083"/>
                </a:cubicBezTo>
                <a:cubicBezTo>
                  <a:pt x="1389" y="1062"/>
                  <a:pt x="1399" y="1041"/>
                  <a:pt x="1408" y="1019"/>
                </a:cubicBezTo>
                <a:cubicBezTo>
                  <a:pt x="1417" y="997"/>
                  <a:pt x="1425" y="975"/>
                  <a:pt x="1432" y="953"/>
                </a:cubicBezTo>
                <a:cubicBezTo>
                  <a:pt x="1439" y="930"/>
                  <a:pt x="1445" y="907"/>
                  <a:pt x="1449" y="884"/>
                </a:cubicBezTo>
                <a:cubicBezTo>
                  <a:pt x="1454" y="861"/>
                  <a:pt x="1457" y="838"/>
                  <a:pt x="1460" y="814"/>
                </a:cubicBezTo>
                <a:cubicBezTo>
                  <a:pt x="1462" y="791"/>
                  <a:pt x="1463" y="767"/>
                  <a:pt x="1463" y="744"/>
                </a:cubicBezTo>
                <a:cubicBezTo>
                  <a:pt x="1463" y="720"/>
                  <a:pt x="1462" y="697"/>
                  <a:pt x="1460" y="673"/>
                </a:cubicBezTo>
                <a:cubicBezTo>
                  <a:pt x="1457" y="650"/>
                  <a:pt x="1454" y="626"/>
                  <a:pt x="1449" y="603"/>
                </a:cubicBezTo>
                <a:cubicBezTo>
                  <a:pt x="1445" y="580"/>
                  <a:pt x="1439" y="557"/>
                  <a:pt x="1432" y="535"/>
                </a:cubicBezTo>
                <a:cubicBezTo>
                  <a:pt x="1425" y="512"/>
                  <a:pt x="1417" y="490"/>
                  <a:pt x="1408" y="468"/>
                </a:cubicBezTo>
                <a:cubicBezTo>
                  <a:pt x="1399" y="446"/>
                  <a:pt x="1389" y="425"/>
                  <a:pt x="1378" y="404"/>
                </a:cubicBezTo>
                <a:cubicBezTo>
                  <a:pt x="1367" y="384"/>
                  <a:pt x="1355" y="363"/>
                  <a:pt x="1342" y="344"/>
                </a:cubicBezTo>
                <a:cubicBezTo>
                  <a:pt x="1329" y="324"/>
                  <a:pt x="1315" y="305"/>
                  <a:pt x="1300" y="286"/>
                </a:cubicBezTo>
                <a:cubicBezTo>
                  <a:pt x="1285" y="268"/>
                  <a:pt x="1269" y="250"/>
                  <a:pt x="1252" y="234"/>
                </a:cubicBezTo>
                <a:cubicBezTo>
                  <a:pt x="1236" y="217"/>
                  <a:pt x="1218" y="201"/>
                  <a:pt x="1200" y="186"/>
                </a:cubicBezTo>
                <a:cubicBezTo>
                  <a:pt x="1182" y="171"/>
                  <a:pt x="1163" y="157"/>
                  <a:pt x="1143" y="144"/>
                </a:cubicBezTo>
                <a:cubicBezTo>
                  <a:pt x="1124" y="131"/>
                  <a:pt x="1104" y="119"/>
                  <a:pt x="1083" y="108"/>
                </a:cubicBezTo>
                <a:cubicBezTo>
                  <a:pt x="1062" y="97"/>
                  <a:pt x="1041" y="87"/>
                  <a:pt x="1019" y="78"/>
                </a:cubicBezTo>
                <a:cubicBezTo>
                  <a:pt x="997" y="69"/>
                  <a:pt x="975" y="61"/>
                  <a:pt x="952" y="54"/>
                </a:cubicBezTo>
                <a:cubicBezTo>
                  <a:pt x="930" y="47"/>
                  <a:pt x="907" y="41"/>
                  <a:pt x="883" y="37"/>
                </a:cubicBezTo>
                <a:cubicBezTo>
                  <a:pt x="860" y="32"/>
                  <a:pt x="837" y="29"/>
                  <a:pt x="813" y="26"/>
                </a:cubicBezTo>
                <a:cubicBezTo>
                  <a:pt x="790" y="24"/>
                  <a:pt x="766" y="23"/>
                  <a:pt x="743" y="23"/>
                </a:cubicBezTo>
                <a:close/>
              </a:path>
            </a:pathLst>
          </a:custGeom>
          <a:solidFill>
            <a:srgbClr val="FFFFFF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032" name="圖片 1031"/>
          <p:cNvPicPr/>
          <p:nvPr/>
        </p:nvPicPr>
        <p:blipFill>
          <a:blip r:embed="rId4"/>
          <a:stretch>
            <a:fillRect/>
          </a:stretch>
        </p:blipFill>
        <p:spPr>
          <a:xfrm>
            <a:off x="4921920" y="139572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3" name="文字框 1032"/>
          <p:cNvSpPr txBox="1"/>
          <p:nvPr/>
        </p:nvSpPr>
        <p:spPr>
          <a:xfrm>
            <a:off x="3054240" y="1843560"/>
            <a:ext cx="403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稳定币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34" name="任意多邊形 1033"/>
          <p:cNvSpPr/>
          <p:nvPr/>
        </p:nvSpPr>
        <p:spPr>
          <a:xfrm>
            <a:off x="6852240" y="1228320"/>
            <a:ext cx="535320" cy="534960"/>
          </a:xfrm>
          <a:custGeom>
            <a:avLst/>
            <a:gdLst/>
            <a:ahLst/>
            <a:cxnLst/>
            <a:rect l="0" t="0" r="r" b="b"/>
            <a:pathLst>
              <a:path w="1487" h="1486">
                <a:moveTo>
                  <a:pt x="0" y="744"/>
                </a:moveTo>
                <a:cubicBezTo>
                  <a:pt x="0" y="695"/>
                  <a:pt x="5" y="647"/>
                  <a:pt x="14" y="599"/>
                </a:cubicBezTo>
                <a:cubicBezTo>
                  <a:pt x="24" y="551"/>
                  <a:pt x="38" y="504"/>
                  <a:pt x="57" y="459"/>
                </a:cubicBezTo>
                <a:cubicBezTo>
                  <a:pt x="75" y="414"/>
                  <a:pt x="98" y="372"/>
                  <a:pt x="125" y="331"/>
                </a:cubicBezTo>
                <a:cubicBezTo>
                  <a:pt x="152" y="289"/>
                  <a:pt x="183" y="252"/>
                  <a:pt x="218" y="217"/>
                </a:cubicBezTo>
                <a:cubicBezTo>
                  <a:pt x="252" y="183"/>
                  <a:pt x="290" y="152"/>
                  <a:pt x="330" y="125"/>
                </a:cubicBezTo>
                <a:cubicBezTo>
                  <a:pt x="371" y="98"/>
                  <a:pt x="414" y="75"/>
                  <a:pt x="459" y="56"/>
                </a:cubicBezTo>
                <a:cubicBezTo>
                  <a:pt x="504" y="38"/>
                  <a:pt x="550" y="24"/>
                  <a:pt x="598" y="14"/>
                </a:cubicBezTo>
                <a:cubicBezTo>
                  <a:pt x="646" y="5"/>
                  <a:pt x="694" y="0"/>
                  <a:pt x="743" y="0"/>
                </a:cubicBezTo>
                <a:cubicBezTo>
                  <a:pt x="792" y="0"/>
                  <a:pt x="840" y="5"/>
                  <a:pt x="888" y="14"/>
                </a:cubicBezTo>
                <a:cubicBezTo>
                  <a:pt x="936" y="24"/>
                  <a:pt x="982" y="38"/>
                  <a:pt x="1028" y="56"/>
                </a:cubicBezTo>
                <a:cubicBezTo>
                  <a:pt x="1073" y="75"/>
                  <a:pt x="1116" y="98"/>
                  <a:pt x="1157" y="125"/>
                </a:cubicBezTo>
                <a:cubicBezTo>
                  <a:pt x="1197" y="152"/>
                  <a:pt x="1235" y="183"/>
                  <a:pt x="1269" y="217"/>
                </a:cubicBezTo>
                <a:cubicBezTo>
                  <a:pt x="1304" y="252"/>
                  <a:pt x="1335" y="289"/>
                  <a:pt x="1362" y="331"/>
                </a:cubicBezTo>
                <a:cubicBezTo>
                  <a:pt x="1389" y="372"/>
                  <a:pt x="1412" y="414"/>
                  <a:pt x="1430" y="459"/>
                </a:cubicBezTo>
                <a:cubicBezTo>
                  <a:pt x="1449" y="504"/>
                  <a:pt x="1463" y="551"/>
                  <a:pt x="1473" y="599"/>
                </a:cubicBezTo>
                <a:cubicBezTo>
                  <a:pt x="1482" y="646"/>
                  <a:pt x="1487" y="695"/>
                  <a:pt x="1487" y="743"/>
                </a:cubicBezTo>
                <a:lnTo>
                  <a:pt x="1487" y="744"/>
                </a:lnTo>
                <a:cubicBezTo>
                  <a:pt x="1487" y="793"/>
                  <a:pt x="1482" y="841"/>
                  <a:pt x="1473" y="889"/>
                </a:cubicBezTo>
                <a:cubicBezTo>
                  <a:pt x="1463" y="936"/>
                  <a:pt x="1449" y="983"/>
                  <a:pt x="1430" y="1028"/>
                </a:cubicBezTo>
                <a:cubicBezTo>
                  <a:pt x="1412" y="1073"/>
                  <a:pt x="1389" y="1116"/>
                  <a:pt x="1362" y="1156"/>
                </a:cubicBezTo>
                <a:cubicBezTo>
                  <a:pt x="1335" y="1197"/>
                  <a:pt x="1304" y="1234"/>
                  <a:pt x="1269" y="1269"/>
                </a:cubicBezTo>
                <a:cubicBezTo>
                  <a:pt x="1235" y="1303"/>
                  <a:pt x="1197" y="1334"/>
                  <a:pt x="1157" y="1361"/>
                </a:cubicBezTo>
                <a:cubicBezTo>
                  <a:pt x="1116" y="1388"/>
                  <a:pt x="1073" y="1411"/>
                  <a:pt x="1028" y="1430"/>
                </a:cubicBezTo>
                <a:cubicBezTo>
                  <a:pt x="982" y="1449"/>
                  <a:pt x="936" y="1463"/>
                  <a:pt x="888" y="1472"/>
                </a:cubicBezTo>
                <a:cubicBezTo>
                  <a:pt x="840" y="1482"/>
                  <a:pt x="792" y="1486"/>
                  <a:pt x="743" y="1486"/>
                </a:cubicBezTo>
                <a:cubicBezTo>
                  <a:pt x="694" y="1486"/>
                  <a:pt x="646" y="1482"/>
                  <a:pt x="598" y="1472"/>
                </a:cubicBezTo>
                <a:cubicBezTo>
                  <a:pt x="550" y="1463"/>
                  <a:pt x="504" y="1449"/>
                  <a:pt x="459" y="1430"/>
                </a:cubicBezTo>
                <a:cubicBezTo>
                  <a:pt x="414" y="1411"/>
                  <a:pt x="371" y="1388"/>
                  <a:pt x="330" y="1361"/>
                </a:cubicBezTo>
                <a:cubicBezTo>
                  <a:pt x="290" y="1334"/>
                  <a:pt x="252" y="1303"/>
                  <a:pt x="218" y="1269"/>
                </a:cubicBezTo>
                <a:cubicBezTo>
                  <a:pt x="183" y="1234"/>
                  <a:pt x="152" y="1197"/>
                  <a:pt x="125" y="1156"/>
                </a:cubicBezTo>
                <a:cubicBezTo>
                  <a:pt x="98" y="1116"/>
                  <a:pt x="75" y="1073"/>
                  <a:pt x="57" y="1028"/>
                </a:cubicBezTo>
                <a:cubicBezTo>
                  <a:pt x="38" y="983"/>
                  <a:pt x="24" y="936"/>
                  <a:pt x="14" y="889"/>
                </a:cubicBezTo>
                <a:cubicBezTo>
                  <a:pt x="5" y="841"/>
                  <a:pt x="0" y="792"/>
                  <a:pt x="0" y="744"/>
                </a:cubicBezTo>
                <a:close/>
              </a:path>
            </a:pathLst>
          </a:custGeom>
          <a:solidFill>
            <a:srgbClr val="FFFFFF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35" name="任意多邊形 1034"/>
          <p:cNvSpPr/>
          <p:nvPr/>
        </p:nvSpPr>
        <p:spPr>
          <a:xfrm>
            <a:off x="6852240" y="1228320"/>
            <a:ext cx="535320" cy="534960"/>
          </a:xfrm>
          <a:custGeom>
            <a:avLst/>
            <a:gdLst/>
            <a:ahLst/>
            <a:cxnLst/>
            <a:rect l="0" t="0" r="r" b="b"/>
            <a:pathLst>
              <a:path w="1487" h="1486">
                <a:moveTo>
                  <a:pt x="0" y="744"/>
                </a:moveTo>
                <a:cubicBezTo>
                  <a:pt x="0" y="695"/>
                  <a:pt x="5" y="647"/>
                  <a:pt x="14" y="599"/>
                </a:cubicBezTo>
                <a:cubicBezTo>
                  <a:pt x="24" y="551"/>
                  <a:pt x="38" y="504"/>
                  <a:pt x="57" y="459"/>
                </a:cubicBezTo>
                <a:cubicBezTo>
                  <a:pt x="75" y="414"/>
                  <a:pt x="98" y="372"/>
                  <a:pt x="125" y="331"/>
                </a:cubicBezTo>
                <a:cubicBezTo>
                  <a:pt x="152" y="289"/>
                  <a:pt x="183" y="252"/>
                  <a:pt x="218" y="217"/>
                </a:cubicBezTo>
                <a:cubicBezTo>
                  <a:pt x="252" y="183"/>
                  <a:pt x="290" y="152"/>
                  <a:pt x="330" y="125"/>
                </a:cubicBezTo>
                <a:cubicBezTo>
                  <a:pt x="371" y="98"/>
                  <a:pt x="414" y="75"/>
                  <a:pt x="459" y="56"/>
                </a:cubicBezTo>
                <a:cubicBezTo>
                  <a:pt x="504" y="38"/>
                  <a:pt x="550" y="24"/>
                  <a:pt x="598" y="14"/>
                </a:cubicBezTo>
                <a:cubicBezTo>
                  <a:pt x="646" y="5"/>
                  <a:pt x="694" y="0"/>
                  <a:pt x="743" y="0"/>
                </a:cubicBezTo>
                <a:cubicBezTo>
                  <a:pt x="792" y="0"/>
                  <a:pt x="840" y="5"/>
                  <a:pt x="888" y="14"/>
                </a:cubicBezTo>
                <a:cubicBezTo>
                  <a:pt x="936" y="24"/>
                  <a:pt x="982" y="38"/>
                  <a:pt x="1028" y="56"/>
                </a:cubicBezTo>
                <a:cubicBezTo>
                  <a:pt x="1073" y="75"/>
                  <a:pt x="1116" y="98"/>
                  <a:pt x="1157" y="125"/>
                </a:cubicBezTo>
                <a:cubicBezTo>
                  <a:pt x="1197" y="152"/>
                  <a:pt x="1235" y="183"/>
                  <a:pt x="1269" y="217"/>
                </a:cubicBezTo>
                <a:cubicBezTo>
                  <a:pt x="1304" y="252"/>
                  <a:pt x="1335" y="289"/>
                  <a:pt x="1362" y="331"/>
                </a:cubicBezTo>
                <a:cubicBezTo>
                  <a:pt x="1389" y="372"/>
                  <a:pt x="1412" y="414"/>
                  <a:pt x="1430" y="459"/>
                </a:cubicBezTo>
                <a:cubicBezTo>
                  <a:pt x="1449" y="504"/>
                  <a:pt x="1463" y="551"/>
                  <a:pt x="1473" y="599"/>
                </a:cubicBezTo>
                <a:cubicBezTo>
                  <a:pt x="1482" y="647"/>
                  <a:pt x="1487" y="695"/>
                  <a:pt x="1487" y="744"/>
                </a:cubicBezTo>
                <a:cubicBezTo>
                  <a:pt x="1487" y="792"/>
                  <a:pt x="1482" y="841"/>
                  <a:pt x="1473" y="889"/>
                </a:cubicBezTo>
                <a:cubicBezTo>
                  <a:pt x="1463" y="936"/>
                  <a:pt x="1449" y="983"/>
                  <a:pt x="1430" y="1028"/>
                </a:cubicBezTo>
                <a:cubicBezTo>
                  <a:pt x="1412" y="1073"/>
                  <a:pt x="1389" y="1116"/>
                  <a:pt x="1362" y="1156"/>
                </a:cubicBezTo>
                <a:cubicBezTo>
                  <a:pt x="1335" y="1197"/>
                  <a:pt x="1304" y="1234"/>
                  <a:pt x="1269" y="1269"/>
                </a:cubicBezTo>
                <a:cubicBezTo>
                  <a:pt x="1235" y="1303"/>
                  <a:pt x="1197" y="1334"/>
                  <a:pt x="1157" y="1361"/>
                </a:cubicBezTo>
                <a:cubicBezTo>
                  <a:pt x="1116" y="1388"/>
                  <a:pt x="1073" y="1411"/>
                  <a:pt x="1028" y="1430"/>
                </a:cubicBezTo>
                <a:cubicBezTo>
                  <a:pt x="982" y="1449"/>
                  <a:pt x="936" y="1463"/>
                  <a:pt x="888" y="1472"/>
                </a:cubicBezTo>
                <a:cubicBezTo>
                  <a:pt x="840" y="1482"/>
                  <a:pt x="792" y="1486"/>
                  <a:pt x="743" y="1486"/>
                </a:cubicBezTo>
                <a:cubicBezTo>
                  <a:pt x="694" y="1486"/>
                  <a:pt x="646" y="1482"/>
                  <a:pt x="598" y="1472"/>
                </a:cubicBezTo>
                <a:cubicBezTo>
                  <a:pt x="550" y="1463"/>
                  <a:pt x="504" y="1449"/>
                  <a:pt x="459" y="1430"/>
                </a:cubicBezTo>
                <a:cubicBezTo>
                  <a:pt x="414" y="1411"/>
                  <a:pt x="371" y="1388"/>
                  <a:pt x="330" y="1361"/>
                </a:cubicBezTo>
                <a:cubicBezTo>
                  <a:pt x="290" y="1334"/>
                  <a:pt x="252" y="1303"/>
                  <a:pt x="218" y="1269"/>
                </a:cubicBezTo>
                <a:cubicBezTo>
                  <a:pt x="183" y="1234"/>
                  <a:pt x="152" y="1197"/>
                  <a:pt x="125" y="1156"/>
                </a:cubicBezTo>
                <a:cubicBezTo>
                  <a:pt x="98" y="1116"/>
                  <a:pt x="75" y="1073"/>
                  <a:pt x="57" y="1028"/>
                </a:cubicBezTo>
                <a:cubicBezTo>
                  <a:pt x="38" y="983"/>
                  <a:pt x="24" y="936"/>
                  <a:pt x="14" y="889"/>
                </a:cubicBezTo>
                <a:cubicBezTo>
                  <a:pt x="5" y="841"/>
                  <a:pt x="0" y="792"/>
                  <a:pt x="0" y="744"/>
                </a:cubicBezTo>
                <a:moveTo>
                  <a:pt x="743" y="23"/>
                </a:moveTo>
                <a:cubicBezTo>
                  <a:pt x="719" y="23"/>
                  <a:pt x="696" y="24"/>
                  <a:pt x="672" y="26"/>
                </a:cubicBezTo>
                <a:cubicBezTo>
                  <a:pt x="649" y="29"/>
                  <a:pt x="626" y="32"/>
                  <a:pt x="603" y="37"/>
                </a:cubicBezTo>
                <a:cubicBezTo>
                  <a:pt x="580" y="41"/>
                  <a:pt x="557" y="47"/>
                  <a:pt x="534" y="54"/>
                </a:cubicBezTo>
                <a:cubicBezTo>
                  <a:pt x="512" y="61"/>
                  <a:pt x="489" y="69"/>
                  <a:pt x="468" y="78"/>
                </a:cubicBezTo>
                <a:cubicBezTo>
                  <a:pt x="446" y="87"/>
                  <a:pt x="425" y="97"/>
                  <a:pt x="404" y="108"/>
                </a:cubicBezTo>
                <a:cubicBezTo>
                  <a:pt x="383" y="119"/>
                  <a:pt x="363" y="131"/>
                  <a:pt x="343" y="144"/>
                </a:cubicBezTo>
                <a:cubicBezTo>
                  <a:pt x="324" y="157"/>
                  <a:pt x="305" y="171"/>
                  <a:pt x="287" y="186"/>
                </a:cubicBezTo>
                <a:cubicBezTo>
                  <a:pt x="268" y="201"/>
                  <a:pt x="251" y="217"/>
                  <a:pt x="234" y="234"/>
                </a:cubicBezTo>
                <a:cubicBezTo>
                  <a:pt x="218" y="250"/>
                  <a:pt x="202" y="268"/>
                  <a:pt x="187" y="286"/>
                </a:cubicBezTo>
                <a:cubicBezTo>
                  <a:pt x="172" y="305"/>
                  <a:pt x="158" y="324"/>
                  <a:pt x="145" y="344"/>
                </a:cubicBezTo>
                <a:cubicBezTo>
                  <a:pt x="132" y="363"/>
                  <a:pt x="119" y="384"/>
                  <a:pt x="108" y="404"/>
                </a:cubicBezTo>
                <a:cubicBezTo>
                  <a:pt x="97" y="425"/>
                  <a:pt x="87" y="446"/>
                  <a:pt x="78" y="468"/>
                </a:cubicBezTo>
                <a:cubicBezTo>
                  <a:pt x="69" y="490"/>
                  <a:pt x="61" y="512"/>
                  <a:pt x="54" y="535"/>
                </a:cubicBezTo>
                <a:cubicBezTo>
                  <a:pt x="48" y="557"/>
                  <a:pt x="42" y="580"/>
                  <a:pt x="37" y="603"/>
                </a:cubicBezTo>
                <a:cubicBezTo>
                  <a:pt x="33" y="626"/>
                  <a:pt x="29" y="650"/>
                  <a:pt x="27" y="673"/>
                </a:cubicBezTo>
                <a:cubicBezTo>
                  <a:pt x="25" y="697"/>
                  <a:pt x="23" y="720"/>
                  <a:pt x="23" y="744"/>
                </a:cubicBezTo>
                <a:cubicBezTo>
                  <a:pt x="23" y="767"/>
                  <a:pt x="25" y="791"/>
                  <a:pt x="27" y="814"/>
                </a:cubicBezTo>
                <a:cubicBezTo>
                  <a:pt x="29" y="838"/>
                  <a:pt x="33" y="861"/>
                  <a:pt x="37" y="884"/>
                </a:cubicBezTo>
                <a:cubicBezTo>
                  <a:pt x="42" y="907"/>
                  <a:pt x="48" y="930"/>
                  <a:pt x="54" y="953"/>
                </a:cubicBezTo>
                <a:cubicBezTo>
                  <a:pt x="61" y="975"/>
                  <a:pt x="69" y="997"/>
                  <a:pt x="78" y="1019"/>
                </a:cubicBezTo>
                <a:cubicBezTo>
                  <a:pt x="87" y="1041"/>
                  <a:pt x="97" y="1062"/>
                  <a:pt x="108" y="1083"/>
                </a:cubicBezTo>
                <a:cubicBezTo>
                  <a:pt x="119" y="1104"/>
                  <a:pt x="132" y="1124"/>
                  <a:pt x="145" y="1143"/>
                </a:cubicBezTo>
                <a:cubicBezTo>
                  <a:pt x="158" y="1163"/>
                  <a:pt x="172" y="1182"/>
                  <a:pt x="187" y="1200"/>
                </a:cubicBezTo>
                <a:cubicBezTo>
                  <a:pt x="202" y="1218"/>
                  <a:pt x="218" y="1236"/>
                  <a:pt x="234" y="1252"/>
                </a:cubicBezTo>
                <a:cubicBezTo>
                  <a:pt x="251" y="1269"/>
                  <a:pt x="268" y="1285"/>
                  <a:pt x="287" y="1300"/>
                </a:cubicBezTo>
                <a:cubicBezTo>
                  <a:pt x="305" y="1315"/>
                  <a:pt x="324" y="1329"/>
                  <a:pt x="343" y="1342"/>
                </a:cubicBezTo>
                <a:cubicBezTo>
                  <a:pt x="363" y="1355"/>
                  <a:pt x="383" y="1367"/>
                  <a:pt x="404" y="1378"/>
                </a:cubicBezTo>
                <a:cubicBezTo>
                  <a:pt x="425" y="1389"/>
                  <a:pt x="446" y="1399"/>
                  <a:pt x="468" y="1408"/>
                </a:cubicBezTo>
                <a:cubicBezTo>
                  <a:pt x="489" y="1417"/>
                  <a:pt x="512" y="1425"/>
                  <a:pt x="534" y="1432"/>
                </a:cubicBezTo>
                <a:cubicBezTo>
                  <a:pt x="557" y="1439"/>
                  <a:pt x="580" y="1445"/>
                  <a:pt x="603" y="1449"/>
                </a:cubicBezTo>
                <a:cubicBezTo>
                  <a:pt x="626" y="1454"/>
                  <a:pt x="649" y="1457"/>
                  <a:pt x="672" y="1460"/>
                </a:cubicBezTo>
                <a:cubicBezTo>
                  <a:pt x="696" y="1462"/>
                  <a:pt x="719" y="1463"/>
                  <a:pt x="743" y="1463"/>
                </a:cubicBezTo>
                <a:cubicBezTo>
                  <a:pt x="767" y="1463"/>
                  <a:pt x="790" y="1462"/>
                  <a:pt x="814" y="1460"/>
                </a:cubicBezTo>
                <a:cubicBezTo>
                  <a:pt x="837" y="1457"/>
                  <a:pt x="860" y="1454"/>
                  <a:pt x="883" y="1449"/>
                </a:cubicBezTo>
                <a:cubicBezTo>
                  <a:pt x="907" y="1445"/>
                  <a:pt x="929" y="1439"/>
                  <a:pt x="952" y="1432"/>
                </a:cubicBezTo>
                <a:cubicBezTo>
                  <a:pt x="974" y="1425"/>
                  <a:pt x="997" y="1417"/>
                  <a:pt x="1019" y="1408"/>
                </a:cubicBezTo>
                <a:cubicBezTo>
                  <a:pt x="1041" y="1399"/>
                  <a:pt x="1062" y="1389"/>
                  <a:pt x="1083" y="1378"/>
                </a:cubicBezTo>
                <a:cubicBezTo>
                  <a:pt x="1104" y="1367"/>
                  <a:pt x="1124" y="1355"/>
                  <a:pt x="1144" y="1342"/>
                </a:cubicBezTo>
                <a:cubicBezTo>
                  <a:pt x="1163" y="1329"/>
                  <a:pt x="1182" y="1315"/>
                  <a:pt x="1201" y="1300"/>
                </a:cubicBezTo>
                <a:cubicBezTo>
                  <a:pt x="1219" y="1285"/>
                  <a:pt x="1236" y="1269"/>
                  <a:pt x="1253" y="1252"/>
                </a:cubicBezTo>
                <a:cubicBezTo>
                  <a:pt x="1270" y="1236"/>
                  <a:pt x="1285" y="1218"/>
                  <a:pt x="1300" y="1200"/>
                </a:cubicBezTo>
                <a:cubicBezTo>
                  <a:pt x="1315" y="1182"/>
                  <a:pt x="1329" y="1163"/>
                  <a:pt x="1342" y="1143"/>
                </a:cubicBezTo>
                <a:cubicBezTo>
                  <a:pt x="1355" y="1124"/>
                  <a:pt x="1368" y="1104"/>
                  <a:pt x="1379" y="1083"/>
                </a:cubicBezTo>
                <a:cubicBezTo>
                  <a:pt x="1390" y="1062"/>
                  <a:pt x="1400" y="1041"/>
                  <a:pt x="1409" y="1019"/>
                </a:cubicBezTo>
                <a:cubicBezTo>
                  <a:pt x="1418" y="997"/>
                  <a:pt x="1426" y="975"/>
                  <a:pt x="1433" y="953"/>
                </a:cubicBezTo>
                <a:cubicBezTo>
                  <a:pt x="1439" y="930"/>
                  <a:pt x="1445" y="907"/>
                  <a:pt x="1450" y="884"/>
                </a:cubicBezTo>
                <a:cubicBezTo>
                  <a:pt x="1454" y="861"/>
                  <a:pt x="1458" y="838"/>
                  <a:pt x="1460" y="814"/>
                </a:cubicBezTo>
                <a:cubicBezTo>
                  <a:pt x="1462" y="791"/>
                  <a:pt x="1464" y="767"/>
                  <a:pt x="1464" y="744"/>
                </a:cubicBezTo>
                <a:cubicBezTo>
                  <a:pt x="1464" y="720"/>
                  <a:pt x="1462" y="697"/>
                  <a:pt x="1460" y="673"/>
                </a:cubicBezTo>
                <a:cubicBezTo>
                  <a:pt x="1458" y="650"/>
                  <a:pt x="1454" y="626"/>
                  <a:pt x="1450" y="603"/>
                </a:cubicBezTo>
                <a:cubicBezTo>
                  <a:pt x="1445" y="580"/>
                  <a:pt x="1439" y="557"/>
                  <a:pt x="1433" y="535"/>
                </a:cubicBezTo>
                <a:cubicBezTo>
                  <a:pt x="1426" y="512"/>
                  <a:pt x="1418" y="490"/>
                  <a:pt x="1409" y="468"/>
                </a:cubicBezTo>
                <a:cubicBezTo>
                  <a:pt x="1400" y="446"/>
                  <a:pt x="1390" y="425"/>
                  <a:pt x="1379" y="404"/>
                </a:cubicBezTo>
                <a:cubicBezTo>
                  <a:pt x="1368" y="384"/>
                  <a:pt x="1355" y="363"/>
                  <a:pt x="1342" y="344"/>
                </a:cubicBezTo>
                <a:cubicBezTo>
                  <a:pt x="1329" y="324"/>
                  <a:pt x="1315" y="305"/>
                  <a:pt x="1300" y="286"/>
                </a:cubicBezTo>
                <a:cubicBezTo>
                  <a:pt x="1285" y="268"/>
                  <a:pt x="1270" y="250"/>
                  <a:pt x="1253" y="234"/>
                </a:cubicBezTo>
                <a:cubicBezTo>
                  <a:pt x="1236" y="217"/>
                  <a:pt x="1219" y="201"/>
                  <a:pt x="1201" y="186"/>
                </a:cubicBezTo>
                <a:cubicBezTo>
                  <a:pt x="1182" y="171"/>
                  <a:pt x="1163" y="157"/>
                  <a:pt x="1144" y="144"/>
                </a:cubicBezTo>
                <a:cubicBezTo>
                  <a:pt x="1124" y="131"/>
                  <a:pt x="1104" y="119"/>
                  <a:pt x="1083" y="108"/>
                </a:cubicBezTo>
                <a:cubicBezTo>
                  <a:pt x="1062" y="97"/>
                  <a:pt x="1041" y="87"/>
                  <a:pt x="1019" y="78"/>
                </a:cubicBezTo>
                <a:cubicBezTo>
                  <a:pt x="997" y="69"/>
                  <a:pt x="974" y="61"/>
                  <a:pt x="952" y="54"/>
                </a:cubicBezTo>
                <a:cubicBezTo>
                  <a:pt x="929" y="47"/>
                  <a:pt x="907" y="41"/>
                  <a:pt x="883" y="37"/>
                </a:cubicBezTo>
                <a:cubicBezTo>
                  <a:pt x="860" y="32"/>
                  <a:pt x="837" y="29"/>
                  <a:pt x="814" y="26"/>
                </a:cubicBezTo>
                <a:cubicBezTo>
                  <a:pt x="790" y="24"/>
                  <a:pt x="767" y="23"/>
                  <a:pt x="743" y="23"/>
                </a:cubicBezTo>
                <a:close/>
              </a:path>
            </a:pathLst>
          </a:custGeom>
          <a:solidFill>
            <a:srgbClr val="FFFFFF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036" name="圖片 1035"/>
          <p:cNvPicPr/>
          <p:nvPr/>
        </p:nvPicPr>
        <p:blipFill>
          <a:blip r:embed="rId5"/>
          <a:stretch>
            <a:fillRect/>
          </a:stretch>
        </p:blipFill>
        <p:spPr>
          <a:xfrm>
            <a:off x="7053120" y="1395720"/>
            <a:ext cx="12492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7" name="文字框 1036"/>
          <p:cNvSpPr txBox="1"/>
          <p:nvPr/>
        </p:nvSpPr>
        <p:spPr>
          <a:xfrm>
            <a:off x="4491720" y="1843560"/>
            <a:ext cx="10735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香港金融基础设施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38" name="文字框 1037"/>
          <p:cNvSpPr txBox="1"/>
          <p:nvPr/>
        </p:nvSpPr>
        <p:spPr>
          <a:xfrm>
            <a:off x="6530760" y="1843560"/>
            <a:ext cx="6714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数字人民币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39" name="任意多邊形 1038"/>
          <p:cNvSpPr/>
          <p:nvPr/>
        </p:nvSpPr>
        <p:spPr>
          <a:xfrm>
            <a:off x="542880" y="4119840"/>
            <a:ext cx="4705200" cy="1470960"/>
          </a:xfrm>
          <a:custGeom>
            <a:avLst/>
            <a:gdLst/>
            <a:ahLst/>
            <a:cxnLst/>
            <a:rect l="0" t="0" r="r" b="b"/>
            <a:pathLst>
              <a:path w="13070" h="4086">
                <a:moveTo>
                  <a:pt x="0" y="3900"/>
                </a:moveTo>
                <a:lnTo>
                  <a:pt x="0" y="185"/>
                </a:lnTo>
                <a:cubicBezTo>
                  <a:pt x="0" y="173"/>
                  <a:pt x="2" y="161"/>
                  <a:pt x="4" y="149"/>
                </a:cubicBezTo>
                <a:cubicBezTo>
                  <a:pt x="6" y="137"/>
                  <a:pt x="10" y="125"/>
                  <a:pt x="14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5"/>
                  <a:pt x="73" y="38"/>
                  <a:pt x="83" y="31"/>
                </a:cubicBezTo>
                <a:cubicBezTo>
                  <a:pt x="93" y="24"/>
                  <a:pt x="104" y="18"/>
                  <a:pt x="115" y="14"/>
                </a:cubicBezTo>
                <a:cubicBezTo>
                  <a:pt x="126" y="9"/>
                  <a:pt x="138" y="5"/>
                  <a:pt x="150" y="3"/>
                </a:cubicBezTo>
                <a:cubicBezTo>
                  <a:pt x="162" y="1"/>
                  <a:pt x="174" y="0"/>
                  <a:pt x="186" y="0"/>
                </a:cubicBezTo>
                <a:lnTo>
                  <a:pt x="12885" y="0"/>
                </a:lnTo>
                <a:cubicBezTo>
                  <a:pt x="12897" y="0"/>
                  <a:pt x="12909" y="1"/>
                  <a:pt x="12921" y="3"/>
                </a:cubicBezTo>
                <a:cubicBezTo>
                  <a:pt x="12933" y="5"/>
                  <a:pt x="12944" y="9"/>
                  <a:pt x="12956" y="14"/>
                </a:cubicBezTo>
                <a:cubicBezTo>
                  <a:pt x="12967" y="18"/>
                  <a:pt x="12978" y="24"/>
                  <a:pt x="12988" y="31"/>
                </a:cubicBezTo>
                <a:cubicBezTo>
                  <a:pt x="12998" y="38"/>
                  <a:pt x="13007" y="45"/>
                  <a:pt x="13016" y="54"/>
                </a:cubicBezTo>
                <a:cubicBezTo>
                  <a:pt x="13025" y="63"/>
                  <a:pt x="13032" y="72"/>
                  <a:pt x="13039" y="82"/>
                </a:cubicBezTo>
                <a:cubicBezTo>
                  <a:pt x="13046" y="92"/>
                  <a:pt x="13051" y="103"/>
                  <a:pt x="13056" y="114"/>
                </a:cubicBezTo>
                <a:cubicBezTo>
                  <a:pt x="13061" y="125"/>
                  <a:pt x="13064" y="137"/>
                  <a:pt x="13067" y="149"/>
                </a:cubicBezTo>
                <a:cubicBezTo>
                  <a:pt x="13069" y="161"/>
                  <a:pt x="13070" y="173"/>
                  <a:pt x="13070" y="185"/>
                </a:cubicBezTo>
                <a:lnTo>
                  <a:pt x="13070" y="3900"/>
                </a:lnTo>
                <a:cubicBezTo>
                  <a:pt x="13070" y="3913"/>
                  <a:pt x="13069" y="3925"/>
                  <a:pt x="13067" y="3937"/>
                </a:cubicBezTo>
                <a:cubicBezTo>
                  <a:pt x="13064" y="3949"/>
                  <a:pt x="13061" y="3960"/>
                  <a:pt x="13056" y="3971"/>
                </a:cubicBezTo>
                <a:cubicBezTo>
                  <a:pt x="13051" y="3983"/>
                  <a:pt x="13046" y="3993"/>
                  <a:pt x="13039" y="4003"/>
                </a:cubicBezTo>
                <a:cubicBezTo>
                  <a:pt x="13032" y="4014"/>
                  <a:pt x="13025" y="4023"/>
                  <a:pt x="13016" y="4032"/>
                </a:cubicBezTo>
                <a:cubicBezTo>
                  <a:pt x="13007" y="4040"/>
                  <a:pt x="12998" y="4048"/>
                  <a:pt x="12988" y="4055"/>
                </a:cubicBezTo>
                <a:cubicBezTo>
                  <a:pt x="12978" y="4062"/>
                  <a:pt x="12967" y="4067"/>
                  <a:pt x="12956" y="4072"/>
                </a:cubicBezTo>
                <a:cubicBezTo>
                  <a:pt x="12944" y="4077"/>
                  <a:pt x="12933" y="4080"/>
                  <a:pt x="12921" y="4082"/>
                </a:cubicBezTo>
                <a:cubicBezTo>
                  <a:pt x="12909" y="4085"/>
                  <a:pt x="12897" y="4086"/>
                  <a:pt x="12885" y="4086"/>
                </a:cubicBezTo>
                <a:lnTo>
                  <a:pt x="186" y="4086"/>
                </a:lnTo>
                <a:cubicBezTo>
                  <a:pt x="174" y="4086"/>
                  <a:pt x="162" y="4085"/>
                  <a:pt x="150" y="4082"/>
                </a:cubicBezTo>
                <a:cubicBezTo>
                  <a:pt x="138" y="4080"/>
                  <a:pt x="126" y="4077"/>
                  <a:pt x="115" y="4072"/>
                </a:cubicBezTo>
                <a:cubicBezTo>
                  <a:pt x="104" y="4067"/>
                  <a:pt x="93" y="4062"/>
                  <a:pt x="83" y="4055"/>
                </a:cubicBezTo>
                <a:cubicBezTo>
                  <a:pt x="73" y="4048"/>
                  <a:pt x="63" y="4040"/>
                  <a:pt x="55" y="4032"/>
                </a:cubicBezTo>
                <a:cubicBezTo>
                  <a:pt x="46" y="4023"/>
                  <a:pt x="38" y="4014"/>
                  <a:pt x="32" y="4003"/>
                </a:cubicBezTo>
                <a:cubicBezTo>
                  <a:pt x="25" y="3993"/>
                  <a:pt x="19" y="3983"/>
                  <a:pt x="14" y="3971"/>
                </a:cubicBezTo>
                <a:cubicBezTo>
                  <a:pt x="10" y="3960"/>
                  <a:pt x="6" y="3949"/>
                  <a:pt x="4" y="3937"/>
                </a:cubicBezTo>
                <a:cubicBezTo>
                  <a:pt x="2" y="3925"/>
                  <a:pt x="0" y="3913"/>
                  <a:pt x="0" y="3900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040" name="圖片 1039"/>
          <p:cNvPicPr/>
          <p:nvPr/>
        </p:nvPicPr>
        <p:blipFill>
          <a:blip r:embed="rId6"/>
          <a:stretch>
            <a:fillRect/>
          </a:stretch>
        </p:blipFill>
        <p:spPr>
          <a:xfrm>
            <a:off x="676800" y="428688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1" name="文字框 1040"/>
          <p:cNvSpPr txBox="1"/>
          <p:nvPr/>
        </p:nvSpPr>
        <p:spPr>
          <a:xfrm>
            <a:off x="7199280" y="1848240"/>
            <a:ext cx="5122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(e-CNY)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42" name="任意多邊形 1041"/>
          <p:cNvSpPr/>
          <p:nvPr/>
        </p:nvSpPr>
        <p:spPr>
          <a:xfrm>
            <a:off x="701640" y="462960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5"/>
                  <a:pt x="116" y="73"/>
                  <a:pt x="113" y="81"/>
                </a:cubicBezTo>
                <a:cubicBezTo>
                  <a:pt x="110" y="88"/>
                  <a:pt x="106" y="94"/>
                  <a:pt x="100" y="100"/>
                </a:cubicBezTo>
                <a:cubicBezTo>
                  <a:pt x="95" y="105"/>
                  <a:pt x="89" y="109"/>
                  <a:pt x="82" y="112"/>
                </a:cubicBezTo>
                <a:cubicBezTo>
                  <a:pt x="74" y="115"/>
                  <a:pt x="66" y="117"/>
                  <a:pt x="58" y="117"/>
                </a:cubicBezTo>
                <a:cubicBezTo>
                  <a:pt x="51" y="117"/>
                  <a:pt x="43" y="115"/>
                  <a:pt x="36" y="112"/>
                </a:cubicBezTo>
                <a:cubicBezTo>
                  <a:pt x="29" y="109"/>
                  <a:pt x="23" y="105"/>
                  <a:pt x="17" y="100"/>
                </a:cubicBezTo>
                <a:cubicBezTo>
                  <a:pt x="12" y="94"/>
                  <a:pt x="8" y="88"/>
                  <a:pt x="5" y="81"/>
                </a:cubicBezTo>
                <a:cubicBezTo>
                  <a:pt x="2" y="73"/>
                  <a:pt x="0" y="65"/>
                  <a:pt x="0" y="58"/>
                </a:cubicBezTo>
                <a:cubicBezTo>
                  <a:pt x="0" y="50"/>
                  <a:pt x="2" y="42"/>
                  <a:pt x="5" y="35"/>
                </a:cubicBezTo>
                <a:cubicBezTo>
                  <a:pt x="8" y="28"/>
                  <a:pt x="12" y="22"/>
                  <a:pt x="17" y="17"/>
                </a:cubicBezTo>
                <a:cubicBezTo>
                  <a:pt x="23" y="11"/>
                  <a:pt x="29" y="7"/>
                  <a:pt x="36" y="4"/>
                </a:cubicBezTo>
                <a:cubicBezTo>
                  <a:pt x="43" y="1"/>
                  <a:pt x="51" y="0"/>
                  <a:pt x="58" y="0"/>
                </a:cubicBezTo>
                <a:cubicBezTo>
                  <a:pt x="66" y="0"/>
                  <a:pt x="74" y="1"/>
                  <a:pt x="82" y="4"/>
                </a:cubicBezTo>
                <a:cubicBezTo>
                  <a:pt x="89" y="7"/>
                  <a:pt x="95" y="11"/>
                  <a:pt x="100" y="17"/>
                </a:cubicBezTo>
                <a:cubicBezTo>
                  <a:pt x="106" y="22"/>
                  <a:pt x="110" y="28"/>
                  <a:pt x="113" y="35"/>
                </a:cubicBezTo>
                <a:cubicBezTo>
                  <a:pt x="116" y="42"/>
                  <a:pt x="117" y="50"/>
                  <a:pt x="117" y="58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43" name="文字框 1042"/>
          <p:cNvSpPr txBox="1"/>
          <p:nvPr/>
        </p:nvSpPr>
        <p:spPr>
          <a:xfrm>
            <a:off x="910800" y="4268160"/>
            <a:ext cx="100656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关键基础设施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44" name="文字框 1043"/>
          <p:cNvSpPr txBox="1"/>
          <p:nvPr/>
        </p:nvSpPr>
        <p:spPr>
          <a:xfrm>
            <a:off x="844200" y="4567680"/>
            <a:ext cx="537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转数快（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45" name="文字框 1044"/>
          <p:cNvSpPr txBox="1"/>
          <p:nvPr/>
        </p:nvSpPr>
        <p:spPr>
          <a:xfrm>
            <a:off x="1378800" y="4572360"/>
            <a:ext cx="2437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FPS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46" name="文字框 1045"/>
          <p:cNvSpPr txBox="1"/>
          <p:nvPr/>
        </p:nvSpPr>
        <p:spPr>
          <a:xfrm>
            <a:off x="1621440" y="4567680"/>
            <a:ext cx="20124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）系统：香港居民通过本地银行为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47" name="文字框 1046"/>
          <p:cNvSpPr txBox="1"/>
          <p:nvPr/>
        </p:nvSpPr>
        <p:spPr>
          <a:xfrm>
            <a:off x="3627000" y="4572360"/>
            <a:ext cx="4075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e-CNY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48" name="任意多邊形 1047"/>
          <p:cNvSpPr/>
          <p:nvPr/>
        </p:nvSpPr>
        <p:spPr>
          <a:xfrm>
            <a:off x="701640" y="4863240"/>
            <a:ext cx="42120" cy="42480"/>
          </a:xfrm>
          <a:custGeom>
            <a:avLst/>
            <a:gdLst/>
            <a:ahLst/>
            <a:cxnLst/>
            <a:rect l="0" t="0" r="r" b="b"/>
            <a:pathLst>
              <a:path w="117" h="118">
                <a:moveTo>
                  <a:pt x="117" y="60"/>
                </a:moveTo>
                <a:cubicBezTo>
                  <a:pt x="117" y="67"/>
                  <a:pt x="116" y="75"/>
                  <a:pt x="113" y="82"/>
                </a:cubicBezTo>
                <a:cubicBezTo>
                  <a:pt x="110" y="89"/>
                  <a:pt x="106" y="95"/>
                  <a:pt x="100" y="101"/>
                </a:cubicBezTo>
                <a:cubicBezTo>
                  <a:pt x="95" y="106"/>
                  <a:pt x="89" y="110"/>
                  <a:pt x="82" y="113"/>
                </a:cubicBezTo>
                <a:cubicBezTo>
                  <a:pt x="74" y="116"/>
                  <a:pt x="66" y="118"/>
                  <a:pt x="58" y="118"/>
                </a:cubicBezTo>
                <a:cubicBezTo>
                  <a:pt x="51" y="118"/>
                  <a:pt x="43" y="116"/>
                  <a:pt x="36" y="113"/>
                </a:cubicBezTo>
                <a:cubicBezTo>
                  <a:pt x="29" y="110"/>
                  <a:pt x="23" y="106"/>
                  <a:pt x="17" y="101"/>
                </a:cubicBezTo>
                <a:cubicBezTo>
                  <a:pt x="12" y="95"/>
                  <a:pt x="8" y="89"/>
                  <a:pt x="5" y="82"/>
                </a:cubicBezTo>
                <a:cubicBezTo>
                  <a:pt x="2" y="75"/>
                  <a:pt x="0" y="67"/>
                  <a:pt x="0" y="60"/>
                </a:cubicBezTo>
                <a:cubicBezTo>
                  <a:pt x="0" y="52"/>
                  <a:pt x="2" y="44"/>
                  <a:pt x="5" y="37"/>
                </a:cubicBezTo>
                <a:cubicBezTo>
                  <a:pt x="8" y="30"/>
                  <a:pt x="12" y="24"/>
                  <a:pt x="17" y="18"/>
                </a:cubicBezTo>
                <a:cubicBezTo>
                  <a:pt x="23" y="13"/>
                  <a:pt x="29" y="9"/>
                  <a:pt x="36" y="6"/>
                </a:cubicBezTo>
                <a:cubicBezTo>
                  <a:pt x="43" y="2"/>
                  <a:pt x="51" y="0"/>
                  <a:pt x="58" y="0"/>
                </a:cubicBezTo>
                <a:cubicBezTo>
                  <a:pt x="66" y="0"/>
                  <a:pt x="74" y="2"/>
                  <a:pt x="82" y="6"/>
                </a:cubicBezTo>
                <a:cubicBezTo>
                  <a:pt x="89" y="9"/>
                  <a:pt x="95" y="13"/>
                  <a:pt x="100" y="18"/>
                </a:cubicBezTo>
                <a:cubicBezTo>
                  <a:pt x="106" y="24"/>
                  <a:pt x="110" y="30"/>
                  <a:pt x="113" y="37"/>
                </a:cubicBezTo>
                <a:cubicBezTo>
                  <a:pt x="116" y="44"/>
                  <a:pt x="117" y="52"/>
                  <a:pt x="117" y="6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49" name="文字框 1048"/>
          <p:cNvSpPr txBox="1"/>
          <p:nvPr/>
        </p:nvSpPr>
        <p:spPr>
          <a:xfrm>
            <a:off x="4032360" y="4567680"/>
            <a:ext cx="537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钱包充值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50" name="文字框 1049"/>
          <p:cNvSpPr txBox="1"/>
          <p:nvPr/>
        </p:nvSpPr>
        <p:spPr>
          <a:xfrm>
            <a:off x="844200" y="4801680"/>
            <a:ext cx="1476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持牌虚拟资产交易平台（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51" name="文字框 1050"/>
          <p:cNvSpPr txBox="1"/>
          <p:nvPr/>
        </p:nvSpPr>
        <p:spPr>
          <a:xfrm>
            <a:off x="2314800" y="4806360"/>
            <a:ext cx="3470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VATP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52" name="任意多邊形 1051"/>
          <p:cNvSpPr/>
          <p:nvPr/>
        </p:nvSpPr>
        <p:spPr>
          <a:xfrm>
            <a:off x="701640" y="5097240"/>
            <a:ext cx="42120" cy="42480"/>
          </a:xfrm>
          <a:custGeom>
            <a:avLst/>
            <a:gdLst/>
            <a:ahLst/>
            <a:cxnLst/>
            <a:rect l="0" t="0" r="r" b="b"/>
            <a:pathLst>
              <a:path w="117" h="118">
                <a:moveTo>
                  <a:pt x="117" y="59"/>
                </a:moveTo>
                <a:cubicBezTo>
                  <a:pt x="117" y="67"/>
                  <a:pt x="116" y="75"/>
                  <a:pt x="113" y="82"/>
                </a:cubicBezTo>
                <a:cubicBezTo>
                  <a:pt x="110" y="89"/>
                  <a:pt x="106" y="95"/>
                  <a:pt x="100" y="101"/>
                </a:cubicBezTo>
                <a:cubicBezTo>
                  <a:pt x="95" y="106"/>
                  <a:pt x="89" y="110"/>
                  <a:pt x="82" y="113"/>
                </a:cubicBezTo>
                <a:cubicBezTo>
                  <a:pt x="74" y="116"/>
                  <a:pt x="66" y="118"/>
                  <a:pt x="58" y="118"/>
                </a:cubicBezTo>
                <a:cubicBezTo>
                  <a:pt x="51" y="118"/>
                  <a:pt x="43" y="116"/>
                  <a:pt x="36" y="113"/>
                </a:cubicBezTo>
                <a:cubicBezTo>
                  <a:pt x="29" y="110"/>
                  <a:pt x="23" y="106"/>
                  <a:pt x="17" y="101"/>
                </a:cubicBezTo>
                <a:cubicBezTo>
                  <a:pt x="12" y="95"/>
                  <a:pt x="8" y="89"/>
                  <a:pt x="5" y="82"/>
                </a:cubicBezTo>
                <a:cubicBezTo>
                  <a:pt x="2" y="75"/>
                  <a:pt x="0" y="67"/>
                  <a:pt x="0" y="59"/>
                </a:cubicBezTo>
                <a:cubicBezTo>
                  <a:pt x="0" y="51"/>
                  <a:pt x="2" y="43"/>
                  <a:pt x="5" y="36"/>
                </a:cubicBezTo>
                <a:cubicBezTo>
                  <a:pt x="8" y="29"/>
                  <a:pt x="12" y="23"/>
                  <a:pt x="17" y="17"/>
                </a:cubicBezTo>
                <a:cubicBezTo>
                  <a:pt x="23" y="12"/>
                  <a:pt x="29" y="8"/>
                  <a:pt x="36" y="5"/>
                </a:cubicBezTo>
                <a:cubicBezTo>
                  <a:pt x="43" y="2"/>
                  <a:pt x="51" y="0"/>
                  <a:pt x="58" y="0"/>
                </a:cubicBezTo>
                <a:cubicBezTo>
                  <a:pt x="66" y="0"/>
                  <a:pt x="74" y="2"/>
                  <a:pt x="82" y="5"/>
                </a:cubicBezTo>
                <a:cubicBezTo>
                  <a:pt x="89" y="8"/>
                  <a:pt x="95" y="12"/>
                  <a:pt x="100" y="17"/>
                </a:cubicBezTo>
                <a:cubicBezTo>
                  <a:pt x="106" y="23"/>
                  <a:pt x="110" y="29"/>
                  <a:pt x="113" y="36"/>
                </a:cubicBezTo>
                <a:cubicBezTo>
                  <a:pt x="116" y="43"/>
                  <a:pt x="117" y="51"/>
                  <a:pt x="117" y="59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53" name="文字框 1052"/>
          <p:cNvSpPr txBox="1"/>
          <p:nvPr/>
        </p:nvSpPr>
        <p:spPr>
          <a:xfrm>
            <a:off x="2640960" y="4801680"/>
            <a:ext cx="13417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）：提供合规兑换渠道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54" name="文字框 1053"/>
          <p:cNvSpPr txBox="1"/>
          <p:nvPr/>
        </p:nvSpPr>
        <p:spPr>
          <a:xfrm>
            <a:off x="844200" y="5040360"/>
            <a:ext cx="5684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mBridge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55" name="文字框 1054"/>
          <p:cNvSpPr txBox="1"/>
          <p:nvPr/>
        </p:nvSpPr>
        <p:spPr>
          <a:xfrm>
            <a:off x="1410120" y="5035680"/>
            <a:ext cx="9396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项目：连接不同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56" name="文字框 1055"/>
          <p:cNvSpPr txBox="1"/>
          <p:nvPr/>
        </p:nvSpPr>
        <p:spPr>
          <a:xfrm>
            <a:off x="2346120" y="5040360"/>
            <a:ext cx="3834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CBDC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57" name="任意多邊形 1056"/>
          <p:cNvSpPr/>
          <p:nvPr/>
        </p:nvSpPr>
        <p:spPr>
          <a:xfrm>
            <a:off x="5448240" y="4119840"/>
            <a:ext cx="4705200" cy="1470960"/>
          </a:xfrm>
          <a:custGeom>
            <a:avLst/>
            <a:gdLst/>
            <a:ahLst/>
            <a:cxnLst/>
            <a:rect l="0" t="0" r="r" b="b"/>
            <a:pathLst>
              <a:path w="13070" h="4086">
                <a:moveTo>
                  <a:pt x="0" y="3900"/>
                </a:moveTo>
                <a:lnTo>
                  <a:pt x="0" y="185"/>
                </a:lnTo>
                <a:cubicBezTo>
                  <a:pt x="0" y="173"/>
                  <a:pt x="2" y="161"/>
                  <a:pt x="4" y="149"/>
                </a:cubicBezTo>
                <a:cubicBezTo>
                  <a:pt x="6" y="137"/>
                  <a:pt x="10" y="125"/>
                  <a:pt x="15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5"/>
                  <a:pt x="73" y="38"/>
                  <a:pt x="83" y="31"/>
                </a:cubicBezTo>
                <a:cubicBezTo>
                  <a:pt x="93" y="24"/>
                  <a:pt x="104" y="18"/>
                  <a:pt x="115" y="14"/>
                </a:cubicBezTo>
                <a:cubicBezTo>
                  <a:pt x="126" y="9"/>
                  <a:pt x="138" y="5"/>
                  <a:pt x="150" y="3"/>
                </a:cubicBezTo>
                <a:cubicBezTo>
                  <a:pt x="162" y="1"/>
                  <a:pt x="174" y="0"/>
                  <a:pt x="186" y="0"/>
                </a:cubicBezTo>
                <a:lnTo>
                  <a:pt x="12885" y="0"/>
                </a:lnTo>
                <a:cubicBezTo>
                  <a:pt x="12897" y="0"/>
                  <a:pt x="12909" y="1"/>
                  <a:pt x="12921" y="3"/>
                </a:cubicBezTo>
                <a:cubicBezTo>
                  <a:pt x="12933" y="5"/>
                  <a:pt x="12944" y="9"/>
                  <a:pt x="12956" y="14"/>
                </a:cubicBezTo>
                <a:cubicBezTo>
                  <a:pt x="12967" y="18"/>
                  <a:pt x="12978" y="24"/>
                  <a:pt x="12988" y="31"/>
                </a:cubicBezTo>
                <a:cubicBezTo>
                  <a:pt x="12998" y="38"/>
                  <a:pt x="13007" y="45"/>
                  <a:pt x="13016" y="54"/>
                </a:cubicBezTo>
                <a:cubicBezTo>
                  <a:pt x="13025" y="63"/>
                  <a:pt x="13032" y="72"/>
                  <a:pt x="13039" y="82"/>
                </a:cubicBezTo>
                <a:cubicBezTo>
                  <a:pt x="13046" y="92"/>
                  <a:pt x="13052" y="103"/>
                  <a:pt x="13056" y="114"/>
                </a:cubicBezTo>
                <a:cubicBezTo>
                  <a:pt x="13061" y="125"/>
                  <a:pt x="13064" y="137"/>
                  <a:pt x="13067" y="149"/>
                </a:cubicBezTo>
                <a:cubicBezTo>
                  <a:pt x="13069" y="161"/>
                  <a:pt x="13070" y="173"/>
                  <a:pt x="13070" y="185"/>
                </a:cubicBezTo>
                <a:lnTo>
                  <a:pt x="13070" y="3900"/>
                </a:lnTo>
                <a:cubicBezTo>
                  <a:pt x="13070" y="3913"/>
                  <a:pt x="13069" y="3925"/>
                  <a:pt x="13067" y="3937"/>
                </a:cubicBezTo>
                <a:cubicBezTo>
                  <a:pt x="13064" y="3949"/>
                  <a:pt x="13061" y="3960"/>
                  <a:pt x="13056" y="3971"/>
                </a:cubicBezTo>
                <a:cubicBezTo>
                  <a:pt x="13052" y="3983"/>
                  <a:pt x="13046" y="3993"/>
                  <a:pt x="13039" y="4003"/>
                </a:cubicBezTo>
                <a:cubicBezTo>
                  <a:pt x="13032" y="4014"/>
                  <a:pt x="13025" y="4023"/>
                  <a:pt x="13016" y="4032"/>
                </a:cubicBezTo>
                <a:cubicBezTo>
                  <a:pt x="13007" y="4040"/>
                  <a:pt x="12998" y="4048"/>
                  <a:pt x="12988" y="4055"/>
                </a:cubicBezTo>
                <a:cubicBezTo>
                  <a:pt x="12978" y="4062"/>
                  <a:pt x="12967" y="4067"/>
                  <a:pt x="12956" y="4072"/>
                </a:cubicBezTo>
                <a:cubicBezTo>
                  <a:pt x="12944" y="4077"/>
                  <a:pt x="12933" y="4080"/>
                  <a:pt x="12921" y="4082"/>
                </a:cubicBezTo>
                <a:cubicBezTo>
                  <a:pt x="12909" y="4085"/>
                  <a:pt x="12897" y="4086"/>
                  <a:pt x="12885" y="4086"/>
                </a:cubicBezTo>
                <a:lnTo>
                  <a:pt x="186" y="4086"/>
                </a:lnTo>
                <a:cubicBezTo>
                  <a:pt x="174" y="4086"/>
                  <a:pt x="162" y="4085"/>
                  <a:pt x="150" y="4082"/>
                </a:cubicBezTo>
                <a:cubicBezTo>
                  <a:pt x="138" y="4080"/>
                  <a:pt x="126" y="4077"/>
                  <a:pt x="115" y="4072"/>
                </a:cubicBezTo>
                <a:cubicBezTo>
                  <a:pt x="104" y="4067"/>
                  <a:pt x="93" y="4062"/>
                  <a:pt x="83" y="4055"/>
                </a:cubicBezTo>
                <a:cubicBezTo>
                  <a:pt x="73" y="4048"/>
                  <a:pt x="63" y="4040"/>
                  <a:pt x="55" y="4032"/>
                </a:cubicBezTo>
                <a:cubicBezTo>
                  <a:pt x="46" y="4023"/>
                  <a:pt x="38" y="4014"/>
                  <a:pt x="32" y="4003"/>
                </a:cubicBezTo>
                <a:cubicBezTo>
                  <a:pt x="25" y="3993"/>
                  <a:pt x="19" y="3983"/>
                  <a:pt x="15" y="3971"/>
                </a:cubicBezTo>
                <a:cubicBezTo>
                  <a:pt x="10" y="3960"/>
                  <a:pt x="6" y="3949"/>
                  <a:pt x="4" y="3937"/>
                </a:cubicBezTo>
                <a:cubicBezTo>
                  <a:pt x="2" y="3925"/>
                  <a:pt x="0" y="3913"/>
                  <a:pt x="0" y="3900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058" name="圖片 1057"/>
          <p:cNvPicPr/>
          <p:nvPr/>
        </p:nvPicPr>
        <p:blipFill>
          <a:blip r:embed="rId7"/>
          <a:stretch>
            <a:fillRect/>
          </a:stretch>
        </p:blipFill>
        <p:spPr>
          <a:xfrm>
            <a:off x="5582160" y="4286880"/>
            <a:ext cx="12492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9" name="文字框 1058"/>
          <p:cNvSpPr txBox="1"/>
          <p:nvPr/>
        </p:nvSpPr>
        <p:spPr>
          <a:xfrm>
            <a:off x="2727360" y="5035680"/>
            <a:ext cx="1878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和商业银行资金的跨境结算平台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60" name="任意多邊形 1059"/>
          <p:cNvSpPr/>
          <p:nvPr/>
        </p:nvSpPr>
        <p:spPr>
          <a:xfrm>
            <a:off x="5607000" y="4629600"/>
            <a:ext cx="42480" cy="42120"/>
          </a:xfrm>
          <a:custGeom>
            <a:avLst/>
            <a:gdLst/>
            <a:ahLst/>
            <a:cxnLst/>
            <a:rect l="0" t="0" r="r" b="b"/>
            <a:pathLst>
              <a:path w="118" h="117">
                <a:moveTo>
                  <a:pt x="118" y="58"/>
                </a:moveTo>
                <a:cubicBezTo>
                  <a:pt x="118" y="65"/>
                  <a:pt x="116" y="73"/>
                  <a:pt x="113" y="81"/>
                </a:cubicBezTo>
                <a:cubicBezTo>
                  <a:pt x="110" y="88"/>
                  <a:pt x="106" y="94"/>
                  <a:pt x="101" y="100"/>
                </a:cubicBezTo>
                <a:cubicBezTo>
                  <a:pt x="95" y="105"/>
                  <a:pt x="89" y="109"/>
                  <a:pt x="82" y="112"/>
                </a:cubicBezTo>
                <a:cubicBezTo>
                  <a:pt x="75" y="115"/>
                  <a:pt x="67" y="117"/>
                  <a:pt x="59" y="117"/>
                </a:cubicBezTo>
                <a:cubicBezTo>
                  <a:pt x="52" y="117"/>
                  <a:pt x="44" y="115"/>
                  <a:pt x="37" y="112"/>
                </a:cubicBezTo>
                <a:cubicBezTo>
                  <a:pt x="30" y="109"/>
                  <a:pt x="23" y="105"/>
                  <a:pt x="17" y="100"/>
                </a:cubicBezTo>
                <a:cubicBezTo>
                  <a:pt x="12" y="94"/>
                  <a:pt x="8" y="88"/>
                  <a:pt x="5" y="81"/>
                </a:cubicBezTo>
                <a:cubicBezTo>
                  <a:pt x="2" y="73"/>
                  <a:pt x="0" y="65"/>
                  <a:pt x="0" y="58"/>
                </a:cubicBezTo>
                <a:cubicBezTo>
                  <a:pt x="0" y="50"/>
                  <a:pt x="2" y="42"/>
                  <a:pt x="5" y="35"/>
                </a:cubicBezTo>
                <a:cubicBezTo>
                  <a:pt x="8" y="28"/>
                  <a:pt x="12" y="22"/>
                  <a:pt x="17" y="17"/>
                </a:cubicBezTo>
                <a:cubicBezTo>
                  <a:pt x="23" y="11"/>
                  <a:pt x="30" y="7"/>
                  <a:pt x="37" y="4"/>
                </a:cubicBezTo>
                <a:cubicBezTo>
                  <a:pt x="44" y="1"/>
                  <a:pt x="52" y="0"/>
                  <a:pt x="59" y="0"/>
                </a:cubicBezTo>
                <a:cubicBezTo>
                  <a:pt x="67" y="0"/>
                  <a:pt x="75" y="1"/>
                  <a:pt x="82" y="4"/>
                </a:cubicBezTo>
                <a:cubicBezTo>
                  <a:pt x="89" y="7"/>
                  <a:pt x="95" y="11"/>
                  <a:pt x="101" y="17"/>
                </a:cubicBezTo>
                <a:cubicBezTo>
                  <a:pt x="106" y="22"/>
                  <a:pt x="110" y="28"/>
                  <a:pt x="113" y="35"/>
                </a:cubicBezTo>
                <a:cubicBezTo>
                  <a:pt x="116" y="42"/>
                  <a:pt x="118" y="50"/>
                  <a:pt x="118" y="58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61" name="文字框 1060"/>
          <p:cNvSpPr txBox="1"/>
          <p:nvPr/>
        </p:nvSpPr>
        <p:spPr>
          <a:xfrm>
            <a:off x="5774400" y="4268160"/>
            <a:ext cx="83880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现状与展望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62" name="文字框 1061"/>
          <p:cNvSpPr txBox="1"/>
          <p:nvPr/>
        </p:nvSpPr>
        <p:spPr>
          <a:xfrm>
            <a:off x="5749560" y="4567680"/>
            <a:ext cx="9396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零售层面：路径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63" name="文字框 1062"/>
          <p:cNvSpPr txBox="1"/>
          <p:nvPr/>
        </p:nvSpPr>
        <p:spPr>
          <a:xfrm>
            <a:off x="6685200" y="457236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64" name="文字框 1063"/>
          <p:cNvSpPr txBox="1"/>
          <p:nvPr/>
        </p:nvSpPr>
        <p:spPr>
          <a:xfrm>
            <a:off x="6770520" y="4567680"/>
            <a:ext cx="12078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相对可行，但受香港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65" name="文字框 1064"/>
          <p:cNvSpPr txBox="1"/>
          <p:nvPr/>
        </p:nvSpPr>
        <p:spPr>
          <a:xfrm>
            <a:off x="7973640" y="4572360"/>
            <a:ext cx="5914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AML/KYC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66" name="任意多邊形 1065"/>
          <p:cNvSpPr/>
          <p:nvPr/>
        </p:nvSpPr>
        <p:spPr>
          <a:xfrm>
            <a:off x="5607000" y="4863240"/>
            <a:ext cx="42480" cy="42480"/>
          </a:xfrm>
          <a:custGeom>
            <a:avLst/>
            <a:gdLst/>
            <a:ahLst/>
            <a:cxnLst/>
            <a:rect l="0" t="0" r="r" b="b"/>
            <a:pathLst>
              <a:path w="118" h="118">
                <a:moveTo>
                  <a:pt x="118" y="60"/>
                </a:moveTo>
                <a:cubicBezTo>
                  <a:pt x="118" y="67"/>
                  <a:pt x="116" y="75"/>
                  <a:pt x="113" y="82"/>
                </a:cubicBezTo>
                <a:cubicBezTo>
                  <a:pt x="110" y="89"/>
                  <a:pt x="106" y="95"/>
                  <a:pt x="101" y="101"/>
                </a:cubicBezTo>
                <a:cubicBezTo>
                  <a:pt x="95" y="106"/>
                  <a:pt x="89" y="110"/>
                  <a:pt x="82" y="113"/>
                </a:cubicBezTo>
                <a:cubicBezTo>
                  <a:pt x="75" y="116"/>
                  <a:pt x="67" y="118"/>
                  <a:pt x="59" y="118"/>
                </a:cubicBezTo>
                <a:cubicBezTo>
                  <a:pt x="52" y="118"/>
                  <a:pt x="44" y="116"/>
                  <a:pt x="37" y="113"/>
                </a:cubicBezTo>
                <a:cubicBezTo>
                  <a:pt x="30" y="110"/>
                  <a:pt x="23" y="106"/>
                  <a:pt x="17" y="101"/>
                </a:cubicBezTo>
                <a:cubicBezTo>
                  <a:pt x="12" y="95"/>
                  <a:pt x="8" y="89"/>
                  <a:pt x="5" y="82"/>
                </a:cubicBezTo>
                <a:cubicBezTo>
                  <a:pt x="2" y="75"/>
                  <a:pt x="0" y="67"/>
                  <a:pt x="0" y="60"/>
                </a:cubicBezTo>
                <a:cubicBezTo>
                  <a:pt x="0" y="52"/>
                  <a:pt x="2" y="44"/>
                  <a:pt x="5" y="37"/>
                </a:cubicBezTo>
                <a:cubicBezTo>
                  <a:pt x="8" y="30"/>
                  <a:pt x="12" y="24"/>
                  <a:pt x="17" y="18"/>
                </a:cubicBezTo>
                <a:cubicBezTo>
                  <a:pt x="23" y="13"/>
                  <a:pt x="30" y="9"/>
                  <a:pt x="37" y="6"/>
                </a:cubicBezTo>
                <a:cubicBezTo>
                  <a:pt x="44" y="2"/>
                  <a:pt x="52" y="0"/>
                  <a:pt x="59" y="0"/>
                </a:cubicBezTo>
                <a:cubicBezTo>
                  <a:pt x="67" y="0"/>
                  <a:pt x="75" y="2"/>
                  <a:pt x="82" y="6"/>
                </a:cubicBezTo>
                <a:cubicBezTo>
                  <a:pt x="89" y="9"/>
                  <a:pt x="95" y="13"/>
                  <a:pt x="101" y="18"/>
                </a:cubicBezTo>
                <a:cubicBezTo>
                  <a:pt x="106" y="24"/>
                  <a:pt x="110" y="30"/>
                  <a:pt x="113" y="37"/>
                </a:cubicBezTo>
                <a:cubicBezTo>
                  <a:pt x="116" y="44"/>
                  <a:pt x="118" y="52"/>
                  <a:pt x="118" y="6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67" name="文字框 1066"/>
          <p:cNvSpPr txBox="1"/>
          <p:nvPr/>
        </p:nvSpPr>
        <p:spPr>
          <a:xfrm>
            <a:off x="8550720" y="4567680"/>
            <a:ext cx="537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规定限制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68" name="文字框 1067"/>
          <p:cNvSpPr txBox="1"/>
          <p:nvPr/>
        </p:nvSpPr>
        <p:spPr>
          <a:xfrm>
            <a:off x="5749560" y="4801680"/>
            <a:ext cx="9396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企业层面：路径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69" name="文字框 1068"/>
          <p:cNvSpPr txBox="1"/>
          <p:nvPr/>
        </p:nvSpPr>
        <p:spPr>
          <a:xfrm>
            <a:off x="6685200" y="480636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70" name="任意多邊形 1069"/>
          <p:cNvSpPr/>
          <p:nvPr/>
        </p:nvSpPr>
        <p:spPr>
          <a:xfrm>
            <a:off x="5607000" y="5097240"/>
            <a:ext cx="42480" cy="42480"/>
          </a:xfrm>
          <a:custGeom>
            <a:avLst/>
            <a:gdLst/>
            <a:ahLst/>
            <a:cxnLst/>
            <a:rect l="0" t="0" r="r" b="b"/>
            <a:pathLst>
              <a:path w="118" h="118">
                <a:moveTo>
                  <a:pt x="118" y="59"/>
                </a:moveTo>
                <a:cubicBezTo>
                  <a:pt x="118" y="67"/>
                  <a:pt x="116" y="75"/>
                  <a:pt x="113" y="82"/>
                </a:cubicBezTo>
                <a:cubicBezTo>
                  <a:pt x="110" y="89"/>
                  <a:pt x="106" y="95"/>
                  <a:pt x="101" y="101"/>
                </a:cubicBezTo>
                <a:cubicBezTo>
                  <a:pt x="95" y="106"/>
                  <a:pt x="89" y="110"/>
                  <a:pt x="82" y="113"/>
                </a:cubicBezTo>
                <a:cubicBezTo>
                  <a:pt x="75" y="116"/>
                  <a:pt x="67" y="118"/>
                  <a:pt x="59" y="118"/>
                </a:cubicBezTo>
                <a:cubicBezTo>
                  <a:pt x="52" y="118"/>
                  <a:pt x="44" y="116"/>
                  <a:pt x="37" y="113"/>
                </a:cubicBezTo>
                <a:cubicBezTo>
                  <a:pt x="30" y="110"/>
                  <a:pt x="23" y="106"/>
                  <a:pt x="17" y="101"/>
                </a:cubicBezTo>
                <a:cubicBezTo>
                  <a:pt x="12" y="95"/>
                  <a:pt x="8" y="89"/>
                  <a:pt x="5" y="82"/>
                </a:cubicBezTo>
                <a:cubicBezTo>
                  <a:pt x="2" y="75"/>
                  <a:pt x="0" y="67"/>
                  <a:pt x="0" y="59"/>
                </a:cubicBezTo>
                <a:cubicBezTo>
                  <a:pt x="0" y="51"/>
                  <a:pt x="2" y="43"/>
                  <a:pt x="5" y="36"/>
                </a:cubicBezTo>
                <a:cubicBezTo>
                  <a:pt x="8" y="29"/>
                  <a:pt x="12" y="23"/>
                  <a:pt x="17" y="17"/>
                </a:cubicBezTo>
                <a:cubicBezTo>
                  <a:pt x="23" y="12"/>
                  <a:pt x="30" y="8"/>
                  <a:pt x="37" y="5"/>
                </a:cubicBezTo>
                <a:cubicBezTo>
                  <a:pt x="44" y="2"/>
                  <a:pt x="52" y="0"/>
                  <a:pt x="59" y="0"/>
                </a:cubicBezTo>
                <a:cubicBezTo>
                  <a:pt x="67" y="0"/>
                  <a:pt x="75" y="2"/>
                  <a:pt x="82" y="5"/>
                </a:cubicBezTo>
                <a:cubicBezTo>
                  <a:pt x="89" y="8"/>
                  <a:pt x="95" y="12"/>
                  <a:pt x="101" y="17"/>
                </a:cubicBezTo>
                <a:cubicBezTo>
                  <a:pt x="106" y="23"/>
                  <a:pt x="110" y="29"/>
                  <a:pt x="113" y="36"/>
                </a:cubicBezTo>
                <a:cubicBezTo>
                  <a:pt x="116" y="43"/>
                  <a:pt x="118" y="51"/>
                  <a:pt x="118" y="59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71" name="文字框 1070"/>
          <p:cNvSpPr txBox="1"/>
          <p:nvPr/>
        </p:nvSpPr>
        <p:spPr>
          <a:xfrm>
            <a:off x="6770520" y="4801680"/>
            <a:ext cx="25488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（批发互换）是未来高效互操作的关键方向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72" name="文字框 1071"/>
          <p:cNvSpPr txBox="1"/>
          <p:nvPr/>
        </p:nvSpPr>
        <p:spPr>
          <a:xfrm>
            <a:off x="5749560" y="5035680"/>
            <a:ext cx="403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受限于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73" name="文字框 1072"/>
          <p:cNvSpPr txBox="1"/>
          <p:nvPr/>
        </p:nvSpPr>
        <p:spPr>
          <a:xfrm>
            <a:off x="6150600" y="5040360"/>
            <a:ext cx="4075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e-CNY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74" name="任意多邊形 1073"/>
          <p:cNvSpPr/>
          <p:nvPr/>
        </p:nvSpPr>
        <p:spPr>
          <a:xfrm>
            <a:off x="5607000" y="5331240"/>
            <a:ext cx="42480" cy="42120"/>
          </a:xfrm>
          <a:custGeom>
            <a:avLst/>
            <a:gdLst/>
            <a:ahLst/>
            <a:cxnLst/>
            <a:rect l="0" t="0" r="r" b="b"/>
            <a:pathLst>
              <a:path w="118" h="117">
                <a:moveTo>
                  <a:pt x="118" y="58"/>
                </a:moveTo>
                <a:cubicBezTo>
                  <a:pt x="118" y="66"/>
                  <a:pt x="116" y="74"/>
                  <a:pt x="113" y="81"/>
                </a:cubicBezTo>
                <a:cubicBezTo>
                  <a:pt x="110" y="88"/>
                  <a:pt x="106" y="94"/>
                  <a:pt x="101" y="100"/>
                </a:cubicBezTo>
                <a:cubicBezTo>
                  <a:pt x="95" y="106"/>
                  <a:pt x="89" y="110"/>
                  <a:pt x="82" y="113"/>
                </a:cubicBezTo>
                <a:cubicBezTo>
                  <a:pt x="75" y="116"/>
                  <a:pt x="67" y="117"/>
                  <a:pt x="59" y="117"/>
                </a:cubicBezTo>
                <a:cubicBezTo>
                  <a:pt x="52" y="117"/>
                  <a:pt x="44" y="116"/>
                  <a:pt x="37" y="113"/>
                </a:cubicBezTo>
                <a:cubicBezTo>
                  <a:pt x="30" y="110"/>
                  <a:pt x="23" y="106"/>
                  <a:pt x="17" y="100"/>
                </a:cubicBezTo>
                <a:cubicBezTo>
                  <a:pt x="12" y="94"/>
                  <a:pt x="8" y="88"/>
                  <a:pt x="5" y="81"/>
                </a:cubicBezTo>
                <a:cubicBezTo>
                  <a:pt x="2" y="74"/>
                  <a:pt x="0" y="66"/>
                  <a:pt x="0" y="58"/>
                </a:cubicBezTo>
                <a:cubicBezTo>
                  <a:pt x="0" y="51"/>
                  <a:pt x="2" y="43"/>
                  <a:pt x="5" y="36"/>
                </a:cubicBezTo>
                <a:cubicBezTo>
                  <a:pt x="8" y="29"/>
                  <a:pt x="12" y="23"/>
                  <a:pt x="17" y="17"/>
                </a:cubicBezTo>
                <a:cubicBezTo>
                  <a:pt x="23" y="12"/>
                  <a:pt x="30" y="8"/>
                  <a:pt x="37" y="5"/>
                </a:cubicBezTo>
                <a:cubicBezTo>
                  <a:pt x="44" y="2"/>
                  <a:pt x="52" y="0"/>
                  <a:pt x="59" y="0"/>
                </a:cubicBezTo>
                <a:cubicBezTo>
                  <a:pt x="67" y="0"/>
                  <a:pt x="75" y="2"/>
                  <a:pt x="82" y="5"/>
                </a:cubicBezTo>
                <a:cubicBezTo>
                  <a:pt x="89" y="8"/>
                  <a:pt x="95" y="12"/>
                  <a:pt x="101" y="17"/>
                </a:cubicBezTo>
                <a:cubicBezTo>
                  <a:pt x="106" y="23"/>
                  <a:pt x="110" y="29"/>
                  <a:pt x="113" y="36"/>
                </a:cubicBezTo>
                <a:cubicBezTo>
                  <a:pt x="116" y="43"/>
                  <a:pt x="118" y="51"/>
                  <a:pt x="118" y="58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75" name="文字框 1074"/>
          <p:cNvSpPr txBox="1"/>
          <p:nvPr/>
        </p:nvSpPr>
        <p:spPr>
          <a:xfrm>
            <a:off x="6555960" y="5035680"/>
            <a:ext cx="2817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钱包功能（如不支持转账）和内地资本管制政策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76" name="文字框 1075"/>
          <p:cNvSpPr txBox="1"/>
          <p:nvPr/>
        </p:nvSpPr>
        <p:spPr>
          <a:xfrm>
            <a:off x="5749560" y="5274360"/>
            <a:ext cx="5684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mBridge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77" name="任意多邊形 1076"/>
          <p:cNvSpPr/>
          <p:nvPr/>
        </p:nvSpPr>
        <p:spPr>
          <a:xfrm>
            <a:off x="3601440" y="1621080"/>
            <a:ext cx="802800" cy="16920"/>
          </a:xfrm>
          <a:custGeom>
            <a:avLst/>
            <a:gdLst/>
            <a:ahLst/>
            <a:cxnLst/>
            <a:rect l="0" t="0" r="r" b="b"/>
            <a:pathLst>
              <a:path w="2230" h="47">
                <a:moveTo>
                  <a:pt x="0" y="0"/>
                </a:moveTo>
                <a:lnTo>
                  <a:pt x="2230" y="0"/>
                </a:lnTo>
                <a:lnTo>
                  <a:pt x="2230" y="47"/>
                </a:lnTo>
                <a:lnTo>
                  <a:pt x="0" y="47"/>
                </a:lnTo>
                <a:lnTo>
                  <a:pt x="0" y="0"/>
                </a:lnTo>
                <a:close/>
              </a:path>
            </a:pathLst>
          </a:custGeom>
          <a:solidFill>
            <a:srgbClr val="4CD137">
              <a:alpha val="6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78" name="任意多邊形 1077"/>
          <p:cNvSpPr/>
          <p:nvPr/>
        </p:nvSpPr>
        <p:spPr>
          <a:xfrm>
            <a:off x="4403880" y="1587600"/>
            <a:ext cx="66960" cy="83880"/>
          </a:xfrm>
          <a:custGeom>
            <a:avLst/>
            <a:gdLst/>
            <a:ahLst/>
            <a:cxnLst/>
            <a:rect l="0" t="0" r="r" b="b"/>
            <a:pathLst>
              <a:path w="186" h="233">
                <a:moveTo>
                  <a:pt x="0" y="0"/>
                </a:moveTo>
                <a:lnTo>
                  <a:pt x="0" y="233"/>
                </a:lnTo>
                <a:lnTo>
                  <a:pt x="186" y="117"/>
                </a:lnTo>
                <a:lnTo>
                  <a:pt x="0" y="0"/>
                </a:lnTo>
                <a:close/>
              </a:path>
            </a:pathLst>
          </a:custGeom>
          <a:solidFill>
            <a:srgbClr val="4CD137">
              <a:alpha val="6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79" name="任意多邊形 1078"/>
          <p:cNvSpPr/>
          <p:nvPr/>
        </p:nvSpPr>
        <p:spPr>
          <a:xfrm>
            <a:off x="5640480" y="1621080"/>
            <a:ext cx="802800" cy="16920"/>
          </a:xfrm>
          <a:custGeom>
            <a:avLst/>
            <a:gdLst/>
            <a:ahLst/>
            <a:cxnLst/>
            <a:rect l="0" t="0" r="r" b="b"/>
            <a:pathLst>
              <a:path w="2230" h="47">
                <a:moveTo>
                  <a:pt x="0" y="0"/>
                </a:moveTo>
                <a:lnTo>
                  <a:pt x="2230" y="0"/>
                </a:lnTo>
                <a:lnTo>
                  <a:pt x="2230" y="47"/>
                </a:lnTo>
                <a:lnTo>
                  <a:pt x="0" y="47"/>
                </a:lnTo>
                <a:lnTo>
                  <a:pt x="0" y="0"/>
                </a:lnTo>
                <a:close/>
              </a:path>
            </a:pathLst>
          </a:custGeom>
          <a:solidFill>
            <a:srgbClr val="4CD137">
              <a:alpha val="6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80" name="任意多邊形 1079"/>
          <p:cNvSpPr/>
          <p:nvPr/>
        </p:nvSpPr>
        <p:spPr>
          <a:xfrm>
            <a:off x="6442920" y="1587600"/>
            <a:ext cx="66960" cy="83880"/>
          </a:xfrm>
          <a:custGeom>
            <a:avLst/>
            <a:gdLst/>
            <a:ahLst/>
            <a:cxnLst/>
            <a:rect l="0" t="0" r="r" b="b"/>
            <a:pathLst>
              <a:path w="186" h="233">
                <a:moveTo>
                  <a:pt x="0" y="0"/>
                </a:moveTo>
                <a:lnTo>
                  <a:pt x="0" y="233"/>
                </a:lnTo>
                <a:lnTo>
                  <a:pt x="186" y="117"/>
                </a:lnTo>
                <a:lnTo>
                  <a:pt x="0" y="0"/>
                </a:lnTo>
                <a:close/>
              </a:path>
            </a:pathLst>
          </a:custGeom>
          <a:solidFill>
            <a:srgbClr val="4CD137">
              <a:alpha val="6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81" name="任意多邊形 1080"/>
          <p:cNvSpPr/>
          <p:nvPr/>
        </p:nvSpPr>
        <p:spPr>
          <a:xfrm>
            <a:off x="542880" y="2230920"/>
            <a:ext cx="9610560" cy="1755360"/>
          </a:xfrm>
          <a:custGeom>
            <a:avLst/>
            <a:gdLst/>
            <a:ahLst/>
            <a:cxnLst/>
            <a:rect l="0" t="0" r="r" b="b"/>
            <a:pathLst>
              <a:path w="26696" h="4876">
                <a:moveTo>
                  <a:pt x="27" y="215"/>
                </a:moveTo>
                <a:cubicBezTo>
                  <a:pt x="45" y="173"/>
                  <a:pt x="70" y="135"/>
                  <a:pt x="102" y="102"/>
                </a:cubicBezTo>
                <a:cubicBezTo>
                  <a:pt x="135" y="70"/>
                  <a:pt x="173" y="45"/>
                  <a:pt x="215" y="27"/>
                </a:cubicBezTo>
                <a:cubicBezTo>
                  <a:pt x="258" y="9"/>
                  <a:pt x="302" y="0"/>
                  <a:pt x="349" y="0"/>
                </a:cubicBezTo>
                <a:lnTo>
                  <a:pt x="26348" y="0"/>
                </a:lnTo>
                <a:cubicBezTo>
                  <a:pt x="26394" y="0"/>
                  <a:pt x="26439" y="9"/>
                  <a:pt x="26481" y="27"/>
                </a:cubicBezTo>
                <a:cubicBezTo>
                  <a:pt x="26524" y="45"/>
                  <a:pt x="26562" y="70"/>
                  <a:pt x="26594" y="102"/>
                </a:cubicBezTo>
                <a:cubicBezTo>
                  <a:pt x="26627" y="135"/>
                  <a:pt x="26652" y="173"/>
                  <a:pt x="26670" y="215"/>
                </a:cubicBezTo>
                <a:cubicBezTo>
                  <a:pt x="26688" y="258"/>
                  <a:pt x="26696" y="302"/>
                  <a:pt x="26696" y="349"/>
                </a:cubicBezTo>
                <a:lnTo>
                  <a:pt x="26696" y="4528"/>
                </a:lnTo>
                <a:cubicBezTo>
                  <a:pt x="26696" y="4574"/>
                  <a:pt x="26688" y="4619"/>
                  <a:pt x="26670" y="4661"/>
                </a:cubicBezTo>
                <a:cubicBezTo>
                  <a:pt x="26652" y="4704"/>
                  <a:pt x="26627" y="4741"/>
                  <a:pt x="26594" y="4774"/>
                </a:cubicBezTo>
                <a:cubicBezTo>
                  <a:pt x="26562" y="4807"/>
                  <a:pt x="26524" y="4832"/>
                  <a:pt x="26481" y="4850"/>
                </a:cubicBezTo>
                <a:cubicBezTo>
                  <a:pt x="26439" y="4867"/>
                  <a:pt x="26394" y="4876"/>
                  <a:pt x="26348" y="4876"/>
                </a:cubicBezTo>
                <a:lnTo>
                  <a:pt x="349" y="4876"/>
                </a:lnTo>
                <a:cubicBezTo>
                  <a:pt x="302" y="4876"/>
                  <a:pt x="258" y="4867"/>
                  <a:pt x="215" y="4850"/>
                </a:cubicBezTo>
                <a:cubicBezTo>
                  <a:pt x="173" y="4832"/>
                  <a:pt x="135" y="4807"/>
                  <a:pt x="102" y="4774"/>
                </a:cubicBezTo>
                <a:cubicBezTo>
                  <a:pt x="70" y="4741"/>
                  <a:pt x="45" y="4704"/>
                  <a:pt x="27" y="4661"/>
                </a:cubicBezTo>
                <a:cubicBezTo>
                  <a:pt x="9" y="4619"/>
                  <a:pt x="0" y="4574"/>
                  <a:pt x="0" y="4528"/>
                </a:cubicBezTo>
                <a:lnTo>
                  <a:pt x="0" y="349"/>
                </a:lnTo>
                <a:cubicBezTo>
                  <a:pt x="0" y="302"/>
                  <a:pt x="9" y="258"/>
                  <a:pt x="27" y="215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82" name="任意多邊形 1081"/>
          <p:cNvSpPr/>
          <p:nvPr/>
        </p:nvSpPr>
        <p:spPr>
          <a:xfrm>
            <a:off x="542880" y="2230920"/>
            <a:ext cx="9610560" cy="1755360"/>
          </a:xfrm>
          <a:custGeom>
            <a:avLst/>
            <a:gdLst/>
            <a:ahLst/>
            <a:cxnLst/>
            <a:rect l="0" t="0" r="r" b="b"/>
            <a:pathLst>
              <a:path w="26696" h="4876">
                <a:moveTo>
                  <a:pt x="0" y="4528"/>
                </a:moveTo>
                <a:lnTo>
                  <a:pt x="0" y="349"/>
                </a:lnTo>
                <a:cubicBezTo>
                  <a:pt x="0" y="302"/>
                  <a:pt x="9" y="258"/>
                  <a:pt x="27" y="215"/>
                </a:cubicBezTo>
                <a:cubicBezTo>
                  <a:pt x="45" y="173"/>
                  <a:pt x="70" y="135"/>
                  <a:pt x="102" y="102"/>
                </a:cubicBezTo>
                <a:cubicBezTo>
                  <a:pt x="135" y="70"/>
                  <a:pt x="173" y="45"/>
                  <a:pt x="215" y="27"/>
                </a:cubicBezTo>
                <a:cubicBezTo>
                  <a:pt x="258" y="9"/>
                  <a:pt x="302" y="0"/>
                  <a:pt x="349" y="0"/>
                </a:cubicBezTo>
                <a:lnTo>
                  <a:pt x="26348" y="0"/>
                </a:lnTo>
                <a:cubicBezTo>
                  <a:pt x="26394" y="0"/>
                  <a:pt x="26439" y="9"/>
                  <a:pt x="26481" y="27"/>
                </a:cubicBezTo>
                <a:cubicBezTo>
                  <a:pt x="26524" y="45"/>
                  <a:pt x="26562" y="70"/>
                  <a:pt x="26594" y="102"/>
                </a:cubicBezTo>
                <a:cubicBezTo>
                  <a:pt x="26627" y="135"/>
                  <a:pt x="26652" y="173"/>
                  <a:pt x="26670" y="215"/>
                </a:cubicBezTo>
                <a:cubicBezTo>
                  <a:pt x="26688" y="258"/>
                  <a:pt x="26696" y="302"/>
                  <a:pt x="26696" y="349"/>
                </a:cubicBezTo>
                <a:lnTo>
                  <a:pt x="26696" y="4528"/>
                </a:lnTo>
                <a:cubicBezTo>
                  <a:pt x="26696" y="4574"/>
                  <a:pt x="26688" y="4619"/>
                  <a:pt x="26670" y="4661"/>
                </a:cubicBezTo>
                <a:cubicBezTo>
                  <a:pt x="26652" y="4704"/>
                  <a:pt x="26627" y="4741"/>
                  <a:pt x="26594" y="4774"/>
                </a:cubicBezTo>
                <a:cubicBezTo>
                  <a:pt x="26562" y="4807"/>
                  <a:pt x="26524" y="4832"/>
                  <a:pt x="26481" y="4850"/>
                </a:cubicBezTo>
                <a:cubicBezTo>
                  <a:pt x="26439" y="4867"/>
                  <a:pt x="26394" y="4876"/>
                  <a:pt x="26348" y="4876"/>
                </a:cubicBezTo>
                <a:lnTo>
                  <a:pt x="349" y="4876"/>
                </a:lnTo>
                <a:cubicBezTo>
                  <a:pt x="302" y="4876"/>
                  <a:pt x="258" y="4867"/>
                  <a:pt x="215" y="4850"/>
                </a:cubicBezTo>
                <a:cubicBezTo>
                  <a:pt x="173" y="4832"/>
                  <a:pt x="135" y="4807"/>
                  <a:pt x="102" y="4774"/>
                </a:cubicBezTo>
                <a:cubicBezTo>
                  <a:pt x="70" y="4741"/>
                  <a:pt x="45" y="4704"/>
                  <a:pt x="27" y="4661"/>
                </a:cubicBezTo>
                <a:cubicBezTo>
                  <a:pt x="9" y="4619"/>
                  <a:pt x="0" y="4574"/>
                  <a:pt x="0" y="4528"/>
                </a:cubicBezTo>
                <a:moveTo>
                  <a:pt x="24" y="349"/>
                </a:moveTo>
                <a:lnTo>
                  <a:pt x="24" y="4528"/>
                </a:lnTo>
                <a:cubicBezTo>
                  <a:pt x="24" y="4549"/>
                  <a:pt x="26" y="4570"/>
                  <a:pt x="30" y="4591"/>
                </a:cubicBezTo>
                <a:cubicBezTo>
                  <a:pt x="34" y="4612"/>
                  <a:pt x="40" y="4633"/>
                  <a:pt x="48" y="4652"/>
                </a:cubicBezTo>
                <a:cubicBezTo>
                  <a:pt x="56" y="4672"/>
                  <a:pt x="66" y="4691"/>
                  <a:pt x="78" y="4708"/>
                </a:cubicBezTo>
                <a:cubicBezTo>
                  <a:pt x="90" y="4726"/>
                  <a:pt x="104" y="4743"/>
                  <a:pt x="119" y="4758"/>
                </a:cubicBezTo>
                <a:cubicBezTo>
                  <a:pt x="134" y="4773"/>
                  <a:pt x="150" y="4786"/>
                  <a:pt x="168" y="4798"/>
                </a:cubicBezTo>
                <a:cubicBezTo>
                  <a:pt x="186" y="4810"/>
                  <a:pt x="204" y="4820"/>
                  <a:pt x="224" y="4828"/>
                </a:cubicBezTo>
                <a:cubicBezTo>
                  <a:pt x="244" y="4836"/>
                  <a:pt x="264" y="4843"/>
                  <a:pt x="285" y="4847"/>
                </a:cubicBezTo>
                <a:cubicBezTo>
                  <a:pt x="306" y="4851"/>
                  <a:pt x="327" y="4853"/>
                  <a:pt x="349" y="4853"/>
                </a:cubicBezTo>
                <a:lnTo>
                  <a:pt x="26348" y="4853"/>
                </a:lnTo>
                <a:cubicBezTo>
                  <a:pt x="26370" y="4853"/>
                  <a:pt x="26391" y="4851"/>
                  <a:pt x="26412" y="4847"/>
                </a:cubicBezTo>
                <a:cubicBezTo>
                  <a:pt x="26432" y="4843"/>
                  <a:pt x="26453" y="4836"/>
                  <a:pt x="26473" y="4828"/>
                </a:cubicBezTo>
                <a:cubicBezTo>
                  <a:pt x="26492" y="4820"/>
                  <a:pt x="26511" y="4810"/>
                  <a:pt x="26529" y="4798"/>
                </a:cubicBezTo>
                <a:cubicBezTo>
                  <a:pt x="26546" y="4786"/>
                  <a:pt x="26563" y="4773"/>
                  <a:pt x="26578" y="4758"/>
                </a:cubicBezTo>
                <a:cubicBezTo>
                  <a:pt x="26593" y="4743"/>
                  <a:pt x="26607" y="4726"/>
                  <a:pt x="26618" y="4708"/>
                </a:cubicBezTo>
                <a:cubicBezTo>
                  <a:pt x="26630" y="4691"/>
                  <a:pt x="26640" y="4672"/>
                  <a:pt x="26648" y="4652"/>
                </a:cubicBezTo>
                <a:cubicBezTo>
                  <a:pt x="26657" y="4633"/>
                  <a:pt x="26663" y="4612"/>
                  <a:pt x="26667" y="4591"/>
                </a:cubicBezTo>
                <a:cubicBezTo>
                  <a:pt x="26671" y="4570"/>
                  <a:pt x="26673" y="4549"/>
                  <a:pt x="26673" y="4528"/>
                </a:cubicBezTo>
                <a:lnTo>
                  <a:pt x="26673" y="349"/>
                </a:lnTo>
                <a:cubicBezTo>
                  <a:pt x="26673" y="327"/>
                  <a:pt x="26671" y="306"/>
                  <a:pt x="26667" y="285"/>
                </a:cubicBezTo>
                <a:cubicBezTo>
                  <a:pt x="26663" y="264"/>
                  <a:pt x="26657" y="244"/>
                  <a:pt x="26648" y="224"/>
                </a:cubicBezTo>
                <a:cubicBezTo>
                  <a:pt x="26640" y="205"/>
                  <a:pt x="26630" y="186"/>
                  <a:pt x="26618" y="168"/>
                </a:cubicBezTo>
                <a:cubicBezTo>
                  <a:pt x="26607" y="150"/>
                  <a:pt x="26593" y="134"/>
                  <a:pt x="26578" y="119"/>
                </a:cubicBezTo>
                <a:cubicBezTo>
                  <a:pt x="26563" y="104"/>
                  <a:pt x="26546" y="90"/>
                  <a:pt x="26529" y="78"/>
                </a:cubicBezTo>
                <a:cubicBezTo>
                  <a:pt x="26511" y="67"/>
                  <a:pt x="26492" y="57"/>
                  <a:pt x="26473" y="48"/>
                </a:cubicBezTo>
                <a:cubicBezTo>
                  <a:pt x="26453" y="40"/>
                  <a:pt x="26432" y="34"/>
                  <a:pt x="26412" y="30"/>
                </a:cubicBezTo>
                <a:cubicBezTo>
                  <a:pt x="26391" y="26"/>
                  <a:pt x="26370" y="24"/>
                  <a:pt x="26348" y="24"/>
                </a:cubicBezTo>
                <a:lnTo>
                  <a:pt x="349" y="24"/>
                </a:lnTo>
                <a:cubicBezTo>
                  <a:pt x="327" y="24"/>
                  <a:pt x="306" y="26"/>
                  <a:pt x="285" y="30"/>
                </a:cubicBezTo>
                <a:cubicBezTo>
                  <a:pt x="264" y="34"/>
                  <a:pt x="244" y="40"/>
                  <a:pt x="224" y="48"/>
                </a:cubicBezTo>
                <a:cubicBezTo>
                  <a:pt x="204" y="57"/>
                  <a:pt x="186" y="67"/>
                  <a:pt x="168" y="78"/>
                </a:cubicBezTo>
                <a:cubicBezTo>
                  <a:pt x="150" y="90"/>
                  <a:pt x="134" y="104"/>
                  <a:pt x="119" y="119"/>
                </a:cubicBezTo>
                <a:cubicBezTo>
                  <a:pt x="104" y="134"/>
                  <a:pt x="90" y="150"/>
                  <a:pt x="78" y="168"/>
                </a:cubicBezTo>
                <a:cubicBezTo>
                  <a:pt x="66" y="186"/>
                  <a:pt x="56" y="205"/>
                  <a:pt x="48" y="224"/>
                </a:cubicBezTo>
                <a:cubicBezTo>
                  <a:pt x="40" y="244"/>
                  <a:pt x="34" y="264"/>
                  <a:pt x="30" y="285"/>
                </a:cubicBezTo>
                <a:cubicBezTo>
                  <a:pt x="26" y="306"/>
                  <a:pt x="24" y="327"/>
                  <a:pt x="24" y="349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83" name="任意多邊形 1082"/>
          <p:cNvSpPr/>
          <p:nvPr/>
        </p:nvSpPr>
        <p:spPr>
          <a:xfrm>
            <a:off x="551520" y="2239560"/>
            <a:ext cx="9593640" cy="401400"/>
          </a:xfrm>
          <a:custGeom>
            <a:avLst/>
            <a:gdLst/>
            <a:ahLst/>
            <a:cxnLst/>
            <a:rect l="0" t="0" r="r" b="b"/>
            <a:pathLst>
              <a:path w="26649" h="1115">
                <a:moveTo>
                  <a:pt x="0" y="1115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26463" y="0"/>
                </a:lnTo>
                <a:cubicBezTo>
                  <a:pt x="26476" y="0"/>
                  <a:pt x="26488" y="1"/>
                  <a:pt x="26500" y="3"/>
                </a:cubicBezTo>
                <a:cubicBezTo>
                  <a:pt x="26512" y="6"/>
                  <a:pt x="26523" y="9"/>
                  <a:pt x="26535" y="14"/>
                </a:cubicBezTo>
                <a:cubicBezTo>
                  <a:pt x="26546" y="18"/>
                  <a:pt x="26556" y="24"/>
                  <a:pt x="26567" y="31"/>
                </a:cubicBezTo>
                <a:cubicBezTo>
                  <a:pt x="26577" y="38"/>
                  <a:pt x="26586" y="45"/>
                  <a:pt x="26595" y="54"/>
                </a:cubicBezTo>
                <a:cubicBezTo>
                  <a:pt x="26603" y="63"/>
                  <a:pt x="26611" y="72"/>
                  <a:pt x="26618" y="82"/>
                </a:cubicBezTo>
                <a:cubicBezTo>
                  <a:pt x="26625" y="92"/>
                  <a:pt x="26630" y="103"/>
                  <a:pt x="26635" y="114"/>
                </a:cubicBezTo>
                <a:cubicBezTo>
                  <a:pt x="26640" y="126"/>
                  <a:pt x="26643" y="137"/>
                  <a:pt x="26646" y="149"/>
                </a:cubicBezTo>
                <a:cubicBezTo>
                  <a:pt x="26648" y="161"/>
                  <a:pt x="26649" y="173"/>
                  <a:pt x="26649" y="185"/>
                </a:cubicBezTo>
                <a:lnTo>
                  <a:pt x="26649" y="1115"/>
                </a:lnTo>
                <a:lnTo>
                  <a:pt x="0" y="1115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84" name="文字框 1083"/>
          <p:cNvSpPr txBox="1"/>
          <p:nvPr/>
        </p:nvSpPr>
        <p:spPr>
          <a:xfrm>
            <a:off x="6315480" y="5269680"/>
            <a:ext cx="29512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项目虽在探索解决方案，但离大规模应用尚有距离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85" name="文字框 1084"/>
          <p:cNvSpPr txBox="1"/>
          <p:nvPr/>
        </p:nvSpPr>
        <p:spPr>
          <a:xfrm>
            <a:off x="651960" y="2353320"/>
            <a:ext cx="268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路径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86" name="文字框 1085"/>
          <p:cNvSpPr txBox="1"/>
          <p:nvPr/>
        </p:nvSpPr>
        <p:spPr>
          <a:xfrm>
            <a:off x="1445760" y="2353320"/>
            <a:ext cx="537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转换方向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87" name="文字框 1086"/>
          <p:cNvSpPr txBox="1"/>
          <p:nvPr/>
        </p:nvSpPr>
        <p:spPr>
          <a:xfrm>
            <a:off x="3827520" y="2353320"/>
            <a:ext cx="537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主要流程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88" name="任意多邊形 1087"/>
          <p:cNvSpPr/>
          <p:nvPr/>
        </p:nvSpPr>
        <p:spPr>
          <a:xfrm>
            <a:off x="655920" y="2811960"/>
            <a:ext cx="192600" cy="192600"/>
          </a:xfrm>
          <a:custGeom>
            <a:avLst/>
            <a:gdLst/>
            <a:ahLst/>
            <a:cxnLst/>
            <a:rect l="0" t="0" r="r" b="b"/>
            <a:pathLst>
              <a:path w="535" h="535">
                <a:moveTo>
                  <a:pt x="535" y="267"/>
                </a:moveTo>
                <a:cubicBezTo>
                  <a:pt x="535" y="284"/>
                  <a:pt x="533" y="302"/>
                  <a:pt x="529" y="319"/>
                </a:cubicBezTo>
                <a:cubicBezTo>
                  <a:pt x="526" y="336"/>
                  <a:pt x="521" y="353"/>
                  <a:pt x="514" y="369"/>
                </a:cubicBezTo>
                <a:cubicBezTo>
                  <a:pt x="508" y="385"/>
                  <a:pt x="499" y="400"/>
                  <a:pt x="490" y="415"/>
                </a:cubicBezTo>
                <a:cubicBezTo>
                  <a:pt x="480" y="430"/>
                  <a:pt x="469" y="443"/>
                  <a:pt x="456" y="456"/>
                </a:cubicBezTo>
                <a:cubicBezTo>
                  <a:pt x="444" y="469"/>
                  <a:pt x="431" y="480"/>
                  <a:pt x="416" y="490"/>
                </a:cubicBezTo>
                <a:cubicBezTo>
                  <a:pt x="401" y="499"/>
                  <a:pt x="386" y="508"/>
                  <a:pt x="370" y="514"/>
                </a:cubicBezTo>
                <a:cubicBezTo>
                  <a:pt x="354" y="521"/>
                  <a:pt x="337" y="526"/>
                  <a:pt x="320" y="529"/>
                </a:cubicBezTo>
                <a:cubicBezTo>
                  <a:pt x="303" y="533"/>
                  <a:pt x="285" y="535"/>
                  <a:pt x="268" y="535"/>
                </a:cubicBezTo>
                <a:cubicBezTo>
                  <a:pt x="250" y="535"/>
                  <a:pt x="233" y="533"/>
                  <a:pt x="216" y="529"/>
                </a:cubicBezTo>
                <a:cubicBezTo>
                  <a:pt x="198" y="526"/>
                  <a:pt x="182" y="521"/>
                  <a:pt x="166" y="514"/>
                </a:cubicBezTo>
                <a:cubicBezTo>
                  <a:pt x="149" y="508"/>
                  <a:pt x="134" y="499"/>
                  <a:pt x="119" y="490"/>
                </a:cubicBezTo>
                <a:cubicBezTo>
                  <a:pt x="105" y="480"/>
                  <a:pt x="91" y="469"/>
                  <a:pt x="79" y="456"/>
                </a:cubicBezTo>
                <a:cubicBezTo>
                  <a:pt x="67" y="443"/>
                  <a:pt x="55" y="430"/>
                  <a:pt x="46" y="415"/>
                </a:cubicBezTo>
                <a:cubicBezTo>
                  <a:pt x="35" y="400"/>
                  <a:pt x="27" y="385"/>
                  <a:pt x="20" y="369"/>
                </a:cubicBezTo>
                <a:cubicBezTo>
                  <a:pt x="13" y="353"/>
                  <a:pt x="8" y="336"/>
                  <a:pt x="5" y="319"/>
                </a:cubicBezTo>
                <a:cubicBezTo>
                  <a:pt x="1" y="302"/>
                  <a:pt x="0" y="284"/>
                  <a:pt x="0" y="267"/>
                </a:cubicBezTo>
                <a:cubicBezTo>
                  <a:pt x="0" y="249"/>
                  <a:pt x="1" y="232"/>
                  <a:pt x="5" y="215"/>
                </a:cubicBezTo>
                <a:cubicBezTo>
                  <a:pt x="8" y="197"/>
                  <a:pt x="13" y="181"/>
                  <a:pt x="20" y="164"/>
                </a:cubicBezTo>
                <a:cubicBezTo>
                  <a:pt x="27" y="148"/>
                  <a:pt x="35" y="133"/>
                  <a:pt x="46" y="118"/>
                </a:cubicBezTo>
                <a:cubicBezTo>
                  <a:pt x="55" y="104"/>
                  <a:pt x="67" y="90"/>
                  <a:pt x="79" y="78"/>
                </a:cubicBezTo>
                <a:cubicBezTo>
                  <a:pt x="91" y="65"/>
                  <a:pt x="105" y="54"/>
                  <a:pt x="119" y="45"/>
                </a:cubicBezTo>
                <a:cubicBezTo>
                  <a:pt x="134" y="35"/>
                  <a:pt x="149" y="27"/>
                  <a:pt x="166" y="20"/>
                </a:cubicBezTo>
                <a:cubicBezTo>
                  <a:pt x="182" y="13"/>
                  <a:pt x="198" y="8"/>
                  <a:pt x="216" y="5"/>
                </a:cubicBezTo>
                <a:cubicBezTo>
                  <a:pt x="233" y="1"/>
                  <a:pt x="250" y="0"/>
                  <a:pt x="268" y="0"/>
                </a:cubicBezTo>
                <a:cubicBezTo>
                  <a:pt x="285" y="0"/>
                  <a:pt x="303" y="1"/>
                  <a:pt x="320" y="5"/>
                </a:cubicBezTo>
                <a:cubicBezTo>
                  <a:pt x="337" y="8"/>
                  <a:pt x="354" y="13"/>
                  <a:pt x="370" y="20"/>
                </a:cubicBezTo>
                <a:cubicBezTo>
                  <a:pt x="386" y="27"/>
                  <a:pt x="401" y="35"/>
                  <a:pt x="416" y="45"/>
                </a:cubicBezTo>
                <a:cubicBezTo>
                  <a:pt x="431" y="54"/>
                  <a:pt x="444" y="65"/>
                  <a:pt x="456" y="78"/>
                </a:cubicBezTo>
                <a:cubicBezTo>
                  <a:pt x="469" y="90"/>
                  <a:pt x="480" y="104"/>
                  <a:pt x="490" y="118"/>
                </a:cubicBezTo>
                <a:cubicBezTo>
                  <a:pt x="499" y="133"/>
                  <a:pt x="508" y="148"/>
                  <a:pt x="514" y="164"/>
                </a:cubicBezTo>
                <a:cubicBezTo>
                  <a:pt x="521" y="181"/>
                  <a:pt x="526" y="197"/>
                  <a:pt x="529" y="215"/>
                </a:cubicBezTo>
                <a:cubicBezTo>
                  <a:pt x="533" y="232"/>
                  <a:pt x="535" y="249"/>
                  <a:pt x="535" y="267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89" name="任意多邊形 1088"/>
          <p:cNvSpPr/>
          <p:nvPr/>
        </p:nvSpPr>
        <p:spPr>
          <a:xfrm>
            <a:off x="655920" y="2811960"/>
            <a:ext cx="192600" cy="192600"/>
          </a:xfrm>
          <a:custGeom>
            <a:avLst/>
            <a:gdLst/>
            <a:ahLst/>
            <a:cxnLst/>
            <a:rect l="0" t="0" r="r" b="b"/>
            <a:pathLst>
              <a:path w="535" h="535" fill="none">
                <a:moveTo>
                  <a:pt x="535" y="267"/>
                </a:moveTo>
                <a:cubicBezTo>
                  <a:pt x="535" y="284"/>
                  <a:pt x="533" y="302"/>
                  <a:pt x="529" y="319"/>
                </a:cubicBezTo>
                <a:cubicBezTo>
                  <a:pt x="526" y="336"/>
                  <a:pt x="521" y="353"/>
                  <a:pt x="514" y="369"/>
                </a:cubicBezTo>
                <a:cubicBezTo>
                  <a:pt x="508" y="385"/>
                  <a:pt x="499" y="400"/>
                  <a:pt x="490" y="415"/>
                </a:cubicBezTo>
                <a:cubicBezTo>
                  <a:pt x="480" y="430"/>
                  <a:pt x="469" y="443"/>
                  <a:pt x="456" y="456"/>
                </a:cubicBezTo>
                <a:cubicBezTo>
                  <a:pt x="444" y="469"/>
                  <a:pt x="431" y="480"/>
                  <a:pt x="416" y="490"/>
                </a:cubicBezTo>
                <a:cubicBezTo>
                  <a:pt x="401" y="499"/>
                  <a:pt x="386" y="508"/>
                  <a:pt x="370" y="514"/>
                </a:cubicBezTo>
                <a:cubicBezTo>
                  <a:pt x="354" y="521"/>
                  <a:pt x="337" y="526"/>
                  <a:pt x="320" y="529"/>
                </a:cubicBezTo>
                <a:cubicBezTo>
                  <a:pt x="303" y="533"/>
                  <a:pt x="285" y="535"/>
                  <a:pt x="268" y="535"/>
                </a:cubicBezTo>
                <a:cubicBezTo>
                  <a:pt x="250" y="535"/>
                  <a:pt x="233" y="533"/>
                  <a:pt x="216" y="529"/>
                </a:cubicBezTo>
                <a:cubicBezTo>
                  <a:pt x="198" y="526"/>
                  <a:pt x="182" y="521"/>
                  <a:pt x="166" y="514"/>
                </a:cubicBezTo>
                <a:cubicBezTo>
                  <a:pt x="149" y="508"/>
                  <a:pt x="134" y="499"/>
                  <a:pt x="119" y="490"/>
                </a:cubicBezTo>
                <a:cubicBezTo>
                  <a:pt x="105" y="480"/>
                  <a:pt x="91" y="469"/>
                  <a:pt x="79" y="456"/>
                </a:cubicBezTo>
                <a:cubicBezTo>
                  <a:pt x="67" y="443"/>
                  <a:pt x="55" y="430"/>
                  <a:pt x="46" y="415"/>
                </a:cubicBezTo>
                <a:cubicBezTo>
                  <a:pt x="35" y="400"/>
                  <a:pt x="27" y="385"/>
                  <a:pt x="20" y="369"/>
                </a:cubicBezTo>
                <a:cubicBezTo>
                  <a:pt x="13" y="353"/>
                  <a:pt x="8" y="336"/>
                  <a:pt x="5" y="319"/>
                </a:cubicBezTo>
                <a:cubicBezTo>
                  <a:pt x="1" y="302"/>
                  <a:pt x="0" y="284"/>
                  <a:pt x="0" y="267"/>
                </a:cubicBezTo>
                <a:cubicBezTo>
                  <a:pt x="0" y="249"/>
                  <a:pt x="1" y="232"/>
                  <a:pt x="5" y="215"/>
                </a:cubicBezTo>
                <a:cubicBezTo>
                  <a:pt x="8" y="197"/>
                  <a:pt x="13" y="181"/>
                  <a:pt x="20" y="164"/>
                </a:cubicBezTo>
                <a:cubicBezTo>
                  <a:pt x="27" y="148"/>
                  <a:pt x="35" y="133"/>
                  <a:pt x="46" y="118"/>
                </a:cubicBezTo>
                <a:cubicBezTo>
                  <a:pt x="55" y="104"/>
                  <a:pt x="67" y="90"/>
                  <a:pt x="79" y="78"/>
                </a:cubicBezTo>
                <a:cubicBezTo>
                  <a:pt x="91" y="65"/>
                  <a:pt x="105" y="54"/>
                  <a:pt x="119" y="45"/>
                </a:cubicBezTo>
                <a:cubicBezTo>
                  <a:pt x="134" y="35"/>
                  <a:pt x="149" y="27"/>
                  <a:pt x="166" y="20"/>
                </a:cubicBezTo>
                <a:cubicBezTo>
                  <a:pt x="182" y="13"/>
                  <a:pt x="198" y="8"/>
                  <a:pt x="216" y="5"/>
                </a:cubicBezTo>
                <a:cubicBezTo>
                  <a:pt x="233" y="1"/>
                  <a:pt x="250" y="0"/>
                  <a:pt x="268" y="0"/>
                </a:cubicBezTo>
                <a:cubicBezTo>
                  <a:pt x="285" y="0"/>
                  <a:pt x="303" y="1"/>
                  <a:pt x="320" y="5"/>
                </a:cubicBezTo>
                <a:cubicBezTo>
                  <a:pt x="337" y="8"/>
                  <a:pt x="354" y="13"/>
                  <a:pt x="370" y="20"/>
                </a:cubicBezTo>
                <a:cubicBezTo>
                  <a:pt x="386" y="27"/>
                  <a:pt x="401" y="35"/>
                  <a:pt x="416" y="45"/>
                </a:cubicBezTo>
                <a:cubicBezTo>
                  <a:pt x="431" y="54"/>
                  <a:pt x="444" y="65"/>
                  <a:pt x="456" y="78"/>
                </a:cubicBezTo>
                <a:cubicBezTo>
                  <a:pt x="469" y="90"/>
                  <a:pt x="480" y="104"/>
                  <a:pt x="490" y="118"/>
                </a:cubicBezTo>
                <a:cubicBezTo>
                  <a:pt x="499" y="133"/>
                  <a:pt x="508" y="148"/>
                  <a:pt x="514" y="164"/>
                </a:cubicBezTo>
                <a:cubicBezTo>
                  <a:pt x="521" y="181"/>
                  <a:pt x="526" y="197"/>
                  <a:pt x="529" y="215"/>
                </a:cubicBezTo>
                <a:cubicBezTo>
                  <a:pt x="533" y="232"/>
                  <a:pt x="535" y="249"/>
                  <a:pt x="535" y="267"/>
                </a:cubicBezTo>
              </a:path>
            </a:pathLst>
          </a:custGeom>
          <a:ln w="8280">
            <a:solidFill>
              <a:srgbClr val="F59E0B"/>
            </a:solidFill>
            <a:miter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90" name="文字框 1089"/>
          <p:cNvSpPr txBox="1"/>
          <p:nvPr/>
        </p:nvSpPr>
        <p:spPr>
          <a:xfrm>
            <a:off x="7003080" y="2353320"/>
            <a:ext cx="8053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关键基础设施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91" name="文字框 1090"/>
          <p:cNvSpPr txBox="1"/>
          <p:nvPr/>
        </p:nvSpPr>
        <p:spPr>
          <a:xfrm>
            <a:off x="705600" y="282600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1" u="none" strike="noStrike">
                <a:solidFill>
                  <a:srgbClr val="FBBF24"/>
                </a:solidFill>
                <a:effectLst/>
                <a:uFillTx/>
                <a:latin typeface="DejaVuSans"/>
                <a:ea typeface="DejaVuSans"/>
              </a:rPr>
              <a:t>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92" name="文字框 1091"/>
          <p:cNvSpPr txBox="1"/>
          <p:nvPr/>
        </p:nvSpPr>
        <p:spPr>
          <a:xfrm>
            <a:off x="1445760" y="2754360"/>
            <a:ext cx="403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稳定币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93" name="文字框 1092"/>
          <p:cNvSpPr txBox="1"/>
          <p:nvPr/>
        </p:nvSpPr>
        <p:spPr>
          <a:xfrm>
            <a:off x="1846800" y="2759040"/>
            <a:ext cx="6051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→ e-CNY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94" name="文字框 1093"/>
          <p:cNvSpPr txBox="1"/>
          <p:nvPr/>
        </p:nvSpPr>
        <p:spPr>
          <a:xfrm>
            <a:off x="3827520" y="2753640"/>
            <a:ext cx="352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稳定币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95" name="文字框 1094"/>
          <p:cNvSpPr txBox="1"/>
          <p:nvPr/>
        </p:nvSpPr>
        <p:spPr>
          <a:xfrm>
            <a:off x="4178520" y="2757600"/>
            <a:ext cx="1735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→ 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96" name="文字框 1095"/>
          <p:cNvSpPr txBox="1"/>
          <p:nvPr/>
        </p:nvSpPr>
        <p:spPr>
          <a:xfrm>
            <a:off x="4350600" y="2753640"/>
            <a:ext cx="8222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香港持牌交易所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97" name="文字框 1096"/>
          <p:cNvSpPr txBox="1"/>
          <p:nvPr/>
        </p:nvSpPr>
        <p:spPr>
          <a:xfrm>
            <a:off x="5169600" y="2757600"/>
            <a:ext cx="1166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/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98" name="文字框 1097"/>
          <p:cNvSpPr txBox="1"/>
          <p:nvPr/>
        </p:nvSpPr>
        <p:spPr>
          <a:xfrm>
            <a:off x="5209200" y="2753640"/>
            <a:ext cx="352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发行方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99" name="文字框 1098"/>
          <p:cNvSpPr txBox="1"/>
          <p:nvPr/>
        </p:nvSpPr>
        <p:spPr>
          <a:xfrm>
            <a:off x="5560200" y="2757600"/>
            <a:ext cx="1735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→ 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00" name="文字框 1099"/>
          <p:cNvSpPr txBox="1"/>
          <p:nvPr/>
        </p:nvSpPr>
        <p:spPr>
          <a:xfrm>
            <a:off x="5732640" y="2753640"/>
            <a:ext cx="2354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港元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01" name="文字框 1100"/>
          <p:cNvSpPr txBox="1"/>
          <p:nvPr/>
        </p:nvSpPr>
        <p:spPr>
          <a:xfrm>
            <a:off x="5966640" y="2757600"/>
            <a:ext cx="2275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→ "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02" name="文字框 1101"/>
          <p:cNvSpPr txBox="1"/>
          <p:nvPr/>
        </p:nvSpPr>
        <p:spPr>
          <a:xfrm>
            <a:off x="6192720" y="2753640"/>
            <a:ext cx="352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转数快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03" name="文字框 1102"/>
          <p:cNvSpPr txBox="1"/>
          <p:nvPr/>
        </p:nvSpPr>
        <p:spPr>
          <a:xfrm>
            <a:off x="6543720" y="2757600"/>
            <a:ext cx="1904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" →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04" name="文字框 1103"/>
          <p:cNvSpPr txBox="1"/>
          <p:nvPr/>
        </p:nvSpPr>
        <p:spPr>
          <a:xfrm>
            <a:off x="3827520" y="2925000"/>
            <a:ext cx="3567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e-CNY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05" name="文字框 1104"/>
          <p:cNvSpPr txBox="1"/>
          <p:nvPr/>
        </p:nvSpPr>
        <p:spPr>
          <a:xfrm>
            <a:off x="4182120" y="2920680"/>
            <a:ext cx="2354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钱包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06" name="任意多邊形 1105"/>
          <p:cNvSpPr/>
          <p:nvPr/>
        </p:nvSpPr>
        <p:spPr>
          <a:xfrm>
            <a:off x="655920" y="3279960"/>
            <a:ext cx="192600" cy="192600"/>
          </a:xfrm>
          <a:custGeom>
            <a:avLst/>
            <a:gdLst/>
            <a:ahLst/>
            <a:cxnLst/>
            <a:rect l="0" t="0" r="r" b="b"/>
            <a:pathLst>
              <a:path w="535" h="535">
                <a:moveTo>
                  <a:pt x="535" y="268"/>
                </a:moveTo>
                <a:cubicBezTo>
                  <a:pt x="535" y="285"/>
                  <a:pt x="533" y="302"/>
                  <a:pt x="529" y="320"/>
                </a:cubicBezTo>
                <a:cubicBezTo>
                  <a:pt x="526" y="337"/>
                  <a:pt x="521" y="354"/>
                  <a:pt x="514" y="370"/>
                </a:cubicBezTo>
                <a:cubicBezTo>
                  <a:pt x="508" y="386"/>
                  <a:pt x="499" y="401"/>
                  <a:pt x="490" y="416"/>
                </a:cubicBezTo>
                <a:cubicBezTo>
                  <a:pt x="480" y="430"/>
                  <a:pt x="469" y="444"/>
                  <a:pt x="456" y="456"/>
                </a:cubicBezTo>
                <a:cubicBezTo>
                  <a:pt x="444" y="469"/>
                  <a:pt x="431" y="480"/>
                  <a:pt x="416" y="490"/>
                </a:cubicBezTo>
                <a:cubicBezTo>
                  <a:pt x="401" y="499"/>
                  <a:pt x="386" y="507"/>
                  <a:pt x="370" y="514"/>
                </a:cubicBezTo>
                <a:cubicBezTo>
                  <a:pt x="354" y="521"/>
                  <a:pt x="337" y="526"/>
                  <a:pt x="320" y="529"/>
                </a:cubicBezTo>
                <a:cubicBezTo>
                  <a:pt x="303" y="533"/>
                  <a:pt x="285" y="535"/>
                  <a:pt x="268" y="535"/>
                </a:cubicBezTo>
                <a:cubicBezTo>
                  <a:pt x="250" y="535"/>
                  <a:pt x="233" y="533"/>
                  <a:pt x="216" y="529"/>
                </a:cubicBezTo>
                <a:cubicBezTo>
                  <a:pt x="198" y="526"/>
                  <a:pt x="182" y="521"/>
                  <a:pt x="166" y="514"/>
                </a:cubicBezTo>
                <a:cubicBezTo>
                  <a:pt x="149" y="507"/>
                  <a:pt x="134" y="499"/>
                  <a:pt x="119" y="490"/>
                </a:cubicBezTo>
                <a:cubicBezTo>
                  <a:pt x="105" y="480"/>
                  <a:pt x="91" y="469"/>
                  <a:pt x="79" y="456"/>
                </a:cubicBezTo>
                <a:cubicBezTo>
                  <a:pt x="67" y="444"/>
                  <a:pt x="55" y="430"/>
                  <a:pt x="46" y="416"/>
                </a:cubicBezTo>
                <a:cubicBezTo>
                  <a:pt x="35" y="401"/>
                  <a:pt x="27" y="386"/>
                  <a:pt x="20" y="370"/>
                </a:cubicBezTo>
                <a:cubicBezTo>
                  <a:pt x="13" y="354"/>
                  <a:pt x="8" y="337"/>
                  <a:pt x="5" y="320"/>
                </a:cubicBezTo>
                <a:cubicBezTo>
                  <a:pt x="1" y="302"/>
                  <a:pt x="0" y="285"/>
                  <a:pt x="0" y="268"/>
                </a:cubicBezTo>
                <a:cubicBezTo>
                  <a:pt x="0" y="250"/>
                  <a:pt x="1" y="233"/>
                  <a:pt x="5" y="214"/>
                </a:cubicBezTo>
                <a:cubicBezTo>
                  <a:pt x="8" y="197"/>
                  <a:pt x="13" y="181"/>
                  <a:pt x="20" y="164"/>
                </a:cubicBezTo>
                <a:cubicBezTo>
                  <a:pt x="27" y="148"/>
                  <a:pt x="35" y="133"/>
                  <a:pt x="46" y="118"/>
                </a:cubicBezTo>
                <a:cubicBezTo>
                  <a:pt x="55" y="104"/>
                  <a:pt x="67" y="90"/>
                  <a:pt x="79" y="78"/>
                </a:cubicBezTo>
                <a:cubicBezTo>
                  <a:pt x="91" y="65"/>
                  <a:pt x="105" y="54"/>
                  <a:pt x="119" y="45"/>
                </a:cubicBezTo>
                <a:cubicBezTo>
                  <a:pt x="134" y="35"/>
                  <a:pt x="149" y="27"/>
                  <a:pt x="166" y="20"/>
                </a:cubicBezTo>
                <a:cubicBezTo>
                  <a:pt x="182" y="13"/>
                  <a:pt x="198" y="8"/>
                  <a:pt x="216" y="5"/>
                </a:cubicBezTo>
                <a:cubicBezTo>
                  <a:pt x="233" y="1"/>
                  <a:pt x="250" y="0"/>
                  <a:pt x="268" y="0"/>
                </a:cubicBezTo>
                <a:cubicBezTo>
                  <a:pt x="285" y="0"/>
                  <a:pt x="303" y="1"/>
                  <a:pt x="320" y="5"/>
                </a:cubicBezTo>
                <a:cubicBezTo>
                  <a:pt x="337" y="8"/>
                  <a:pt x="354" y="13"/>
                  <a:pt x="370" y="20"/>
                </a:cubicBezTo>
                <a:cubicBezTo>
                  <a:pt x="386" y="27"/>
                  <a:pt x="401" y="35"/>
                  <a:pt x="416" y="45"/>
                </a:cubicBezTo>
                <a:cubicBezTo>
                  <a:pt x="431" y="54"/>
                  <a:pt x="444" y="65"/>
                  <a:pt x="456" y="78"/>
                </a:cubicBezTo>
                <a:cubicBezTo>
                  <a:pt x="469" y="90"/>
                  <a:pt x="480" y="104"/>
                  <a:pt x="490" y="118"/>
                </a:cubicBezTo>
                <a:cubicBezTo>
                  <a:pt x="499" y="133"/>
                  <a:pt x="508" y="148"/>
                  <a:pt x="514" y="164"/>
                </a:cubicBezTo>
                <a:cubicBezTo>
                  <a:pt x="521" y="181"/>
                  <a:pt x="526" y="197"/>
                  <a:pt x="529" y="214"/>
                </a:cubicBezTo>
                <a:cubicBezTo>
                  <a:pt x="533" y="233"/>
                  <a:pt x="535" y="250"/>
                  <a:pt x="535" y="268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07" name="任意多邊形 1106"/>
          <p:cNvSpPr/>
          <p:nvPr/>
        </p:nvSpPr>
        <p:spPr>
          <a:xfrm>
            <a:off x="655920" y="3279960"/>
            <a:ext cx="192600" cy="192600"/>
          </a:xfrm>
          <a:custGeom>
            <a:avLst/>
            <a:gdLst/>
            <a:ahLst/>
            <a:cxnLst/>
            <a:rect l="0" t="0" r="r" b="b"/>
            <a:pathLst>
              <a:path w="535" h="535" fill="none">
                <a:moveTo>
                  <a:pt x="535" y="268"/>
                </a:moveTo>
                <a:cubicBezTo>
                  <a:pt x="535" y="285"/>
                  <a:pt x="533" y="302"/>
                  <a:pt x="529" y="320"/>
                </a:cubicBezTo>
                <a:cubicBezTo>
                  <a:pt x="526" y="337"/>
                  <a:pt x="521" y="354"/>
                  <a:pt x="514" y="370"/>
                </a:cubicBezTo>
                <a:cubicBezTo>
                  <a:pt x="508" y="386"/>
                  <a:pt x="499" y="401"/>
                  <a:pt x="490" y="416"/>
                </a:cubicBezTo>
                <a:cubicBezTo>
                  <a:pt x="480" y="430"/>
                  <a:pt x="469" y="444"/>
                  <a:pt x="456" y="456"/>
                </a:cubicBezTo>
                <a:cubicBezTo>
                  <a:pt x="444" y="469"/>
                  <a:pt x="431" y="480"/>
                  <a:pt x="416" y="490"/>
                </a:cubicBezTo>
                <a:cubicBezTo>
                  <a:pt x="401" y="499"/>
                  <a:pt x="386" y="507"/>
                  <a:pt x="370" y="514"/>
                </a:cubicBezTo>
                <a:cubicBezTo>
                  <a:pt x="354" y="521"/>
                  <a:pt x="337" y="526"/>
                  <a:pt x="320" y="529"/>
                </a:cubicBezTo>
                <a:cubicBezTo>
                  <a:pt x="303" y="533"/>
                  <a:pt x="285" y="535"/>
                  <a:pt x="268" y="535"/>
                </a:cubicBezTo>
                <a:cubicBezTo>
                  <a:pt x="250" y="535"/>
                  <a:pt x="233" y="533"/>
                  <a:pt x="216" y="529"/>
                </a:cubicBezTo>
                <a:cubicBezTo>
                  <a:pt x="198" y="526"/>
                  <a:pt x="182" y="521"/>
                  <a:pt x="166" y="514"/>
                </a:cubicBezTo>
                <a:cubicBezTo>
                  <a:pt x="149" y="507"/>
                  <a:pt x="134" y="499"/>
                  <a:pt x="119" y="490"/>
                </a:cubicBezTo>
                <a:cubicBezTo>
                  <a:pt x="105" y="480"/>
                  <a:pt x="91" y="469"/>
                  <a:pt x="79" y="456"/>
                </a:cubicBezTo>
                <a:cubicBezTo>
                  <a:pt x="67" y="444"/>
                  <a:pt x="55" y="430"/>
                  <a:pt x="46" y="416"/>
                </a:cubicBezTo>
                <a:cubicBezTo>
                  <a:pt x="35" y="401"/>
                  <a:pt x="27" y="386"/>
                  <a:pt x="20" y="370"/>
                </a:cubicBezTo>
                <a:cubicBezTo>
                  <a:pt x="13" y="354"/>
                  <a:pt x="8" y="337"/>
                  <a:pt x="5" y="320"/>
                </a:cubicBezTo>
                <a:cubicBezTo>
                  <a:pt x="1" y="302"/>
                  <a:pt x="0" y="285"/>
                  <a:pt x="0" y="268"/>
                </a:cubicBezTo>
                <a:cubicBezTo>
                  <a:pt x="0" y="250"/>
                  <a:pt x="1" y="233"/>
                  <a:pt x="5" y="214"/>
                </a:cubicBezTo>
                <a:cubicBezTo>
                  <a:pt x="8" y="197"/>
                  <a:pt x="13" y="181"/>
                  <a:pt x="20" y="164"/>
                </a:cubicBezTo>
                <a:cubicBezTo>
                  <a:pt x="27" y="148"/>
                  <a:pt x="35" y="133"/>
                  <a:pt x="46" y="118"/>
                </a:cubicBezTo>
                <a:cubicBezTo>
                  <a:pt x="55" y="104"/>
                  <a:pt x="67" y="90"/>
                  <a:pt x="79" y="78"/>
                </a:cubicBezTo>
                <a:cubicBezTo>
                  <a:pt x="91" y="65"/>
                  <a:pt x="105" y="54"/>
                  <a:pt x="119" y="45"/>
                </a:cubicBezTo>
                <a:cubicBezTo>
                  <a:pt x="134" y="35"/>
                  <a:pt x="149" y="27"/>
                  <a:pt x="166" y="20"/>
                </a:cubicBezTo>
                <a:cubicBezTo>
                  <a:pt x="182" y="13"/>
                  <a:pt x="198" y="8"/>
                  <a:pt x="216" y="5"/>
                </a:cubicBezTo>
                <a:cubicBezTo>
                  <a:pt x="233" y="1"/>
                  <a:pt x="250" y="0"/>
                  <a:pt x="268" y="0"/>
                </a:cubicBezTo>
                <a:cubicBezTo>
                  <a:pt x="285" y="0"/>
                  <a:pt x="303" y="1"/>
                  <a:pt x="320" y="5"/>
                </a:cubicBezTo>
                <a:cubicBezTo>
                  <a:pt x="337" y="8"/>
                  <a:pt x="354" y="13"/>
                  <a:pt x="370" y="20"/>
                </a:cubicBezTo>
                <a:cubicBezTo>
                  <a:pt x="386" y="27"/>
                  <a:pt x="401" y="35"/>
                  <a:pt x="416" y="45"/>
                </a:cubicBezTo>
                <a:cubicBezTo>
                  <a:pt x="431" y="54"/>
                  <a:pt x="444" y="65"/>
                  <a:pt x="456" y="78"/>
                </a:cubicBezTo>
                <a:cubicBezTo>
                  <a:pt x="469" y="90"/>
                  <a:pt x="480" y="104"/>
                  <a:pt x="490" y="118"/>
                </a:cubicBezTo>
                <a:cubicBezTo>
                  <a:pt x="499" y="133"/>
                  <a:pt x="508" y="148"/>
                  <a:pt x="514" y="164"/>
                </a:cubicBezTo>
                <a:cubicBezTo>
                  <a:pt x="521" y="181"/>
                  <a:pt x="526" y="197"/>
                  <a:pt x="529" y="214"/>
                </a:cubicBezTo>
                <a:cubicBezTo>
                  <a:pt x="533" y="233"/>
                  <a:pt x="535" y="250"/>
                  <a:pt x="535" y="268"/>
                </a:cubicBezTo>
              </a:path>
            </a:pathLst>
          </a:custGeom>
          <a:ln w="8280">
            <a:solidFill>
              <a:srgbClr val="3B82F6"/>
            </a:solidFill>
            <a:miter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08" name="文字框 1107"/>
          <p:cNvSpPr txBox="1"/>
          <p:nvPr/>
        </p:nvSpPr>
        <p:spPr>
          <a:xfrm>
            <a:off x="7003080" y="2753640"/>
            <a:ext cx="24649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香港持牌交易所、稳定币发行方、香港银行体系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09" name="文字框 1108"/>
          <p:cNvSpPr txBox="1"/>
          <p:nvPr/>
        </p:nvSpPr>
        <p:spPr>
          <a:xfrm>
            <a:off x="705600" y="329364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1" u="none" strike="noStrike">
                <a:solidFill>
                  <a:srgbClr val="60A5FA"/>
                </a:solidFill>
                <a:effectLst/>
                <a:uFillTx/>
                <a:latin typeface="DejaVuSans"/>
                <a:ea typeface="DejaVuSans"/>
              </a:rPr>
              <a:t>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10" name="文字框 1109"/>
          <p:cNvSpPr txBox="1"/>
          <p:nvPr/>
        </p:nvSpPr>
        <p:spPr>
          <a:xfrm>
            <a:off x="1445760" y="3293640"/>
            <a:ext cx="6051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e-CNY →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11" name="文字框 1110"/>
          <p:cNvSpPr txBox="1"/>
          <p:nvPr/>
        </p:nvSpPr>
        <p:spPr>
          <a:xfrm>
            <a:off x="2048400" y="3288960"/>
            <a:ext cx="403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稳定币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12" name="文字框 1111"/>
          <p:cNvSpPr txBox="1"/>
          <p:nvPr/>
        </p:nvSpPr>
        <p:spPr>
          <a:xfrm>
            <a:off x="3827520" y="3292560"/>
            <a:ext cx="5295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e-CNY → 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13" name="文字框 1112"/>
          <p:cNvSpPr txBox="1"/>
          <p:nvPr/>
        </p:nvSpPr>
        <p:spPr>
          <a:xfrm>
            <a:off x="4354560" y="3288600"/>
            <a:ext cx="4701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银行账户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14" name="文字框 1113"/>
          <p:cNvSpPr txBox="1"/>
          <p:nvPr/>
        </p:nvSpPr>
        <p:spPr>
          <a:xfrm>
            <a:off x="4822560" y="3292560"/>
            <a:ext cx="1166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/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15" name="文字框 1114"/>
          <p:cNvSpPr txBox="1"/>
          <p:nvPr/>
        </p:nvSpPr>
        <p:spPr>
          <a:xfrm>
            <a:off x="4862160" y="3288600"/>
            <a:ext cx="2354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现金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16" name="文字框 1115"/>
          <p:cNvSpPr txBox="1"/>
          <p:nvPr/>
        </p:nvSpPr>
        <p:spPr>
          <a:xfrm>
            <a:off x="5096160" y="3292560"/>
            <a:ext cx="1735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→ 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17" name="文字框 1116"/>
          <p:cNvSpPr txBox="1"/>
          <p:nvPr/>
        </p:nvSpPr>
        <p:spPr>
          <a:xfrm>
            <a:off x="5268600" y="3288600"/>
            <a:ext cx="8222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香港持牌交易所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18" name="文字框 1117"/>
          <p:cNvSpPr txBox="1"/>
          <p:nvPr/>
        </p:nvSpPr>
        <p:spPr>
          <a:xfrm>
            <a:off x="6087240" y="3292560"/>
            <a:ext cx="1735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→ 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19" name="文字框 1118"/>
          <p:cNvSpPr txBox="1"/>
          <p:nvPr/>
        </p:nvSpPr>
        <p:spPr>
          <a:xfrm>
            <a:off x="6259680" y="3288600"/>
            <a:ext cx="352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稳定币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20" name="任意多邊形 1119"/>
          <p:cNvSpPr/>
          <p:nvPr/>
        </p:nvSpPr>
        <p:spPr>
          <a:xfrm>
            <a:off x="655920" y="3681000"/>
            <a:ext cx="192600" cy="192600"/>
          </a:xfrm>
          <a:custGeom>
            <a:avLst/>
            <a:gdLst/>
            <a:ahLst/>
            <a:cxnLst/>
            <a:rect l="0" t="0" r="r" b="b"/>
            <a:pathLst>
              <a:path w="535" h="535">
                <a:moveTo>
                  <a:pt x="535" y="268"/>
                </a:moveTo>
                <a:cubicBezTo>
                  <a:pt x="535" y="285"/>
                  <a:pt x="533" y="303"/>
                  <a:pt x="529" y="320"/>
                </a:cubicBezTo>
                <a:cubicBezTo>
                  <a:pt x="526" y="337"/>
                  <a:pt x="521" y="354"/>
                  <a:pt x="514" y="370"/>
                </a:cubicBezTo>
                <a:cubicBezTo>
                  <a:pt x="508" y="386"/>
                  <a:pt x="499" y="402"/>
                  <a:pt x="490" y="416"/>
                </a:cubicBezTo>
                <a:cubicBezTo>
                  <a:pt x="480" y="431"/>
                  <a:pt x="469" y="444"/>
                  <a:pt x="456" y="457"/>
                </a:cubicBezTo>
                <a:cubicBezTo>
                  <a:pt x="444" y="469"/>
                  <a:pt x="431" y="480"/>
                  <a:pt x="416" y="490"/>
                </a:cubicBezTo>
                <a:cubicBezTo>
                  <a:pt x="401" y="499"/>
                  <a:pt x="386" y="508"/>
                  <a:pt x="370" y="514"/>
                </a:cubicBezTo>
                <a:cubicBezTo>
                  <a:pt x="354" y="521"/>
                  <a:pt x="337" y="526"/>
                  <a:pt x="320" y="530"/>
                </a:cubicBezTo>
                <a:cubicBezTo>
                  <a:pt x="303" y="533"/>
                  <a:pt x="285" y="535"/>
                  <a:pt x="268" y="535"/>
                </a:cubicBezTo>
                <a:cubicBezTo>
                  <a:pt x="250" y="535"/>
                  <a:pt x="233" y="533"/>
                  <a:pt x="216" y="530"/>
                </a:cubicBezTo>
                <a:cubicBezTo>
                  <a:pt x="198" y="526"/>
                  <a:pt x="182" y="521"/>
                  <a:pt x="166" y="514"/>
                </a:cubicBezTo>
                <a:cubicBezTo>
                  <a:pt x="149" y="508"/>
                  <a:pt x="134" y="499"/>
                  <a:pt x="119" y="490"/>
                </a:cubicBezTo>
                <a:cubicBezTo>
                  <a:pt x="105" y="480"/>
                  <a:pt x="91" y="469"/>
                  <a:pt x="79" y="457"/>
                </a:cubicBezTo>
                <a:cubicBezTo>
                  <a:pt x="67" y="444"/>
                  <a:pt x="55" y="431"/>
                  <a:pt x="46" y="416"/>
                </a:cubicBezTo>
                <a:cubicBezTo>
                  <a:pt x="35" y="402"/>
                  <a:pt x="27" y="386"/>
                  <a:pt x="20" y="370"/>
                </a:cubicBezTo>
                <a:cubicBezTo>
                  <a:pt x="13" y="354"/>
                  <a:pt x="8" y="337"/>
                  <a:pt x="5" y="320"/>
                </a:cubicBezTo>
                <a:cubicBezTo>
                  <a:pt x="1" y="303"/>
                  <a:pt x="0" y="285"/>
                  <a:pt x="0" y="268"/>
                </a:cubicBezTo>
                <a:cubicBezTo>
                  <a:pt x="0" y="250"/>
                  <a:pt x="1" y="233"/>
                  <a:pt x="5" y="216"/>
                </a:cubicBezTo>
                <a:cubicBezTo>
                  <a:pt x="8" y="199"/>
                  <a:pt x="13" y="182"/>
                  <a:pt x="20" y="165"/>
                </a:cubicBezTo>
                <a:cubicBezTo>
                  <a:pt x="27" y="148"/>
                  <a:pt x="35" y="133"/>
                  <a:pt x="46" y="118"/>
                </a:cubicBezTo>
                <a:cubicBezTo>
                  <a:pt x="55" y="104"/>
                  <a:pt x="67" y="90"/>
                  <a:pt x="79" y="78"/>
                </a:cubicBezTo>
                <a:cubicBezTo>
                  <a:pt x="91" y="66"/>
                  <a:pt x="105" y="55"/>
                  <a:pt x="119" y="45"/>
                </a:cubicBezTo>
                <a:cubicBezTo>
                  <a:pt x="134" y="35"/>
                  <a:pt x="149" y="27"/>
                  <a:pt x="166" y="20"/>
                </a:cubicBezTo>
                <a:cubicBezTo>
                  <a:pt x="182" y="13"/>
                  <a:pt x="198" y="8"/>
                  <a:pt x="216" y="5"/>
                </a:cubicBezTo>
                <a:cubicBezTo>
                  <a:pt x="233" y="2"/>
                  <a:pt x="250" y="0"/>
                  <a:pt x="268" y="0"/>
                </a:cubicBezTo>
                <a:cubicBezTo>
                  <a:pt x="285" y="0"/>
                  <a:pt x="303" y="2"/>
                  <a:pt x="320" y="5"/>
                </a:cubicBezTo>
                <a:cubicBezTo>
                  <a:pt x="337" y="8"/>
                  <a:pt x="354" y="13"/>
                  <a:pt x="370" y="20"/>
                </a:cubicBezTo>
                <a:cubicBezTo>
                  <a:pt x="386" y="27"/>
                  <a:pt x="401" y="35"/>
                  <a:pt x="416" y="45"/>
                </a:cubicBezTo>
                <a:cubicBezTo>
                  <a:pt x="431" y="55"/>
                  <a:pt x="444" y="66"/>
                  <a:pt x="456" y="78"/>
                </a:cubicBezTo>
                <a:cubicBezTo>
                  <a:pt x="469" y="90"/>
                  <a:pt x="480" y="104"/>
                  <a:pt x="490" y="118"/>
                </a:cubicBezTo>
                <a:cubicBezTo>
                  <a:pt x="499" y="133"/>
                  <a:pt x="508" y="148"/>
                  <a:pt x="514" y="165"/>
                </a:cubicBezTo>
                <a:cubicBezTo>
                  <a:pt x="521" y="182"/>
                  <a:pt x="526" y="199"/>
                  <a:pt x="529" y="216"/>
                </a:cubicBezTo>
                <a:cubicBezTo>
                  <a:pt x="533" y="233"/>
                  <a:pt x="535" y="250"/>
                  <a:pt x="535" y="268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21" name="任意多邊形 1120"/>
          <p:cNvSpPr/>
          <p:nvPr/>
        </p:nvSpPr>
        <p:spPr>
          <a:xfrm>
            <a:off x="655920" y="3681000"/>
            <a:ext cx="192600" cy="192600"/>
          </a:xfrm>
          <a:custGeom>
            <a:avLst/>
            <a:gdLst/>
            <a:ahLst/>
            <a:cxnLst/>
            <a:rect l="0" t="0" r="r" b="b"/>
            <a:pathLst>
              <a:path w="535" h="535" fill="none">
                <a:moveTo>
                  <a:pt x="535" y="268"/>
                </a:moveTo>
                <a:cubicBezTo>
                  <a:pt x="535" y="285"/>
                  <a:pt x="533" y="303"/>
                  <a:pt x="529" y="320"/>
                </a:cubicBezTo>
                <a:cubicBezTo>
                  <a:pt x="526" y="337"/>
                  <a:pt x="521" y="354"/>
                  <a:pt x="514" y="370"/>
                </a:cubicBezTo>
                <a:cubicBezTo>
                  <a:pt x="508" y="386"/>
                  <a:pt x="499" y="402"/>
                  <a:pt x="490" y="416"/>
                </a:cubicBezTo>
                <a:cubicBezTo>
                  <a:pt x="480" y="431"/>
                  <a:pt x="469" y="444"/>
                  <a:pt x="456" y="457"/>
                </a:cubicBezTo>
                <a:cubicBezTo>
                  <a:pt x="444" y="469"/>
                  <a:pt x="431" y="480"/>
                  <a:pt x="416" y="490"/>
                </a:cubicBezTo>
                <a:cubicBezTo>
                  <a:pt x="401" y="499"/>
                  <a:pt x="386" y="508"/>
                  <a:pt x="370" y="514"/>
                </a:cubicBezTo>
                <a:cubicBezTo>
                  <a:pt x="354" y="521"/>
                  <a:pt x="337" y="526"/>
                  <a:pt x="320" y="530"/>
                </a:cubicBezTo>
                <a:cubicBezTo>
                  <a:pt x="303" y="533"/>
                  <a:pt x="285" y="535"/>
                  <a:pt x="268" y="535"/>
                </a:cubicBezTo>
                <a:cubicBezTo>
                  <a:pt x="250" y="535"/>
                  <a:pt x="233" y="533"/>
                  <a:pt x="216" y="530"/>
                </a:cubicBezTo>
                <a:cubicBezTo>
                  <a:pt x="198" y="526"/>
                  <a:pt x="182" y="521"/>
                  <a:pt x="166" y="514"/>
                </a:cubicBezTo>
                <a:cubicBezTo>
                  <a:pt x="149" y="508"/>
                  <a:pt x="134" y="499"/>
                  <a:pt x="119" y="490"/>
                </a:cubicBezTo>
                <a:cubicBezTo>
                  <a:pt x="105" y="480"/>
                  <a:pt x="91" y="469"/>
                  <a:pt x="79" y="457"/>
                </a:cubicBezTo>
                <a:cubicBezTo>
                  <a:pt x="67" y="444"/>
                  <a:pt x="55" y="431"/>
                  <a:pt x="46" y="416"/>
                </a:cubicBezTo>
                <a:cubicBezTo>
                  <a:pt x="35" y="402"/>
                  <a:pt x="27" y="386"/>
                  <a:pt x="20" y="370"/>
                </a:cubicBezTo>
                <a:cubicBezTo>
                  <a:pt x="13" y="354"/>
                  <a:pt x="8" y="337"/>
                  <a:pt x="5" y="320"/>
                </a:cubicBezTo>
                <a:cubicBezTo>
                  <a:pt x="1" y="303"/>
                  <a:pt x="0" y="285"/>
                  <a:pt x="0" y="268"/>
                </a:cubicBezTo>
                <a:cubicBezTo>
                  <a:pt x="0" y="250"/>
                  <a:pt x="1" y="233"/>
                  <a:pt x="5" y="216"/>
                </a:cubicBezTo>
                <a:cubicBezTo>
                  <a:pt x="8" y="199"/>
                  <a:pt x="13" y="182"/>
                  <a:pt x="20" y="165"/>
                </a:cubicBezTo>
                <a:cubicBezTo>
                  <a:pt x="27" y="148"/>
                  <a:pt x="35" y="133"/>
                  <a:pt x="46" y="118"/>
                </a:cubicBezTo>
                <a:cubicBezTo>
                  <a:pt x="55" y="104"/>
                  <a:pt x="67" y="90"/>
                  <a:pt x="79" y="78"/>
                </a:cubicBezTo>
                <a:cubicBezTo>
                  <a:pt x="91" y="66"/>
                  <a:pt x="105" y="55"/>
                  <a:pt x="119" y="45"/>
                </a:cubicBezTo>
                <a:cubicBezTo>
                  <a:pt x="134" y="35"/>
                  <a:pt x="149" y="27"/>
                  <a:pt x="166" y="20"/>
                </a:cubicBezTo>
                <a:cubicBezTo>
                  <a:pt x="182" y="13"/>
                  <a:pt x="198" y="8"/>
                  <a:pt x="216" y="5"/>
                </a:cubicBezTo>
                <a:cubicBezTo>
                  <a:pt x="233" y="2"/>
                  <a:pt x="250" y="0"/>
                  <a:pt x="268" y="0"/>
                </a:cubicBezTo>
                <a:cubicBezTo>
                  <a:pt x="285" y="0"/>
                  <a:pt x="303" y="2"/>
                  <a:pt x="320" y="5"/>
                </a:cubicBezTo>
                <a:cubicBezTo>
                  <a:pt x="337" y="8"/>
                  <a:pt x="354" y="13"/>
                  <a:pt x="370" y="20"/>
                </a:cubicBezTo>
                <a:cubicBezTo>
                  <a:pt x="386" y="27"/>
                  <a:pt x="401" y="35"/>
                  <a:pt x="416" y="45"/>
                </a:cubicBezTo>
                <a:cubicBezTo>
                  <a:pt x="431" y="55"/>
                  <a:pt x="444" y="66"/>
                  <a:pt x="456" y="78"/>
                </a:cubicBezTo>
                <a:cubicBezTo>
                  <a:pt x="469" y="90"/>
                  <a:pt x="480" y="104"/>
                  <a:pt x="490" y="118"/>
                </a:cubicBezTo>
                <a:cubicBezTo>
                  <a:pt x="499" y="133"/>
                  <a:pt x="508" y="148"/>
                  <a:pt x="514" y="165"/>
                </a:cubicBezTo>
                <a:cubicBezTo>
                  <a:pt x="521" y="182"/>
                  <a:pt x="526" y="199"/>
                  <a:pt x="529" y="216"/>
                </a:cubicBezTo>
                <a:cubicBezTo>
                  <a:pt x="533" y="233"/>
                  <a:pt x="535" y="250"/>
                  <a:pt x="535" y="268"/>
                </a:cubicBezTo>
              </a:path>
            </a:pathLst>
          </a:custGeom>
          <a:ln w="8280">
            <a:solidFill>
              <a:srgbClr val="10B981"/>
            </a:solidFill>
            <a:miter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22" name="文字框 1121"/>
          <p:cNvSpPr txBox="1"/>
          <p:nvPr/>
        </p:nvSpPr>
        <p:spPr>
          <a:xfrm>
            <a:off x="7003080" y="3288600"/>
            <a:ext cx="14090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香港银行体系、持牌交易所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23" name="文字框 1122"/>
          <p:cNvSpPr txBox="1"/>
          <p:nvPr/>
        </p:nvSpPr>
        <p:spPr>
          <a:xfrm>
            <a:off x="705600" y="369504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1" u="none" strike="noStrike">
                <a:solidFill>
                  <a:srgbClr val="34D399"/>
                </a:solidFill>
                <a:effectLst/>
                <a:uFillTx/>
                <a:latin typeface="DejaVuSans"/>
                <a:ea typeface="DejaVuSans"/>
              </a:rPr>
              <a:t>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24" name="文字框 1123"/>
          <p:cNvSpPr txBox="1"/>
          <p:nvPr/>
        </p:nvSpPr>
        <p:spPr>
          <a:xfrm>
            <a:off x="1445760" y="3690360"/>
            <a:ext cx="8053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批发层面互换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25" name="文字框 1124"/>
          <p:cNvSpPr txBox="1"/>
          <p:nvPr/>
        </p:nvSpPr>
        <p:spPr>
          <a:xfrm>
            <a:off x="3827520" y="3693600"/>
            <a:ext cx="5295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e-CNY ↔ 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26" name="文字框 1125"/>
          <p:cNvSpPr txBox="1"/>
          <p:nvPr/>
        </p:nvSpPr>
        <p:spPr>
          <a:xfrm>
            <a:off x="4354560" y="3689640"/>
            <a:ext cx="5875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港元稳定币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27" name="文字框 1126"/>
          <p:cNvSpPr txBox="1"/>
          <p:nvPr/>
        </p:nvSpPr>
        <p:spPr>
          <a:xfrm>
            <a:off x="4939560" y="3693600"/>
            <a:ext cx="1166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/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28" name="文字框 1127"/>
          <p:cNvSpPr txBox="1"/>
          <p:nvPr/>
        </p:nvSpPr>
        <p:spPr>
          <a:xfrm>
            <a:off x="4979160" y="3689640"/>
            <a:ext cx="2354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其他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29" name="文字框 1128"/>
          <p:cNvSpPr txBox="1"/>
          <p:nvPr/>
        </p:nvSpPr>
        <p:spPr>
          <a:xfrm>
            <a:off x="5213160" y="3693600"/>
            <a:ext cx="3355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CBDC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30" name="文字框 1129"/>
          <p:cNvSpPr txBox="1"/>
          <p:nvPr/>
        </p:nvSpPr>
        <p:spPr>
          <a:xfrm>
            <a:off x="7003080" y="3693600"/>
            <a:ext cx="4975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mBridge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31" name="文字框 1130"/>
          <p:cNvSpPr txBox="1"/>
          <p:nvPr/>
        </p:nvSpPr>
        <p:spPr>
          <a:xfrm>
            <a:off x="7498080" y="3689640"/>
            <a:ext cx="15264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平台（多边央行数字货币桥）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32" name="文字框 1131"/>
          <p:cNvSpPr txBox="1"/>
          <p:nvPr/>
        </p:nvSpPr>
        <p:spPr>
          <a:xfrm>
            <a:off x="9357120" y="562896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第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33" name="文字框 1132"/>
          <p:cNvSpPr txBox="1"/>
          <p:nvPr/>
        </p:nvSpPr>
        <p:spPr>
          <a:xfrm>
            <a:off x="9491040" y="5633640"/>
            <a:ext cx="171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11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34" name="文字框 1133"/>
          <p:cNvSpPr txBox="1"/>
          <p:nvPr/>
        </p:nvSpPr>
        <p:spPr>
          <a:xfrm>
            <a:off x="9660960" y="562896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页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35" name="文字框 1134"/>
          <p:cNvSpPr txBox="1"/>
          <p:nvPr/>
        </p:nvSpPr>
        <p:spPr>
          <a:xfrm>
            <a:off x="9794880" y="563364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/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36" name="文字框 1135"/>
          <p:cNvSpPr txBox="1"/>
          <p:nvPr/>
        </p:nvSpPr>
        <p:spPr>
          <a:xfrm>
            <a:off x="9924840" y="562896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共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37" name="文字框 1136"/>
          <p:cNvSpPr txBox="1"/>
          <p:nvPr/>
        </p:nvSpPr>
        <p:spPr>
          <a:xfrm>
            <a:off x="10058400" y="5633640"/>
            <a:ext cx="171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15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38" name="文字框 1137"/>
          <p:cNvSpPr txBox="1"/>
          <p:nvPr/>
        </p:nvSpPr>
        <p:spPr>
          <a:xfrm>
            <a:off x="10228680" y="562896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页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9" name="圖片 1138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0" name="任意多邊形 1139"/>
          <p:cNvSpPr/>
          <p:nvPr/>
        </p:nvSpPr>
        <p:spPr>
          <a:xfrm>
            <a:off x="334080" y="735120"/>
            <a:ext cx="668880" cy="33840"/>
          </a:xfrm>
          <a:custGeom>
            <a:avLst/>
            <a:gdLst/>
            <a:ahLst/>
            <a:cxnLst/>
            <a:rect l="0" t="0" r="r" b="b"/>
            <a:pathLst>
              <a:path w="1858" h="94">
                <a:moveTo>
                  <a:pt x="0" y="0"/>
                </a:moveTo>
                <a:lnTo>
                  <a:pt x="1858" y="0"/>
                </a:lnTo>
                <a:lnTo>
                  <a:pt x="1858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34D3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41" name="任意多邊形 1140"/>
          <p:cNvSpPr/>
          <p:nvPr/>
        </p:nvSpPr>
        <p:spPr>
          <a:xfrm>
            <a:off x="334080" y="1337040"/>
            <a:ext cx="3209400" cy="3944520"/>
          </a:xfrm>
          <a:custGeom>
            <a:avLst/>
            <a:gdLst/>
            <a:ahLst/>
            <a:cxnLst/>
            <a:rect l="0" t="0" r="r" b="b"/>
            <a:pathLst>
              <a:path w="8915" h="10957">
                <a:moveTo>
                  <a:pt x="21" y="172"/>
                </a:moveTo>
                <a:cubicBezTo>
                  <a:pt x="35" y="137"/>
                  <a:pt x="55" y="107"/>
                  <a:pt x="82" y="81"/>
                </a:cubicBezTo>
                <a:cubicBezTo>
                  <a:pt x="108" y="55"/>
                  <a:pt x="138" y="35"/>
                  <a:pt x="172" y="21"/>
                </a:cubicBezTo>
                <a:cubicBezTo>
                  <a:pt x="206" y="7"/>
                  <a:pt x="242" y="0"/>
                  <a:pt x="279" y="0"/>
                </a:cubicBezTo>
                <a:lnTo>
                  <a:pt x="8636" y="0"/>
                </a:lnTo>
                <a:cubicBezTo>
                  <a:pt x="8673" y="0"/>
                  <a:pt x="8709" y="7"/>
                  <a:pt x="8743" y="21"/>
                </a:cubicBezTo>
                <a:cubicBezTo>
                  <a:pt x="8777" y="35"/>
                  <a:pt x="8807" y="55"/>
                  <a:pt x="8833" y="81"/>
                </a:cubicBezTo>
                <a:cubicBezTo>
                  <a:pt x="8859" y="107"/>
                  <a:pt x="8879" y="137"/>
                  <a:pt x="8894" y="172"/>
                </a:cubicBezTo>
                <a:cubicBezTo>
                  <a:pt x="8908" y="206"/>
                  <a:pt x="8915" y="241"/>
                  <a:pt x="8915" y="278"/>
                </a:cubicBezTo>
                <a:lnTo>
                  <a:pt x="8915" y="10679"/>
                </a:lnTo>
                <a:cubicBezTo>
                  <a:pt x="8915" y="10716"/>
                  <a:pt x="8908" y="10751"/>
                  <a:pt x="8894" y="10785"/>
                </a:cubicBezTo>
                <a:cubicBezTo>
                  <a:pt x="8879" y="10819"/>
                  <a:pt x="8859" y="10849"/>
                  <a:pt x="8833" y="10876"/>
                </a:cubicBezTo>
                <a:cubicBezTo>
                  <a:pt x="8807" y="10902"/>
                  <a:pt x="8777" y="10922"/>
                  <a:pt x="8743" y="10936"/>
                </a:cubicBezTo>
                <a:cubicBezTo>
                  <a:pt x="8709" y="10950"/>
                  <a:pt x="8673" y="10957"/>
                  <a:pt x="8636" y="10957"/>
                </a:cubicBezTo>
                <a:lnTo>
                  <a:pt x="279" y="10957"/>
                </a:lnTo>
                <a:cubicBezTo>
                  <a:pt x="242" y="10957"/>
                  <a:pt x="206" y="10950"/>
                  <a:pt x="172" y="10936"/>
                </a:cubicBezTo>
                <a:cubicBezTo>
                  <a:pt x="138" y="10922"/>
                  <a:pt x="108" y="10902"/>
                  <a:pt x="82" y="10876"/>
                </a:cubicBezTo>
                <a:cubicBezTo>
                  <a:pt x="55" y="10849"/>
                  <a:pt x="35" y="10819"/>
                  <a:pt x="21" y="10785"/>
                </a:cubicBezTo>
                <a:cubicBezTo>
                  <a:pt x="7" y="10751"/>
                  <a:pt x="0" y="10716"/>
                  <a:pt x="0" y="10679"/>
                </a:cubicBezTo>
                <a:lnTo>
                  <a:pt x="0" y="278"/>
                </a:lnTo>
                <a:cubicBezTo>
                  <a:pt x="0" y="241"/>
                  <a:pt x="7" y="206"/>
                  <a:pt x="21" y="172"/>
                </a:cubicBezTo>
                <a:close/>
              </a:path>
            </a:pathLst>
          </a:custGeom>
          <a:solidFill>
            <a:srgbClr val="FFFFFF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42" name="任意多邊形 1141"/>
          <p:cNvSpPr/>
          <p:nvPr/>
        </p:nvSpPr>
        <p:spPr>
          <a:xfrm>
            <a:off x="334080" y="1337040"/>
            <a:ext cx="3209400" cy="3944520"/>
          </a:xfrm>
          <a:custGeom>
            <a:avLst/>
            <a:gdLst/>
            <a:ahLst/>
            <a:cxnLst/>
            <a:rect l="0" t="0" r="r" b="b"/>
            <a:pathLst>
              <a:path w="8915" h="10957">
                <a:moveTo>
                  <a:pt x="0" y="10679"/>
                </a:moveTo>
                <a:lnTo>
                  <a:pt x="0" y="278"/>
                </a:lnTo>
                <a:cubicBezTo>
                  <a:pt x="0" y="241"/>
                  <a:pt x="7" y="206"/>
                  <a:pt x="21" y="172"/>
                </a:cubicBezTo>
                <a:cubicBezTo>
                  <a:pt x="35" y="137"/>
                  <a:pt x="55" y="107"/>
                  <a:pt x="82" y="81"/>
                </a:cubicBezTo>
                <a:cubicBezTo>
                  <a:pt x="108" y="55"/>
                  <a:pt x="138" y="35"/>
                  <a:pt x="172" y="21"/>
                </a:cubicBezTo>
                <a:cubicBezTo>
                  <a:pt x="206" y="7"/>
                  <a:pt x="242" y="0"/>
                  <a:pt x="279" y="0"/>
                </a:cubicBezTo>
                <a:lnTo>
                  <a:pt x="8636" y="0"/>
                </a:lnTo>
                <a:cubicBezTo>
                  <a:pt x="8673" y="0"/>
                  <a:pt x="8709" y="7"/>
                  <a:pt x="8743" y="21"/>
                </a:cubicBezTo>
                <a:cubicBezTo>
                  <a:pt x="8777" y="35"/>
                  <a:pt x="8807" y="55"/>
                  <a:pt x="8833" y="81"/>
                </a:cubicBezTo>
                <a:cubicBezTo>
                  <a:pt x="8859" y="107"/>
                  <a:pt x="8879" y="137"/>
                  <a:pt x="8894" y="172"/>
                </a:cubicBezTo>
                <a:cubicBezTo>
                  <a:pt x="8908" y="206"/>
                  <a:pt x="8915" y="241"/>
                  <a:pt x="8915" y="278"/>
                </a:cubicBezTo>
                <a:lnTo>
                  <a:pt x="8915" y="10679"/>
                </a:lnTo>
                <a:cubicBezTo>
                  <a:pt x="8915" y="10716"/>
                  <a:pt x="8908" y="10751"/>
                  <a:pt x="8894" y="10785"/>
                </a:cubicBezTo>
                <a:cubicBezTo>
                  <a:pt x="8879" y="10819"/>
                  <a:pt x="8859" y="10849"/>
                  <a:pt x="8833" y="10876"/>
                </a:cubicBezTo>
                <a:cubicBezTo>
                  <a:pt x="8807" y="10902"/>
                  <a:pt x="8777" y="10922"/>
                  <a:pt x="8743" y="10936"/>
                </a:cubicBezTo>
                <a:cubicBezTo>
                  <a:pt x="8709" y="10950"/>
                  <a:pt x="8673" y="10957"/>
                  <a:pt x="8636" y="10957"/>
                </a:cubicBezTo>
                <a:lnTo>
                  <a:pt x="279" y="10957"/>
                </a:lnTo>
                <a:cubicBezTo>
                  <a:pt x="242" y="10957"/>
                  <a:pt x="206" y="10950"/>
                  <a:pt x="172" y="10936"/>
                </a:cubicBezTo>
                <a:cubicBezTo>
                  <a:pt x="138" y="10922"/>
                  <a:pt x="108" y="10902"/>
                  <a:pt x="82" y="10876"/>
                </a:cubicBezTo>
                <a:cubicBezTo>
                  <a:pt x="55" y="10849"/>
                  <a:pt x="35" y="10819"/>
                  <a:pt x="21" y="10785"/>
                </a:cubicBezTo>
                <a:cubicBezTo>
                  <a:pt x="7" y="10751"/>
                  <a:pt x="0" y="10716"/>
                  <a:pt x="0" y="10679"/>
                </a:cubicBezTo>
                <a:moveTo>
                  <a:pt x="23" y="278"/>
                </a:moveTo>
                <a:lnTo>
                  <a:pt x="23" y="10679"/>
                </a:lnTo>
                <a:cubicBezTo>
                  <a:pt x="23" y="10695"/>
                  <a:pt x="25" y="10712"/>
                  <a:pt x="28" y="10728"/>
                </a:cubicBezTo>
                <a:cubicBezTo>
                  <a:pt x="31" y="10745"/>
                  <a:pt x="36" y="10761"/>
                  <a:pt x="43" y="10776"/>
                </a:cubicBezTo>
                <a:cubicBezTo>
                  <a:pt x="49" y="10792"/>
                  <a:pt x="57" y="10807"/>
                  <a:pt x="66" y="10820"/>
                </a:cubicBezTo>
                <a:cubicBezTo>
                  <a:pt x="76" y="10834"/>
                  <a:pt x="86" y="10847"/>
                  <a:pt x="98" y="10859"/>
                </a:cubicBezTo>
                <a:cubicBezTo>
                  <a:pt x="110" y="10871"/>
                  <a:pt x="123" y="10882"/>
                  <a:pt x="137" y="10891"/>
                </a:cubicBezTo>
                <a:cubicBezTo>
                  <a:pt x="151" y="10900"/>
                  <a:pt x="165" y="10908"/>
                  <a:pt x="181" y="10914"/>
                </a:cubicBezTo>
                <a:cubicBezTo>
                  <a:pt x="196" y="10921"/>
                  <a:pt x="212" y="10926"/>
                  <a:pt x="229" y="10929"/>
                </a:cubicBezTo>
                <a:cubicBezTo>
                  <a:pt x="245" y="10932"/>
                  <a:pt x="262" y="10934"/>
                  <a:pt x="279" y="10934"/>
                </a:cubicBezTo>
                <a:lnTo>
                  <a:pt x="8636" y="10934"/>
                </a:lnTo>
                <a:cubicBezTo>
                  <a:pt x="8653" y="10934"/>
                  <a:pt x="8670" y="10932"/>
                  <a:pt x="8686" y="10929"/>
                </a:cubicBezTo>
                <a:cubicBezTo>
                  <a:pt x="8703" y="10926"/>
                  <a:pt x="8719" y="10921"/>
                  <a:pt x="8734" y="10914"/>
                </a:cubicBezTo>
                <a:cubicBezTo>
                  <a:pt x="8749" y="10908"/>
                  <a:pt x="8764" y="10900"/>
                  <a:pt x="8778" y="10891"/>
                </a:cubicBezTo>
                <a:cubicBezTo>
                  <a:pt x="8792" y="10882"/>
                  <a:pt x="8805" y="10871"/>
                  <a:pt x="8817" y="10859"/>
                </a:cubicBezTo>
                <a:cubicBezTo>
                  <a:pt x="8829" y="10847"/>
                  <a:pt x="8839" y="10834"/>
                  <a:pt x="8849" y="10820"/>
                </a:cubicBezTo>
                <a:cubicBezTo>
                  <a:pt x="8858" y="10807"/>
                  <a:pt x="8866" y="10792"/>
                  <a:pt x="8872" y="10776"/>
                </a:cubicBezTo>
                <a:cubicBezTo>
                  <a:pt x="8879" y="10761"/>
                  <a:pt x="8883" y="10745"/>
                  <a:pt x="8887" y="10728"/>
                </a:cubicBezTo>
                <a:cubicBezTo>
                  <a:pt x="8890" y="10712"/>
                  <a:pt x="8892" y="10695"/>
                  <a:pt x="8892" y="10679"/>
                </a:cubicBezTo>
                <a:lnTo>
                  <a:pt x="8892" y="278"/>
                </a:lnTo>
                <a:cubicBezTo>
                  <a:pt x="8892" y="261"/>
                  <a:pt x="8890" y="245"/>
                  <a:pt x="8887" y="228"/>
                </a:cubicBezTo>
                <a:cubicBezTo>
                  <a:pt x="8883" y="212"/>
                  <a:pt x="8879" y="196"/>
                  <a:pt x="8872" y="180"/>
                </a:cubicBezTo>
                <a:cubicBezTo>
                  <a:pt x="8866" y="165"/>
                  <a:pt x="8858" y="150"/>
                  <a:pt x="8849" y="136"/>
                </a:cubicBezTo>
                <a:cubicBezTo>
                  <a:pt x="8839" y="122"/>
                  <a:pt x="8829" y="109"/>
                  <a:pt x="8817" y="98"/>
                </a:cubicBezTo>
                <a:cubicBezTo>
                  <a:pt x="8805" y="86"/>
                  <a:pt x="8792" y="75"/>
                  <a:pt x="8778" y="66"/>
                </a:cubicBezTo>
                <a:cubicBezTo>
                  <a:pt x="8764" y="57"/>
                  <a:pt x="8749" y="49"/>
                  <a:pt x="8734" y="42"/>
                </a:cubicBezTo>
                <a:cubicBezTo>
                  <a:pt x="8719" y="36"/>
                  <a:pt x="8703" y="31"/>
                  <a:pt x="8686" y="28"/>
                </a:cubicBezTo>
                <a:cubicBezTo>
                  <a:pt x="8670" y="24"/>
                  <a:pt x="8653" y="23"/>
                  <a:pt x="8636" y="23"/>
                </a:cubicBezTo>
                <a:lnTo>
                  <a:pt x="279" y="23"/>
                </a:lnTo>
                <a:cubicBezTo>
                  <a:pt x="262" y="23"/>
                  <a:pt x="245" y="24"/>
                  <a:pt x="229" y="28"/>
                </a:cubicBezTo>
                <a:cubicBezTo>
                  <a:pt x="212" y="31"/>
                  <a:pt x="196" y="36"/>
                  <a:pt x="181" y="42"/>
                </a:cubicBezTo>
                <a:cubicBezTo>
                  <a:pt x="165" y="49"/>
                  <a:pt x="151" y="57"/>
                  <a:pt x="137" y="66"/>
                </a:cubicBezTo>
                <a:cubicBezTo>
                  <a:pt x="123" y="75"/>
                  <a:pt x="110" y="86"/>
                  <a:pt x="98" y="98"/>
                </a:cubicBezTo>
                <a:cubicBezTo>
                  <a:pt x="86" y="109"/>
                  <a:pt x="76" y="122"/>
                  <a:pt x="66" y="136"/>
                </a:cubicBezTo>
                <a:cubicBezTo>
                  <a:pt x="57" y="150"/>
                  <a:pt x="49" y="165"/>
                  <a:pt x="43" y="180"/>
                </a:cubicBezTo>
                <a:cubicBezTo>
                  <a:pt x="36" y="196"/>
                  <a:pt x="31" y="212"/>
                  <a:pt x="28" y="228"/>
                </a:cubicBezTo>
                <a:cubicBezTo>
                  <a:pt x="25" y="245"/>
                  <a:pt x="23" y="261"/>
                  <a:pt x="23" y="278"/>
                </a:cubicBezTo>
                <a:close/>
              </a:path>
            </a:pathLst>
          </a:custGeom>
          <a:solidFill>
            <a:srgbClr val="FFFFFF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143" name="圖片 1142"/>
          <p:cNvPicPr/>
          <p:nvPr/>
        </p:nvPicPr>
        <p:blipFill>
          <a:blip r:embed="rId2"/>
          <a:stretch>
            <a:fillRect/>
          </a:stretch>
        </p:blipFill>
        <p:spPr>
          <a:xfrm>
            <a:off x="543240" y="1545840"/>
            <a:ext cx="334080" cy="33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4" name="圖片 1143"/>
          <p:cNvPicPr/>
          <p:nvPr/>
        </p:nvPicPr>
        <p:blipFill>
          <a:blip r:embed="rId3"/>
          <a:stretch>
            <a:fillRect/>
          </a:stretch>
        </p:blipFill>
        <p:spPr>
          <a:xfrm>
            <a:off x="626760" y="1638000"/>
            <a:ext cx="16668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5" name="文字框 1144"/>
          <p:cNvSpPr txBox="1"/>
          <p:nvPr/>
        </p:nvSpPr>
        <p:spPr>
          <a:xfrm>
            <a:off x="334440" y="312120"/>
            <a:ext cx="2402640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37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跨境支付应用场景</a:t>
            </a:r>
            <a:endParaRPr lang="en-US" sz="23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46" name="任意多邊形 1145"/>
          <p:cNvSpPr/>
          <p:nvPr/>
        </p:nvSpPr>
        <p:spPr>
          <a:xfrm>
            <a:off x="3743640" y="1337040"/>
            <a:ext cx="3209400" cy="3944520"/>
          </a:xfrm>
          <a:custGeom>
            <a:avLst/>
            <a:gdLst/>
            <a:ahLst/>
            <a:cxnLst/>
            <a:rect l="0" t="0" r="r" b="b"/>
            <a:pathLst>
              <a:path w="8915" h="10957">
                <a:moveTo>
                  <a:pt x="21" y="172"/>
                </a:moveTo>
                <a:cubicBezTo>
                  <a:pt x="35" y="137"/>
                  <a:pt x="55" y="107"/>
                  <a:pt x="82" y="81"/>
                </a:cubicBezTo>
                <a:cubicBezTo>
                  <a:pt x="108" y="55"/>
                  <a:pt x="138" y="35"/>
                  <a:pt x="172" y="21"/>
                </a:cubicBezTo>
                <a:cubicBezTo>
                  <a:pt x="206" y="7"/>
                  <a:pt x="242" y="0"/>
                  <a:pt x="278" y="0"/>
                </a:cubicBezTo>
                <a:lnTo>
                  <a:pt x="8636" y="0"/>
                </a:lnTo>
                <a:cubicBezTo>
                  <a:pt x="8673" y="0"/>
                  <a:pt x="8709" y="7"/>
                  <a:pt x="8743" y="21"/>
                </a:cubicBezTo>
                <a:cubicBezTo>
                  <a:pt x="8777" y="35"/>
                  <a:pt x="8807" y="55"/>
                  <a:pt x="8833" y="81"/>
                </a:cubicBezTo>
                <a:cubicBezTo>
                  <a:pt x="8859" y="107"/>
                  <a:pt x="8879" y="137"/>
                  <a:pt x="8894" y="172"/>
                </a:cubicBezTo>
                <a:cubicBezTo>
                  <a:pt x="8908" y="206"/>
                  <a:pt x="8915" y="241"/>
                  <a:pt x="8915" y="278"/>
                </a:cubicBezTo>
                <a:lnTo>
                  <a:pt x="8915" y="10679"/>
                </a:lnTo>
                <a:cubicBezTo>
                  <a:pt x="8915" y="10716"/>
                  <a:pt x="8908" y="10751"/>
                  <a:pt x="8894" y="10785"/>
                </a:cubicBezTo>
                <a:cubicBezTo>
                  <a:pt x="8879" y="10819"/>
                  <a:pt x="8859" y="10849"/>
                  <a:pt x="8833" y="10876"/>
                </a:cubicBezTo>
                <a:cubicBezTo>
                  <a:pt x="8807" y="10902"/>
                  <a:pt x="8777" y="10922"/>
                  <a:pt x="8743" y="10936"/>
                </a:cubicBezTo>
                <a:cubicBezTo>
                  <a:pt x="8709" y="10950"/>
                  <a:pt x="8673" y="10957"/>
                  <a:pt x="8636" y="10957"/>
                </a:cubicBezTo>
                <a:lnTo>
                  <a:pt x="279" y="10957"/>
                </a:lnTo>
                <a:cubicBezTo>
                  <a:pt x="242" y="10957"/>
                  <a:pt x="206" y="10950"/>
                  <a:pt x="172" y="10936"/>
                </a:cubicBezTo>
                <a:cubicBezTo>
                  <a:pt x="138" y="10922"/>
                  <a:pt x="108" y="10902"/>
                  <a:pt x="82" y="10876"/>
                </a:cubicBezTo>
                <a:cubicBezTo>
                  <a:pt x="55" y="10849"/>
                  <a:pt x="35" y="10819"/>
                  <a:pt x="21" y="10785"/>
                </a:cubicBezTo>
                <a:cubicBezTo>
                  <a:pt x="7" y="10751"/>
                  <a:pt x="0" y="10716"/>
                  <a:pt x="0" y="10679"/>
                </a:cubicBezTo>
                <a:lnTo>
                  <a:pt x="0" y="278"/>
                </a:lnTo>
                <a:cubicBezTo>
                  <a:pt x="0" y="241"/>
                  <a:pt x="7" y="206"/>
                  <a:pt x="21" y="172"/>
                </a:cubicBezTo>
                <a:close/>
              </a:path>
            </a:pathLst>
          </a:custGeom>
          <a:solidFill>
            <a:srgbClr val="FFFFFF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47" name="任意多邊形 1146"/>
          <p:cNvSpPr/>
          <p:nvPr/>
        </p:nvSpPr>
        <p:spPr>
          <a:xfrm>
            <a:off x="3743640" y="1337040"/>
            <a:ext cx="3209400" cy="3944520"/>
          </a:xfrm>
          <a:custGeom>
            <a:avLst/>
            <a:gdLst/>
            <a:ahLst/>
            <a:cxnLst/>
            <a:rect l="0" t="0" r="r" b="b"/>
            <a:pathLst>
              <a:path w="8915" h="10957">
                <a:moveTo>
                  <a:pt x="0" y="10679"/>
                </a:moveTo>
                <a:lnTo>
                  <a:pt x="0" y="278"/>
                </a:lnTo>
                <a:cubicBezTo>
                  <a:pt x="0" y="241"/>
                  <a:pt x="7" y="206"/>
                  <a:pt x="21" y="172"/>
                </a:cubicBezTo>
                <a:cubicBezTo>
                  <a:pt x="35" y="137"/>
                  <a:pt x="55" y="107"/>
                  <a:pt x="82" y="81"/>
                </a:cubicBezTo>
                <a:cubicBezTo>
                  <a:pt x="108" y="55"/>
                  <a:pt x="138" y="35"/>
                  <a:pt x="172" y="21"/>
                </a:cubicBezTo>
                <a:cubicBezTo>
                  <a:pt x="206" y="7"/>
                  <a:pt x="242" y="0"/>
                  <a:pt x="279" y="0"/>
                </a:cubicBezTo>
                <a:lnTo>
                  <a:pt x="8636" y="0"/>
                </a:lnTo>
                <a:cubicBezTo>
                  <a:pt x="8673" y="0"/>
                  <a:pt x="8709" y="7"/>
                  <a:pt x="8743" y="21"/>
                </a:cubicBezTo>
                <a:cubicBezTo>
                  <a:pt x="8777" y="35"/>
                  <a:pt x="8807" y="55"/>
                  <a:pt x="8833" y="81"/>
                </a:cubicBezTo>
                <a:cubicBezTo>
                  <a:pt x="8859" y="107"/>
                  <a:pt x="8879" y="137"/>
                  <a:pt x="8894" y="172"/>
                </a:cubicBezTo>
                <a:cubicBezTo>
                  <a:pt x="8908" y="206"/>
                  <a:pt x="8915" y="241"/>
                  <a:pt x="8915" y="278"/>
                </a:cubicBezTo>
                <a:lnTo>
                  <a:pt x="8915" y="10679"/>
                </a:lnTo>
                <a:cubicBezTo>
                  <a:pt x="8915" y="10716"/>
                  <a:pt x="8908" y="10751"/>
                  <a:pt x="8894" y="10785"/>
                </a:cubicBezTo>
                <a:cubicBezTo>
                  <a:pt x="8879" y="10819"/>
                  <a:pt x="8859" y="10849"/>
                  <a:pt x="8833" y="10876"/>
                </a:cubicBezTo>
                <a:cubicBezTo>
                  <a:pt x="8807" y="10902"/>
                  <a:pt x="8777" y="10922"/>
                  <a:pt x="8743" y="10936"/>
                </a:cubicBezTo>
                <a:cubicBezTo>
                  <a:pt x="8709" y="10950"/>
                  <a:pt x="8673" y="10957"/>
                  <a:pt x="8636" y="10957"/>
                </a:cubicBezTo>
                <a:lnTo>
                  <a:pt x="279" y="10957"/>
                </a:lnTo>
                <a:cubicBezTo>
                  <a:pt x="242" y="10957"/>
                  <a:pt x="206" y="10950"/>
                  <a:pt x="172" y="10936"/>
                </a:cubicBezTo>
                <a:cubicBezTo>
                  <a:pt x="138" y="10922"/>
                  <a:pt x="108" y="10902"/>
                  <a:pt x="82" y="10876"/>
                </a:cubicBezTo>
                <a:cubicBezTo>
                  <a:pt x="55" y="10849"/>
                  <a:pt x="35" y="10819"/>
                  <a:pt x="21" y="10785"/>
                </a:cubicBezTo>
                <a:cubicBezTo>
                  <a:pt x="7" y="10751"/>
                  <a:pt x="0" y="10716"/>
                  <a:pt x="0" y="10679"/>
                </a:cubicBezTo>
                <a:moveTo>
                  <a:pt x="23" y="278"/>
                </a:moveTo>
                <a:lnTo>
                  <a:pt x="23" y="10679"/>
                </a:lnTo>
                <a:cubicBezTo>
                  <a:pt x="23" y="10695"/>
                  <a:pt x="25" y="10712"/>
                  <a:pt x="28" y="10728"/>
                </a:cubicBezTo>
                <a:cubicBezTo>
                  <a:pt x="31" y="10745"/>
                  <a:pt x="36" y="10761"/>
                  <a:pt x="43" y="10776"/>
                </a:cubicBezTo>
                <a:cubicBezTo>
                  <a:pt x="49" y="10792"/>
                  <a:pt x="57" y="10807"/>
                  <a:pt x="66" y="10820"/>
                </a:cubicBezTo>
                <a:cubicBezTo>
                  <a:pt x="76" y="10834"/>
                  <a:pt x="86" y="10847"/>
                  <a:pt x="98" y="10859"/>
                </a:cubicBezTo>
                <a:cubicBezTo>
                  <a:pt x="110" y="10871"/>
                  <a:pt x="123" y="10882"/>
                  <a:pt x="137" y="10891"/>
                </a:cubicBezTo>
                <a:cubicBezTo>
                  <a:pt x="151" y="10900"/>
                  <a:pt x="165" y="10908"/>
                  <a:pt x="181" y="10914"/>
                </a:cubicBezTo>
                <a:cubicBezTo>
                  <a:pt x="196" y="10921"/>
                  <a:pt x="212" y="10926"/>
                  <a:pt x="229" y="10929"/>
                </a:cubicBezTo>
                <a:cubicBezTo>
                  <a:pt x="245" y="10932"/>
                  <a:pt x="262" y="10934"/>
                  <a:pt x="279" y="10934"/>
                </a:cubicBezTo>
                <a:lnTo>
                  <a:pt x="8636" y="10934"/>
                </a:lnTo>
                <a:cubicBezTo>
                  <a:pt x="8653" y="10934"/>
                  <a:pt x="8670" y="10932"/>
                  <a:pt x="8686" y="10929"/>
                </a:cubicBezTo>
                <a:cubicBezTo>
                  <a:pt x="8702" y="10926"/>
                  <a:pt x="8718" y="10921"/>
                  <a:pt x="8734" y="10914"/>
                </a:cubicBezTo>
                <a:cubicBezTo>
                  <a:pt x="8749" y="10908"/>
                  <a:pt x="8764" y="10900"/>
                  <a:pt x="8778" y="10891"/>
                </a:cubicBezTo>
                <a:cubicBezTo>
                  <a:pt x="8792" y="10882"/>
                  <a:pt x="8805" y="10871"/>
                  <a:pt x="8817" y="10859"/>
                </a:cubicBezTo>
                <a:cubicBezTo>
                  <a:pt x="8829" y="10847"/>
                  <a:pt x="8839" y="10834"/>
                  <a:pt x="8849" y="10820"/>
                </a:cubicBezTo>
                <a:cubicBezTo>
                  <a:pt x="8858" y="10807"/>
                  <a:pt x="8866" y="10792"/>
                  <a:pt x="8872" y="10776"/>
                </a:cubicBezTo>
                <a:cubicBezTo>
                  <a:pt x="8879" y="10761"/>
                  <a:pt x="8883" y="10745"/>
                  <a:pt x="8887" y="10728"/>
                </a:cubicBezTo>
                <a:cubicBezTo>
                  <a:pt x="8890" y="10712"/>
                  <a:pt x="8892" y="10695"/>
                  <a:pt x="8892" y="10679"/>
                </a:cubicBezTo>
                <a:lnTo>
                  <a:pt x="8892" y="278"/>
                </a:lnTo>
                <a:cubicBezTo>
                  <a:pt x="8892" y="261"/>
                  <a:pt x="8890" y="245"/>
                  <a:pt x="8887" y="228"/>
                </a:cubicBezTo>
                <a:cubicBezTo>
                  <a:pt x="8883" y="212"/>
                  <a:pt x="8879" y="196"/>
                  <a:pt x="8872" y="180"/>
                </a:cubicBezTo>
                <a:cubicBezTo>
                  <a:pt x="8866" y="165"/>
                  <a:pt x="8858" y="150"/>
                  <a:pt x="8849" y="136"/>
                </a:cubicBezTo>
                <a:cubicBezTo>
                  <a:pt x="8839" y="122"/>
                  <a:pt x="8829" y="109"/>
                  <a:pt x="8817" y="98"/>
                </a:cubicBezTo>
                <a:cubicBezTo>
                  <a:pt x="8805" y="86"/>
                  <a:pt x="8792" y="75"/>
                  <a:pt x="8778" y="66"/>
                </a:cubicBezTo>
                <a:cubicBezTo>
                  <a:pt x="8764" y="57"/>
                  <a:pt x="8749" y="49"/>
                  <a:pt x="8734" y="42"/>
                </a:cubicBezTo>
                <a:cubicBezTo>
                  <a:pt x="8718" y="36"/>
                  <a:pt x="8702" y="31"/>
                  <a:pt x="8686" y="28"/>
                </a:cubicBezTo>
                <a:cubicBezTo>
                  <a:pt x="8670" y="24"/>
                  <a:pt x="8653" y="23"/>
                  <a:pt x="8636" y="23"/>
                </a:cubicBezTo>
                <a:lnTo>
                  <a:pt x="279" y="23"/>
                </a:lnTo>
                <a:cubicBezTo>
                  <a:pt x="262" y="23"/>
                  <a:pt x="245" y="24"/>
                  <a:pt x="229" y="28"/>
                </a:cubicBezTo>
                <a:cubicBezTo>
                  <a:pt x="212" y="31"/>
                  <a:pt x="196" y="36"/>
                  <a:pt x="181" y="42"/>
                </a:cubicBezTo>
                <a:cubicBezTo>
                  <a:pt x="165" y="49"/>
                  <a:pt x="151" y="57"/>
                  <a:pt x="137" y="66"/>
                </a:cubicBezTo>
                <a:cubicBezTo>
                  <a:pt x="123" y="75"/>
                  <a:pt x="110" y="86"/>
                  <a:pt x="98" y="98"/>
                </a:cubicBezTo>
                <a:cubicBezTo>
                  <a:pt x="86" y="109"/>
                  <a:pt x="76" y="122"/>
                  <a:pt x="66" y="136"/>
                </a:cubicBezTo>
                <a:cubicBezTo>
                  <a:pt x="57" y="150"/>
                  <a:pt x="49" y="165"/>
                  <a:pt x="43" y="180"/>
                </a:cubicBezTo>
                <a:cubicBezTo>
                  <a:pt x="36" y="196"/>
                  <a:pt x="31" y="212"/>
                  <a:pt x="28" y="228"/>
                </a:cubicBezTo>
                <a:cubicBezTo>
                  <a:pt x="25" y="245"/>
                  <a:pt x="23" y="261"/>
                  <a:pt x="23" y="278"/>
                </a:cubicBezTo>
                <a:close/>
              </a:path>
            </a:pathLst>
          </a:custGeom>
          <a:solidFill>
            <a:srgbClr val="FFFFFF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148" name="圖片 1147"/>
          <p:cNvPicPr/>
          <p:nvPr/>
        </p:nvPicPr>
        <p:blipFill>
          <a:blip r:embed="rId4"/>
          <a:stretch>
            <a:fillRect/>
          </a:stretch>
        </p:blipFill>
        <p:spPr>
          <a:xfrm>
            <a:off x="3952800" y="1545840"/>
            <a:ext cx="334080" cy="33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9" name="圖片 1148"/>
          <p:cNvPicPr/>
          <p:nvPr/>
        </p:nvPicPr>
        <p:blipFill>
          <a:blip r:embed="rId5"/>
          <a:stretch>
            <a:fillRect/>
          </a:stretch>
        </p:blipFill>
        <p:spPr>
          <a:xfrm>
            <a:off x="4036320" y="1638000"/>
            <a:ext cx="16668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0" name="文字框 1149"/>
          <p:cNvSpPr txBox="1"/>
          <p:nvPr/>
        </p:nvSpPr>
        <p:spPr>
          <a:xfrm>
            <a:off x="977760" y="1586880"/>
            <a:ext cx="8053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零售消费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51" name="任意多邊形 1150"/>
          <p:cNvSpPr/>
          <p:nvPr/>
        </p:nvSpPr>
        <p:spPr>
          <a:xfrm>
            <a:off x="7153200" y="1337040"/>
            <a:ext cx="3209400" cy="3944520"/>
          </a:xfrm>
          <a:custGeom>
            <a:avLst/>
            <a:gdLst/>
            <a:ahLst/>
            <a:cxnLst/>
            <a:rect l="0" t="0" r="r" b="b"/>
            <a:pathLst>
              <a:path w="8915" h="10957">
                <a:moveTo>
                  <a:pt x="0" y="10679"/>
                </a:moveTo>
                <a:lnTo>
                  <a:pt x="0" y="278"/>
                </a:lnTo>
                <a:cubicBezTo>
                  <a:pt x="0" y="241"/>
                  <a:pt x="7" y="206"/>
                  <a:pt x="21" y="172"/>
                </a:cubicBezTo>
                <a:cubicBezTo>
                  <a:pt x="35" y="137"/>
                  <a:pt x="55" y="107"/>
                  <a:pt x="81" y="81"/>
                </a:cubicBezTo>
                <a:cubicBezTo>
                  <a:pt x="108" y="55"/>
                  <a:pt x="138" y="35"/>
                  <a:pt x="172" y="21"/>
                </a:cubicBezTo>
                <a:cubicBezTo>
                  <a:pt x="206" y="7"/>
                  <a:pt x="241" y="0"/>
                  <a:pt x="278" y="0"/>
                </a:cubicBezTo>
                <a:lnTo>
                  <a:pt x="8636" y="0"/>
                </a:lnTo>
                <a:cubicBezTo>
                  <a:pt x="8673" y="0"/>
                  <a:pt x="8709" y="7"/>
                  <a:pt x="8743" y="21"/>
                </a:cubicBezTo>
                <a:cubicBezTo>
                  <a:pt x="8777" y="35"/>
                  <a:pt x="8807" y="55"/>
                  <a:pt x="8833" y="81"/>
                </a:cubicBezTo>
                <a:cubicBezTo>
                  <a:pt x="8859" y="107"/>
                  <a:pt x="8879" y="137"/>
                  <a:pt x="8893" y="172"/>
                </a:cubicBezTo>
                <a:cubicBezTo>
                  <a:pt x="8908" y="206"/>
                  <a:pt x="8915" y="241"/>
                  <a:pt x="8915" y="278"/>
                </a:cubicBezTo>
                <a:lnTo>
                  <a:pt x="8915" y="10679"/>
                </a:lnTo>
                <a:cubicBezTo>
                  <a:pt x="8915" y="10716"/>
                  <a:pt x="8908" y="10751"/>
                  <a:pt x="8893" y="10785"/>
                </a:cubicBezTo>
                <a:cubicBezTo>
                  <a:pt x="8879" y="10819"/>
                  <a:pt x="8859" y="10849"/>
                  <a:pt x="8833" y="10876"/>
                </a:cubicBezTo>
                <a:cubicBezTo>
                  <a:pt x="8807" y="10902"/>
                  <a:pt x="8777" y="10922"/>
                  <a:pt x="8743" y="10936"/>
                </a:cubicBezTo>
                <a:cubicBezTo>
                  <a:pt x="8709" y="10950"/>
                  <a:pt x="8673" y="10957"/>
                  <a:pt x="8636" y="10957"/>
                </a:cubicBezTo>
                <a:lnTo>
                  <a:pt x="278" y="10957"/>
                </a:lnTo>
                <a:cubicBezTo>
                  <a:pt x="241" y="10957"/>
                  <a:pt x="206" y="10950"/>
                  <a:pt x="172" y="10936"/>
                </a:cubicBezTo>
                <a:cubicBezTo>
                  <a:pt x="138" y="10922"/>
                  <a:pt x="108" y="10902"/>
                  <a:pt x="81" y="10876"/>
                </a:cubicBezTo>
                <a:cubicBezTo>
                  <a:pt x="55" y="10849"/>
                  <a:pt x="35" y="10819"/>
                  <a:pt x="21" y="10785"/>
                </a:cubicBezTo>
                <a:cubicBezTo>
                  <a:pt x="7" y="10751"/>
                  <a:pt x="0" y="10716"/>
                  <a:pt x="0" y="10679"/>
                </a:cubicBezTo>
                <a:close/>
              </a:path>
            </a:pathLst>
          </a:custGeom>
          <a:solidFill>
            <a:srgbClr val="FFFFFF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52" name="任意多邊形 1151"/>
          <p:cNvSpPr/>
          <p:nvPr/>
        </p:nvSpPr>
        <p:spPr>
          <a:xfrm>
            <a:off x="7153200" y="1337040"/>
            <a:ext cx="3209400" cy="3944520"/>
          </a:xfrm>
          <a:custGeom>
            <a:avLst/>
            <a:gdLst/>
            <a:ahLst/>
            <a:cxnLst/>
            <a:rect l="0" t="0" r="r" b="b"/>
            <a:pathLst>
              <a:path w="8915" h="10957">
                <a:moveTo>
                  <a:pt x="0" y="10679"/>
                </a:moveTo>
                <a:lnTo>
                  <a:pt x="0" y="278"/>
                </a:lnTo>
                <a:cubicBezTo>
                  <a:pt x="0" y="241"/>
                  <a:pt x="7" y="206"/>
                  <a:pt x="21" y="172"/>
                </a:cubicBezTo>
                <a:cubicBezTo>
                  <a:pt x="35" y="137"/>
                  <a:pt x="55" y="107"/>
                  <a:pt x="81" y="81"/>
                </a:cubicBezTo>
                <a:cubicBezTo>
                  <a:pt x="108" y="55"/>
                  <a:pt x="138" y="35"/>
                  <a:pt x="172" y="21"/>
                </a:cubicBezTo>
                <a:cubicBezTo>
                  <a:pt x="206" y="7"/>
                  <a:pt x="241" y="0"/>
                  <a:pt x="278" y="0"/>
                </a:cubicBezTo>
                <a:lnTo>
                  <a:pt x="8636" y="0"/>
                </a:lnTo>
                <a:cubicBezTo>
                  <a:pt x="8673" y="0"/>
                  <a:pt x="8709" y="7"/>
                  <a:pt x="8743" y="21"/>
                </a:cubicBezTo>
                <a:cubicBezTo>
                  <a:pt x="8777" y="35"/>
                  <a:pt x="8807" y="55"/>
                  <a:pt x="8833" y="81"/>
                </a:cubicBezTo>
                <a:cubicBezTo>
                  <a:pt x="8859" y="107"/>
                  <a:pt x="8879" y="137"/>
                  <a:pt x="8893" y="172"/>
                </a:cubicBezTo>
                <a:cubicBezTo>
                  <a:pt x="8908" y="206"/>
                  <a:pt x="8915" y="241"/>
                  <a:pt x="8915" y="278"/>
                </a:cubicBezTo>
                <a:lnTo>
                  <a:pt x="8915" y="10679"/>
                </a:lnTo>
                <a:cubicBezTo>
                  <a:pt x="8915" y="10716"/>
                  <a:pt x="8908" y="10751"/>
                  <a:pt x="8893" y="10785"/>
                </a:cubicBezTo>
                <a:cubicBezTo>
                  <a:pt x="8879" y="10819"/>
                  <a:pt x="8859" y="10849"/>
                  <a:pt x="8833" y="10876"/>
                </a:cubicBezTo>
                <a:cubicBezTo>
                  <a:pt x="8807" y="10902"/>
                  <a:pt x="8777" y="10922"/>
                  <a:pt x="8743" y="10936"/>
                </a:cubicBezTo>
                <a:cubicBezTo>
                  <a:pt x="8709" y="10950"/>
                  <a:pt x="8673" y="10957"/>
                  <a:pt x="8636" y="10957"/>
                </a:cubicBezTo>
                <a:lnTo>
                  <a:pt x="278" y="10957"/>
                </a:lnTo>
                <a:cubicBezTo>
                  <a:pt x="241" y="10957"/>
                  <a:pt x="206" y="10950"/>
                  <a:pt x="172" y="10936"/>
                </a:cubicBezTo>
                <a:cubicBezTo>
                  <a:pt x="138" y="10922"/>
                  <a:pt x="108" y="10902"/>
                  <a:pt x="81" y="10876"/>
                </a:cubicBezTo>
                <a:cubicBezTo>
                  <a:pt x="55" y="10849"/>
                  <a:pt x="35" y="10819"/>
                  <a:pt x="21" y="10785"/>
                </a:cubicBezTo>
                <a:cubicBezTo>
                  <a:pt x="7" y="10751"/>
                  <a:pt x="0" y="10716"/>
                  <a:pt x="0" y="10679"/>
                </a:cubicBezTo>
                <a:moveTo>
                  <a:pt x="23" y="278"/>
                </a:moveTo>
                <a:lnTo>
                  <a:pt x="23" y="10679"/>
                </a:lnTo>
                <a:cubicBezTo>
                  <a:pt x="23" y="10695"/>
                  <a:pt x="25" y="10712"/>
                  <a:pt x="28" y="10728"/>
                </a:cubicBezTo>
                <a:cubicBezTo>
                  <a:pt x="31" y="10745"/>
                  <a:pt x="36" y="10761"/>
                  <a:pt x="43" y="10776"/>
                </a:cubicBezTo>
                <a:cubicBezTo>
                  <a:pt x="49" y="10792"/>
                  <a:pt x="57" y="10807"/>
                  <a:pt x="66" y="10820"/>
                </a:cubicBezTo>
                <a:cubicBezTo>
                  <a:pt x="75" y="10834"/>
                  <a:pt x="86" y="10847"/>
                  <a:pt x="98" y="10859"/>
                </a:cubicBezTo>
                <a:cubicBezTo>
                  <a:pt x="110" y="10871"/>
                  <a:pt x="123" y="10882"/>
                  <a:pt x="137" y="10891"/>
                </a:cubicBezTo>
                <a:cubicBezTo>
                  <a:pt x="151" y="10900"/>
                  <a:pt x="165" y="10908"/>
                  <a:pt x="181" y="10914"/>
                </a:cubicBezTo>
                <a:cubicBezTo>
                  <a:pt x="196" y="10921"/>
                  <a:pt x="212" y="10926"/>
                  <a:pt x="229" y="10929"/>
                </a:cubicBezTo>
                <a:cubicBezTo>
                  <a:pt x="245" y="10932"/>
                  <a:pt x="262" y="10934"/>
                  <a:pt x="278" y="10934"/>
                </a:cubicBezTo>
                <a:lnTo>
                  <a:pt x="8636" y="10934"/>
                </a:lnTo>
                <a:cubicBezTo>
                  <a:pt x="8653" y="10934"/>
                  <a:pt x="8669" y="10932"/>
                  <a:pt x="8686" y="10929"/>
                </a:cubicBezTo>
                <a:cubicBezTo>
                  <a:pt x="8702" y="10926"/>
                  <a:pt x="8718" y="10921"/>
                  <a:pt x="8734" y="10914"/>
                </a:cubicBezTo>
                <a:cubicBezTo>
                  <a:pt x="8749" y="10908"/>
                  <a:pt x="8764" y="10900"/>
                  <a:pt x="8778" y="10891"/>
                </a:cubicBezTo>
                <a:cubicBezTo>
                  <a:pt x="8792" y="10882"/>
                  <a:pt x="8805" y="10871"/>
                  <a:pt x="8817" y="10859"/>
                </a:cubicBezTo>
                <a:cubicBezTo>
                  <a:pt x="8829" y="10847"/>
                  <a:pt x="8839" y="10834"/>
                  <a:pt x="8848" y="10820"/>
                </a:cubicBezTo>
                <a:cubicBezTo>
                  <a:pt x="8858" y="10807"/>
                  <a:pt x="8866" y="10792"/>
                  <a:pt x="8872" y="10776"/>
                </a:cubicBezTo>
                <a:cubicBezTo>
                  <a:pt x="8878" y="10761"/>
                  <a:pt x="8883" y="10745"/>
                  <a:pt x="8887" y="10728"/>
                </a:cubicBezTo>
                <a:cubicBezTo>
                  <a:pt x="8890" y="10712"/>
                  <a:pt x="8891" y="10695"/>
                  <a:pt x="8891" y="10679"/>
                </a:cubicBezTo>
                <a:lnTo>
                  <a:pt x="8891" y="278"/>
                </a:lnTo>
                <a:cubicBezTo>
                  <a:pt x="8891" y="261"/>
                  <a:pt x="8890" y="245"/>
                  <a:pt x="8887" y="228"/>
                </a:cubicBezTo>
                <a:cubicBezTo>
                  <a:pt x="8883" y="212"/>
                  <a:pt x="8878" y="196"/>
                  <a:pt x="8872" y="180"/>
                </a:cubicBezTo>
                <a:cubicBezTo>
                  <a:pt x="8866" y="165"/>
                  <a:pt x="8858" y="150"/>
                  <a:pt x="8848" y="136"/>
                </a:cubicBezTo>
                <a:cubicBezTo>
                  <a:pt x="8839" y="122"/>
                  <a:pt x="8829" y="109"/>
                  <a:pt x="8817" y="98"/>
                </a:cubicBezTo>
                <a:cubicBezTo>
                  <a:pt x="8805" y="86"/>
                  <a:pt x="8792" y="75"/>
                  <a:pt x="8778" y="66"/>
                </a:cubicBezTo>
                <a:cubicBezTo>
                  <a:pt x="8764" y="57"/>
                  <a:pt x="8749" y="49"/>
                  <a:pt x="8734" y="42"/>
                </a:cubicBezTo>
                <a:cubicBezTo>
                  <a:pt x="8718" y="36"/>
                  <a:pt x="8702" y="31"/>
                  <a:pt x="8686" y="28"/>
                </a:cubicBezTo>
                <a:cubicBezTo>
                  <a:pt x="8669" y="24"/>
                  <a:pt x="8653" y="23"/>
                  <a:pt x="8636" y="23"/>
                </a:cubicBezTo>
                <a:lnTo>
                  <a:pt x="278" y="23"/>
                </a:lnTo>
                <a:cubicBezTo>
                  <a:pt x="262" y="23"/>
                  <a:pt x="245" y="24"/>
                  <a:pt x="229" y="28"/>
                </a:cubicBezTo>
                <a:cubicBezTo>
                  <a:pt x="212" y="31"/>
                  <a:pt x="196" y="36"/>
                  <a:pt x="181" y="42"/>
                </a:cubicBezTo>
                <a:cubicBezTo>
                  <a:pt x="165" y="49"/>
                  <a:pt x="151" y="57"/>
                  <a:pt x="137" y="66"/>
                </a:cubicBezTo>
                <a:cubicBezTo>
                  <a:pt x="123" y="75"/>
                  <a:pt x="110" y="86"/>
                  <a:pt x="98" y="98"/>
                </a:cubicBezTo>
                <a:cubicBezTo>
                  <a:pt x="86" y="109"/>
                  <a:pt x="75" y="122"/>
                  <a:pt x="66" y="136"/>
                </a:cubicBezTo>
                <a:cubicBezTo>
                  <a:pt x="57" y="150"/>
                  <a:pt x="49" y="165"/>
                  <a:pt x="43" y="180"/>
                </a:cubicBezTo>
                <a:cubicBezTo>
                  <a:pt x="36" y="196"/>
                  <a:pt x="31" y="212"/>
                  <a:pt x="28" y="228"/>
                </a:cubicBezTo>
                <a:cubicBezTo>
                  <a:pt x="25" y="245"/>
                  <a:pt x="23" y="261"/>
                  <a:pt x="23" y="278"/>
                </a:cubicBezTo>
                <a:close/>
              </a:path>
            </a:pathLst>
          </a:custGeom>
          <a:solidFill>
            <a:srgbClr val="FFFFFF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153" name="圖片 1152"/>
          <p:cNvPicPr/>
          <p:nvPr/>
        </p:nvPicPr>
        <p:blipFill>
          <a:blip r:embed="rId6"/>
          <a:stretch>
            <a:fillRect/>
          </a:stretch>
        </p:blipFill>
        <p:spPr>
          <a:xfrm>
            <a:off x="7362360" y="1545840"/>
            <a:ext cx="334080" cy="33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4" name="文字框 1153"/>
          <p:cNvSpPr txBox="1"/>
          <p:nvPr/>
        </p:nvSpPr>
        <p:spPr>
          <a:xfrm>
            <a:off x="4387320" y="1586880"/>
            <a:ext cx="181116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跨境电商与贸易结算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55" name="任意多邊形 1154"/>
          <p:cNvSpPr/>
          <p:nvPr/>
        </p:nvSpPr>
        <p:spPr>
          <a:xfrm>
            <a:off x="542880" y="2013840"/>
            <a:ext cx="2791800" cy="2523960"/>
          </a:xfrm>
          <a:custGeom>
            <a:avLst/>
            <a:gdLst/>
            <a:ahLst/>
            <a:cxnLst/>
            <a:rect l="0" t="0" r="r" b="b"/>
            <a:pathLst>
              <a:path w="7755" h="7011">
                <a:moveTo>
                  <a:pt x="27" y="215"/>
                </a:moveTo>
                <a:cubicBezTo>
                  <a:pt x="45" y="172"/>
                  <a:pt x="70" y="134"/>
                  <a:pt x="102" y="102"/>
                </a:cubicBezTo>
                <a:cubicBezTo>
                  <a:pt x="135" y="69"/>
                  <a:pt x="173" y="44"/>
                  <a:pt x="215" y="26"/>
                </a:cubicBezTo>
                <a:cubicBezTo>
                  <a:pt x="258" y="9"/>
                  <a:pt x="302" y="0"/>
                  <a:pt x="349" y="0"/>
                </a:cubicBezTo>
                <a:lnTo>
                  <a:pt x="7406" y="0"/>
                </a:lnTo>
                <a:cubicBezTo>
                  <a:pt x="7452" y="0"/>
                  <a:pt x="7497" y="9"/>
                  <a:pt x="7540" y="26"/>
                </a:cubicBezTo>
                <a:cubicBezTo>
                  <a:pt x="7582" y="44"/>
                  <a:pt x="7620" y="69"/>
                  <a:pt x="7653" y="102"/>
                </a:cubicBezTo>
                <a:cubicBezTo>
                  <a:pt x="7685" y="134"/>
                  <a:pt x="7710" y="172"/>
                  <a:pt x="7728" y="215"/>
                </a:cubicBezTo>
                <a:cubicBezTo>
                  <a:pt x="7746" y="257"/>
                  <a:pt x="7755" y="302"/>
                  <a:pt x="7755" y="348"/>
                </a:cubicBezTo>
                <a:lnTo>
                  <a:pt x="7755" y="6663"/>
                </a:lnTo>
                <a:cubicBezTo>
                  <a:pt x="7755" y="6709"/>
                  <a:pt x="7746" y="6754"/>
                  <a:pt x="7728" y="6796"/>
                </a:cubicBezTo>
                <a:cubicBezTo>
                  <a:pt x="7710" y="6839"/>
                  <a:pt x="7685" y="6877"/>
                  <a:pt x="7653" y="6909"/>
                </a:cubicBezTo>
                <a:cubicBezTo>
                  <a:pt x="7620" y="6942"/>
                  <a:pt x="7582" y="6967"/>
                  <a:pt x="7540" y="6985"/>
                </a:cubicBezTo>
                <a:cubicBezTo>
                  <a:pt x="7497" y="7002"/>
                  <a:pt x="7452" y="7011"/>
                  <a:pt x="7406" y="7011"/>
                </a:cubicBezTo>
                <a:lnTo>
                  <a:pt x="349" y="7011"/>
                </a:lnTo>
                <a:cubicBezTo>
                  <a:pt x="302" y="7011"/>
                  <a:pt x="258" y="7002"/>
                  <a:pt x="215" y="6985"/>
                </a:cubicBezTo>
                <a:cubicBezTo>
                  <a:pt x="173" y="6967"/>
                  <a:pt x="135" y="6942"/>
                  <a:pt x="102" y="6909"/>
                </a:cubicBezTo>
                <a:cubicBezTo>
                  <a:pt x="70" y="6877"/>
                  <a:pt x="45" y="6839"/>
                  <a:pt x="27" y="6796"/>
                </a:cubicBezTo>
                <a:cubicBezTo>
                  <a:pt x="9" y="6754"/>
                  <a:pt x="0" y="6709"/>
                  <a:pt x="0" y="6663"/>
                </a:cubicBezTo>
                <a:lnTo>
                  <a:pt x="0" y="348"/>
                </a:lnTo>
                <a:cubicBezTo>
                  <a:pt x="0" y="302"/>
                  <a:pt x="9" y="257"/>
                  <a:pt x="27" y="215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56" name="任意多邊形 1155"/>
          <p:cNvSpPr/>
          <p:nvPr/>
        </p:nvSpPr>
        <p:spPr>
          <a:xfrm>
            <a:off x="542880" y="2013840"/>
            <a:ext cx="2791800" cy="2523960"/>
          </a:xfrm>
          <a:custGeom>
            <a:avLst/>
            <a:gdLst/>
            <a:ahLst/>
            <a:cxnLst/>
            <a:rect l="0" t="0" r="r" b="b"/>
            <a:pathLst>
              <a:path w="7755" h="7011">
                <a:moveTo>
                  <a:pt x="0" y="6663"/>
                </a:moveTo>
                <a:lnTo>
                  <a:pt x="0" y="348"/>
                </a:lnTo>
                <a:cubicBezTo>
                  <a:pt x="0" y="302"/>
                  <a:pt x="9" y="257"/>
                  <a:pt x="27" y="215"/>
                </a:cubicBezTo>
                <a:cubicBezTo>
                  <a:pt x="45" y="172"/>
                  <a:pt x="70" y="134"/>
                  <a:pt x="102" y="102"/>
                </a:cubicBezTo>
                <a:cubicBezTo>
                  <a:pt x="135" y="69"/>
                  <a:pt x="173" y="44"/>
                  <a:pt x="215" y="26"/>
                </a:cubicBezTo>
                <a:cubicBezTo>
                  <a:pt x="258" y="9"/>
                  <a:pt x="302" y="0"/>
                  <a:pt x="349" y="0"/>
                </a:cubicBezTo>
                <a:lnTo>
                  <a:pt x="7406" y="0"/>
                </a:lnTo>
                <a:cubicBezTo>
                  <a:pt x="7452" y="0"/>
                  <a:pt x="7497" y="9"/>
                  <a:pt x="7540" y="26"/>
                </a:cubicBezTo>
                <a:cubicBezTo>
                  <a:pt x="7582" y="44"/>
                  <a:pt x="7620" y="69"/>
                  <a:pt x="7653" y="102"/>
                </a:cubicBezTo>
                <a:cubicBezTo>
                  <a:pt x="7685" y="134"/>
                  <a:pt x="7710" y="172"/>
                  <a:pt x="7728" y="215"/>
                </a:cubicBezTo>
                <a:cubicBezTo>
                  <a:pt x="7746" y="257"/>
                  <a:pt x="7755" y="302"/>
                  <a:pt x="7755" y="348"/>
                </a:cubicBezTo>
                <a:lnTo>
                  <a:pt x="7755" y="6663"/>
                </a:lnTo>
                <a:cubicBezTo>
                  <a:pt x="7755" y="6709"/>
                  <a:pt x="7746" y="6754"/>
                  <a:pt x="7728" y="6796"/>
                </a:cubicBezTo>
                <a:cubicBezTo>
                  <a:pt x="7710" y="6839"/>
                  <a:pt x="7685" y="6877"/>
                  <a:pt x="7653" y="6909"/>
                </a:cubicBezTo>
                <a:cubicBezTo>
                  <a:pt x="7620" y="6942"/>
                  <a:pt x="7582" y="6967"/>
                  <a:pt x="7540" y="6985"/>
                </a:cubicBezTo>
                <a:cubicBezTo>
                  <a:pt x="7497" y="7002"/>
                  <a:pt x="7452" y="7011"/>
                  <a:pt x="7406" y="7011"/>
                </a:cubicBezTo>
                <a:lnTo>
                  <a:pt x="349" y="7011"/>
                </a:lnTo>
                <a:cubicBezTo>
                  <a:pt x="302" y="7011"/>
                  <a:pt x="258" y="7002"/>
                  <a:pt x="215" y="6985"/>
                </a:cubicBezTo>
                <a:cubicBezTo>
                  <a:pt x="173" y="6967"/>
                  <a:pt x="135" y="6942"/>
                  <a:pt x="102" y="6909"/>
                </a:cubicBezTo>
                <a:cubicBezTo>
                  <a:pt x="70" y="6877"/>
                  <a:pt x="45" y="6839"/>
                  <a:pt x="27" y="6796"/>
                </a:cubicBezTo>
                <a:cubicBezTo>
                  <a:pt x="9" y="6754"/>
                  <a:pt x="0" y="6709"/>
                  <a:pt x="0" y="6663"/>
                </a:cubicBezTo>
                <a:moveTo>
                  <a:pt x="24" y="348"/>
                </a:moveTo>
                <a:lnTo>
                  <a:pt x="24" y="6663"/>
                </a:lnTo>
                <a:cubicBezTo>
                  <a:pt x="24" y="6684"/>
                  <a:pt x="26" y="6705"/>
                  <a:pt x="30" y="6726"/>
                </a:cubicBezTo>
                <a:cubicBezTo>
                  <a:pt x="34" y="6747"/>
                  <a:pt x="40" y="6768"/>
                  <a:pt x="48" y="6787"/>
                </a:cubicBezTo>
                <a:cubicBezTo>
                  <a:pt x="56" y="6807"/>
                  <a:pt x="66" y="6826"/>
                  <a:pt x="78" y="6844"/>
                </a:cubicBezTo>
                <a:cubicBezTo>
                  <a:pt x="90" y="6861"/>
                  <a:pt x="104" y="6878"/>
                  <a:pt x="119" y="6893"/>
                </a:cubicBezTo>
                <a:cubicBezTo>
                  <a:pt x="134" y="6908"/>
                  <a:pt x="150" y="6921"/>
                  <a:pt x="168" y="6933"/>
                </a:cubicBezTo>
                <a:cubicBezTo>
                  <a:pt x="186" y="6945"/>
                  <a:pt x="204" y="6955"/>
                  <a:pt x="224" y="6963"/>
                </a:cubicBezTo>
                <a:cubicBezTo>
                  <a:pt x="244" y="6971"/>
                  <a:pt x="264" y="6978"/>
                  <a:pt x="285" y="6982"/>
                </a:cubicBezTo>
                <a:cubicBezTo>
                  <a:pt x="306" y="6986"/>
                  <a:pt x="327" y="6988"/>
                  <a:pt x="349" y="6988"/>
                </a:cubicBezTo>
                <a:lnTo>
                  <a:pt x="7406" y="6988"/>
                </a:lnTo>
                <a:cubicBezTo>
                  <a:pt x="7428" y="6988"/>
                  <a:pt x="7449" y="6986"/>
                  <a:pt x="7470" y="6982"/>
                </a:cubicBezTo>
                <a:cubicBezTo>
                  <a:pt x="7491" y="6978"/>
                  <a:pt x="7511" y="6971"/>
                  <a:pt x="7531" y="6963"/>
                </a:cubicBezTo>
                <a:cubicBezTo>
                  <a:pt x="7550" y="6955"/>
                  <a:pt x="7569" y="6945"/>
                  <a:pt x="7587" y="6933"/>
                </a:cubicBezTo>
                <a:cubicBezTo>
                  <a:pt x="7605" y="6921"/>
                  <a:pt x="7621" y="6908"/>
                  <a:pt x="7636" y="6893"/>
                </a:cubicBezTo>
                <a:cubicBezTo>
                  <a:pt x="7651" y="6878"/>
                  <a:pt x="7665" y="6861"/>
                  <a:pt x="7677" y="6844"/>
                </a:cubicBezTo>
                <a:cubicBezTo>
                  <a:pt x="7688" y="6826"/>
                  <a:pt x="7698" y="6807"/>
                  <a:pt x="7707" y="6787"/>
                </a:cubicBezTo>
                <a:cubicBezTo>
                  <a:pt x="7715" y="6768"/>
                  <a:pt x="7721" y="6747"/>
                  <a:pt x="7725" y="6726"/>
                </a:cubicBezTo>
                <a:cubicBezTo>
                  <a:pt x="7729" y="6705"/>
                  <a:pt x="7731" y="6684"/>
                  <a:pt x="7731" y="6663"/>
                </a:cubicBezTo>
                <a:lnTo>
                  <a:pt x="7731" y="348"/>
                </a:lnTo>
                <a:cubicBezTo>
                  <a:pt x="7731" y="327"/>
                  <a:pt x="7729" y="306"/>
                  <a:pt x="7725" y="285"/>
                </a:cubicBezTo>
                <a:cubicBezTo>
                  <a:pt x="7721" y="264"/>
                  <a:pt x="7715" y="243"/>
                  <a:pt x="7707" y="224"/>
                </a:cubicBezTo>
                <a:cubicBezTo>
                  <a:pt x="7698" y="204"/>
                  <a:pt x="7688" y="185"/>
                  <a:pt x="7677" y="167"/>
                </a:cubicBezTo>
                <a:cubicBezTo>
                  <a:pt x="7665" y="150"/>
                  <a:pt x="7651" y="133"/>
                  <a:pt x="7636" y="118"/>
                </a:cubicBezTo>
                <a:cubicBezTo>
                  <a:pt x="7621" y="103"/>
                  <a:pt x="7605" y="90"/>
                  <a:pt x="7587" y="78"/>
                </a:cubicBezTo>
                <a:cubicBezTo>
                  <a:pt x="7569" y="66"/>
                  <a:pt x="7550" y="56"/>
                  <a:pt x="7531" y="48"/>
                </a:cubicBezTo>
                <a:cubicBezTo>
                  <a:pt x="7511" y="40"/>
                  <a:pt x="7491" y="33"/>
                  <a:pt x="7470" y="29"/>
                </a:cubicBezTo>
                <a:cubicBezTo>
                  <a:pt x="7449" y="25"/>
                  <a:pt x="7428" y="23"/>
                  <a:pt x="7406" y="23"/>
                </a:cubicBezTo>
                <a:lnTo>
                  <a:pt x="349" y="23"/>
                </a:lnTo>
                <a:cubicBezTo>
                  <a:pt x="327" y="23"/>
                  <a:pt x="306" y="25"/>
                  <a:pt x="285" y="29"/>
                </a:cubicBezTo>
                <a:cubicBezTo>
                  <a:pt x="264" y="33"/>
                  <a:pt x="244" y="40"/>
                  <a:pt x="224" y="48"/>
                </a:cubicBezTo>
                <a:cubicBezTo>
                  <a:pt x="204" y="56"/>
                  <a:pt x="186" y="66"/>
                  <a:pt x="168" y="78"/>
                </a:cubicBezTo>
                <a:cubicBezTo>
                  <a:pt x="150" y="90"/>
                  <a:pt x="134" y="103"/>
                  <a:pt x="119" y="118"/>
                </a:cubicBezTo>
                <a:cubicBezTo>
                  <a:pt x="104" y="133"/>
                  <a:pt x="90" y="150"/>
                  <a:pt x="78" y="167"/>
                </a:cubicBezTo>
                <a:cubicBezTo>
                  <a:pt x="66" y="185"/>
                  <a:pt x="56" y="204"/>
                  <a:pt x="48" y="224"/>
                </a:cubicBezTo>
                <a:cubicBezTo>
                  <a:pt x="40" y="243"/>
                  <a:pt x="34" y="264"/>
                  <a:pt x="30" y="285"/>
                </a:cubicBezTo>
                <a:cubicBezTo>
                  <a:pt x="26" y="306"/>
                  <a:pt x="24" y="327"/>
                  <a:pt x="24" y="348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157" name="圖片 1156"/>
          <p:cNvPicPr/>
          <p:nvPr/>
        </p:nvPicPr>
        <p:blipFill>
          <a:blip r:embed="rId7"/>
          <a:stretch>
            <a:fillRect/>
          </a:stretch>
        </p:blipFill>
        <p:spPr>
          <a:xfrm>
            <a:off x="685080" y="308376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8" name="文字框 1157"/>
          <p:cNvSpPr txBox="1"/>
          <p:nvPr/>
        </p:nvSpPr>
        <p:spPr>
          <a:xfrm>
            <a:off x="7796880" y="1586880"/>
            <a:ext cx="120780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企业财资管理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59" name="文字框 1158"/>
          <p:cNvSpPr txBox="1"/>
          <p:nvPr/>
        </p:nvSpPr>
        <p:spPr>
          <a:xfrm>
            <a:off x="885960" y="307656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60" name="文字框 1159"/>
          <p:cNvSpPr txBox="1"/>
          <p:nvPr/>
        </p:nvSpPr>
        <p:spPr>
          <a:xfrm>
            <a:off x="928440" y="3071880"/>
            <a:ext cx="8053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香港居民使用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61" name="文字框 1160"/>
          <p:cNvSpPr txBox="1"/>
          <p:nvPr/>
        </p:nvSpPr>
        <p:spPr>
          <a:xfrm>
            <a:off x="1730520" y="3076560"/>
            <a:ext cx="4075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e-CNY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62" name="文字框 1161"/>
          <p:cNvSpPr txBox="1"/>
          <p:nvPr/>
        </p:nvSpPr>
        <p:spPr>
          <a:xfrm>
            <a:off x="2136240" y="3071880"/>
            <a:ext cx="9396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钱包在粤港澳大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163" name="圖片 1162"/>
          <p:cNvPicPr/>
          <p:nvPr/>
        </p:nvPicPr>
        <p:blipFill>
          <a:blip r:embed="rId7"/>
          <a:stretch>
            <a:fillRect/>
          </a:stretch>
        </p:blipFill>
        <p:spPr>
          <a:xfrm>
            <a:off x="685080" y="355176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4" name="文字框 1163"/>
          <p:cNvSpPr txBox="1"/>
          <p:nvPr/>
        </p:nvSpPr>
        <p:spPr>
          <a:xfrm>
            <a:off x="685080" y="3272400"/>
            <a:ext cx="22806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湾区及内地其他试点地区进行日常消费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65" name="文字框 1164"/>
          <p:cNvSpPr txBox="1"/>
          <p:nvPr/>
        </p:nvSpPr>
        <p:spPr>
          <a:xfrm>
            <a:off x="885960" y="354456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66" name="文字框 1165"/>
          <p:cNvSpPr txBox="1"/>
          <p:nvPr/>
        </p:nvSpPr>
        <p:spPr>
          <a:xfrm>
            <a:off x="928440" y="3539880"/>
            <a:ext cx="268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通过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67" name="文字框 1166"/>
          <p:cNvSpPr txBox="1"/>
          <p:nvPr/>
        </p:nvSpPr>
        <p:spPr>
          <a:xfrm>
            <a:off x="1195560" y="354456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68" name="文字框 1167"/>
          <p:cNvSpPr txBox="1"/>
          <p:nvPr/>
        </p:nvSpPr>
        <p:spPr>
          <a:xfrm>
            <a:off x="1257120" y="3539880"/>
            <a:ext cx="403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转数快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69" name="文字框 1168"/>
          <p:cNvSpPr txBox="1"/>
          <p:nvPr/>
        </p:nvSpPr>
        <p:spPr>
          <a:xfrm>
            <a:off x="1658520" y="354456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70" name="文字框 1169"/>
          <p:cNvSpPr txBox="1"/>
          <p:nvPr/>
        </p:nvSpPr>
        <p:spPr>
          <a:xfrm>
            <a:off x="1719720" y="3539880"/>
            <a:ext cx="1476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系统实现港元到数字人民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171" name="圖片 1170"/>
          <p:cNvPicPr/>
          <p:nvPr/>
        </p:nvPicPr>
        <p:blipFill>
          <a:blip r:embed="rId7"/>
          <a:stretch>
            <a:fillRect/>
          </a:stretch>
        </p:blipFill>
        <p:spPr>
          <a:xfrm>
            <a:off x="685080" y="401940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2" name="文字框 1171"/>
          <p:cNvSpPr txBox="1"/>
          <p:nvPr/>
        </p:nvSpPr>
        <p:spPr>
          <a:xfrm>
            <a:off x="685080" y="3740400"/>
            <a:ext cx="8053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币的单向转换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73" name="文字框 1172"/>
          <p:cNvSpPr txBox="1"/>
          <p:nvPr/>
        </p:nvSpPr>
        <p:spPr>
          <a:xfrm>
            <a:off x="885960" y="401256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74" name="文字框 1173"/>
          <p:cNvSpPr txBox="1"/>
          <p:nvPr/>
        </p:nvSpPr>
        <p:spPr>
          <a:xfrm>
            <a:off x="928440" y="4007880"/>
            <a:ext cx="21466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无需开立内地银行账户，为零售支付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75" name="任意多邊形 1174"/>
          <p:cNvSpPr/>
          <p:nvPr/>
        </p:nvSpPr>
        <p:spPr>
          <a:xfrm>
            <a:off x="693360" y="2297880"/>
            <a:ext cx="518400" cy="518400"/>
          </a:xfrm>
          <a:custGeom>
            <a:avLst/>
            <a:gdLst/>
            <a:ahLst/>
            <a:cxnLst/>
            <a:rect l="0" t="0" r="r" b="b"/>
            <a:pathLst>
              <a:path w="1440" h="1440">
                <a:moveTo>
                  <a:pt x="1440" y="721"/>
                </a:moveTo>
                <a:cubicBezTo>
                  <a:pt x="1440" y="744"/>
                  <a:pt x="1439" y="768"/>
                  <a:pt x="1437" y="791"/>
                </a:cubicBezTo>
                <a:cubicBezTo>
                  <a:pt x="1435" y="815"/>
                  <a:pt x="1431" y="838"/>
                  <a:pt x="1427" y="861"/>
                </a:cubicBezTo>
                <a:cubicBezTo>
                  <a:pt x="1422" y="884"/>
                  <a:pt x="1416" y="907"/>
                  <a:pt x="1409" y="930"/>
                </a:cubicBezTo>
                <a:cubicBezTo>
                  <a:pt x="1403" y="952"/>
                  <a:pt x="1395" y="974"/>
                  <a:pt x="1386" y="996"/>
                </a:cubicBezTo>
                <a:cubicBezTo>
                  <a:pt x="1377" y="1018"/>
                  <a:pt x="1367" y="1039"/>
                  <a:pt x="1355" y="1060"/>
                </a:cubicBezTo>
                <a:cubicBezTo>
                  <a:pt x="1344" y="1081"/>
                  <a:pt x="1332" y="1101"/>
                  <a:pt x="1319" y="1120"/>
                </a:cubicBezTo>
                <a:cubicBezTo>
                  <a:pt x="1306" y="1140"/>
                  <a:pt x="1292" y="1159"/>
                  <a:pt x="1277" y="1177"/>
                </a:cubicBezTo>
                <a:cubicBezTo>
                  <a:pt x="1262" y="1195"/>
                  <a:pt x="1246" y="1213"/>
                  <a:pt x="1230" y="1230"/>
                </a:cubicBezTo>
                <a:cubicBezTo>
                  <a:pt x="1213" y="1246"/>
                  <a:pt x="1196" y="1262"/>
                  <a:pt x="1177" y="1277"/>
                </a:cubicBezTo>
                <a:cubicBezTo>
                  <a:pt x="1159" y="1292"/>
                  <a:pt x="1140" y="1306"/>
                  <a:pt x="1121" y="1319"/>
                </a:cubicBezTo>
                <a:cubicBezTo>
                  <a:pt x="1101" y="1332"/>
                  <a:pt x="1081" y="1344"/>
                  <a:pt x="1060" y="1355"/>
                </a:cubicBezTo>
                <a:cubicBezTo>
                  <a:pt x="1039" y="1366"/>
                  <a:pt x="1018" y="1377"/>
                  <a:pt x="996" y="1386"/>
                </a:cubicBezTo>
                <a:cubicBezTo>
                  <a:pt x="974" y="1395"/>
                  <a:pt x="952" y="1402"/>
                  <a:pt x="930" y="1409"/>
                </a:cubicBezTo>
                <a:cubicBezTo>
                  <a:pt x="907" y="1416"/>
                  <a:pt x="884" y="1422"/>
                  <a:pt x="861" y="1426"/>
                </a:cubicBezTo>
                <a:cubicBezTo>
                  <a:pt x="838" y="1431"/>
                  <a:pt x="815" y="1435"/>
                  <a:pt x="791" y="1437"/>
                </a:cubicBezTo>
                <a:cubicBezTo>
                  <a:pt x="768" y="1439"/>
                  <a:pt x="744" y="1440"/>
                  <a:pt x="721" y="1440"/>
                </a:cubicBezTo>
                <a:cubicBezTo>
                  <a:pt x="697" y="1440"/>
                  <a:pt x="674" y="1439"/>
                  <a:pt x="650" y="1437"/>
                </a:cubicBezTo>
                <a:cubicBezTo>
                  <a:pt x="627" y="1435"/>
                  <a:pt x="604" y="1431"/>
                  <a:pt x="580" y="1426"/>
                </a:cubicBezTo>
                <a:cubicBezTo>
                  <a:pt x="557" y="1422"/>
                  <a:pt x="534" y="1416"/>
                  <a:pt x="512" y="1409"/>
                </a:cubicBezTo>
                <a:cubicBezTo>
                  <a:pt x="489" y="1402"/>
                  <a:pt x="467" y="1395"/>
                  <a:pt x="445" y="1386"/>
                </a:cubicBezTo>
                <a:cubicBezTo>
                  <a:pt x="424" y="1377"/>
                  <a:pt x="402" y="1366"/>
                  <a:pt x="382" y="1355"/>
                </a:cubicBezTo>
                <a:cubicBezTo>
                  <a:pt x="361" y="1344"/>
                  <a:pt x="341" y="1332"/>
                  <a:pt x="321" y="1319"/>
                </a:cubicBezTo>
                <a:cubicBezTo>
                  <a:pt x="301" y="1306"/>
                  <a:pt x="282" y="1292"/>
                  <a:pt x="264" y="1277"/>
                </a:cubicBezTo>
                <a:cubicBezTo>
                  <a:pt x="246" y="1262"/>
                  <a:pt x="228" y="1246"/>
                  <a:pt x="211" y="1230"/>
                </a:cubicBezTo>
                <a:cubicBezTo>
                  <a:pt x="194" y="1213"/>
                  <a:pt x="178" y="1195"/>
                  <a:pt x="164" y="1177"/>
                </a:cubicBezTo>
                <a:cubicBezTo>
                  <a:pt x="149" y="1159"/>
                  <a:pt x="135" y="1140"/>
                  <a:pt x="121" y="1120"/>
                </a:cubicBezTo>
                <a:cubicBezTo>
                  <a:pt x="108" y="1101"/>
                  <a:pt x="96" y="1081"/>
                  <a:pt x="85" y="1060"/>
                </a:cubicBezTo>
                <a:cubicBezTo>
                  <a:pt x="74" y="1039"/>
                  <a:pt x="64" y="1018"/>
                  <a:pt x="55" y="996"/>
                </a:cubicBezTo>
                <a:cubicBezTo>
                  <a:pt x="46" y="974"/>
                  <a:pt x="38" y="952"/>
                  <a:pt x="31" y="930"/>
                </a:cubicBezTo>
                <a:cubicBezTo>
                  <a:pt x="24" y="907"/>
                  <a:pt x="19" y="884"/>
                  <a:pt x="14" y="861"/>
                </a:cubicBezTo>
                <a:cubicBezTo>
                  <a:pt x="9" y="838"/>
                  <a:pt x="6" y="815"/>
                  <a:pt x="4" y="791"/>
                </a:cubicBezTo>
                <a:cubicBezTo>
                  <a:pt x="1" y="768"/>
                  <a:pt x="0" y="744"/>
                  <a:pt x="0" y="721"/>
                </a:cubicBezTo>
                <a:cubicBezTo>
                  <a:pt x="0" y="697"/>
                  <a:pt x="1" y="674"/>
                  <a:pt x="4" y="650"/>
                </a:cubicBezTo>
                <a:cubicBezTo>
                  <a:pt x="6" y="627"/>
                  <a:pt x="9" y="603"/>
                  <a:pt x="14" y="580"/>
                </a:cubicBezTo>
                <a:cubicBezTo>
                  <a:pt x="19" y="557"/>
                  <a:pt x="24" y="534"/>
                  <a:pt x="31" y="512"/>
                </a:cubicBezTo>
                <a:cubicBezTo>
                  <a:pt x="38" y="489"/>
                  <a:pt x="46" y="467"/>
                  <a:pt x="55" y="445"/>
                </a:cubicBezTo>
                <a:cubicBezTo>
                  <a:pt x="64" y="424"/>
                  <a:pt x="74" y="402"/>
                  <a:pt x="85" y="381"/>
                </a:cubicBezTo>
                <a:cubicBezTo>
                  <a:pt x="96" y="361"/>
                  <a:pt x="108" y="340"/>
                  <a:pt x="121" y="321"/>
                </a:cubicBezTo>
                <a:cubicBezTo>
                  <a:pt x="135" y="301"/>
                  <a:pt x="149" y="282"/>
                  <a:pt x="164" y="264"/>
                </a:cubicBezTo>
                <a:cubicBezTo>
                  <a:pt x="178" y="246"/>
                  <a:pt x="194" y="229"/>
                  <a:pt x="211" y="212"/>
                </a:cubicBezTo>
                <a:cubicBezTo>
                  <a:pt x="228" y="195"/>
                  <a:pt x="246" y="179"/>
                  <a:pt x="264" y="164"/>
                </a:cubicBezTo>
                <a:cubicBezTo>
                  <a:pt x="282" y="149"/>
                  <a:pt x="301" y="135"/>
                  <a:pt x="321" y="122"/>
                </a:cubicBezTo>
                <a:cubicBezTo>
                  <a:pt x="341" y="109"/>
                  <a:pt x="361" y="97"/>
                  <a:pt x="382" y="85"/>
                </a:cubicBezTo>
                <a:cubicBezTo>
                  <a:pt x="402" y="74"/>
                  <a:pt x="424" y="64"/>
                  <a:pt x="445" y="55"/>
                </a:cubicBezTo>
                <a:cubicBezTo>
                  <a:pt x="467" y="46"/>
                  <a:pt x="489" y="38"/>
                  <a:pt x="512" y="31"/>
                </a:cubicBezTo>
                <a:cubicBezTo>
                  <a:pt x="534" y="24"/>
                  <a:pt x="557" y="19"/>
                  <a:pt x="580" y="14"/>
                </a:cubicBezTo>
                <a:cubicBezTo>
                  <a:pt x="604" y="9"/>
                  <a:pt x="627" y="6"/>
                  <a:pt x="650" y="4"/>
                </a:cubicBezTo>
                <a:cubicBezTo>
                  <a:pt x="674" y="1"/>
                  <a:pt x="697" y="0"/>
                  <a:pt x="721" y="0"/>
                </a:cubicBezTo>
                <a:cubicBezTo>
                  <a:pt x="744" y="0"/>
                  <a:pt x="768" y="1"/>
                  <a:pt x="791" y="4"/>
                </a:cubicBezTo>
                <a:cubicBezTo>
                  <a:pt x="815" y="6"/>
                  <a:pt x="838" y="9"/>
                  <a:pt x="861" y="14"/>
                </a:cubicBezTo>
                <a:cubicBezTo>
                  <a:pt x="884" y="19"/>
                  <a:pt x="907" y="24"/>
                  <a:pt x="930" y="31"/>
                </a:cubicBezTo>
                <a:cubicBezTo>
                  <a:pt x="952" y="38"/>
                  <a:pt x="974" y="46"/>
                  <a:pt x="996" y="55"/>
                </a:cubicBezTo>
                <a:cubicBezTo>
                  <a:pt x="1018" y="64"/>
                  <a:pt x="1039" y="74"/>
                  <a:pt x="1060" y="85"/>
                </a:cubicBezTo>
                <a:cubicBezTo>
                  <a:pt x="1081" y="97"/>
                  <a:pt x="1101" y="109"/>
                  <a:pt x="1121" y="122"/>
                </a:cubicBezTo>
                <a:cubicBezTo>
                  <a:pt x="1140" y="135"/>
                  <a:pt x="1159" y="149"/>
                  <a:pt x="1177" y="164"/>
                </a:cubicBezTo>
                <a:cubicBezTo>
                  <a:pt x="1196" y="179"/>
                  <a:pt x="1213" y="195"/>
                  <a:pt x="1230" y="212"/>
                </a:cubicBezTo>
                <a:cubicBezTo>
                  <a:pt x="1246" y="229"/>
                  <a:pt x="1262" y="246"/>
                  <a:pt x="1277" y="264"/>
                </a:cubicBezTo>
                <a:cubicBezTo>
                  <a:pt x="1292" y="282"/>
                  <a:pt x="1306" y="301"/>
                  <a:pt x="1319" y="321"/>
                </a:cubicBezTo>
                <a:cubicBezTo>
                  <a:pt x="1332" y="340"/>
                  <a:pt x="1344" y="361"/>
                  <a:pt x="1355" y="381"/>
                </a:cubicBezTo>
                <a:cubicBezTo>
                  <a:pt x="1367" y="402"/>
                  <a:pt x="1377" y="424"/>
                  <a:pt x="1386" y="445"/>
                </a:cubicBezTo>
                <a:cubicBezTo>
                  <a:pt x="1395" y="467"/>
                  <a:pt x="1403" y="489"/>
                  <a:pt x="1409" y="512"/>
                </a:cubicBezTo>
                <a:cubicBezTo>
                  <a:pt x="1416" y="534"/>
                  <a:pt x="1422" y="557"/>
                  <a:pt x="1427" y="580"/>
                </a:cubicBezTo>
                <a:cubicBezTo>
                  <a:pt x="1431" y="603"/>
                  <a:pt x="1435" y="627"/>
                  <a:pt x="1437" y="650"/>
                </a:cubicBezTo>
                <a:cubicBezTo>
                  <a:pt x="1439" y="674"/>
                  <a:pt x="1440" y="697"/>
                  <a:pt x="1440" y="721"/>
                </a:cubicBezTo>
                <a:close/>
              </a:path>
            </a:pathLst>
          </a:custGeom>
          <a:solidFill>
            <a:srgbClr val="1E40A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76" name="任意多邊形 1175"/>
          <p:cNvSpPr/>
          <p:nvPr/>
        </p:nvSpPr>
        <p:spPr>
          <a:xfrm>
            <a:off x="693360" y="2297880"/>
            <a:ext cx="518400" cy="518400"/>
          </a:xfrm>
          <a:custGeom>
            <a:avLst/>
            <a:gdLst/>
            <a:ahLst/>
            <a:cxnLst/>
            <a:rect l="0" t="0" r="r" b="b"/>
            <a:pathLst>
              <a:path w="1440" h="1440" fill="none">
                <a:moveTo>
                  <a:pt x="1440" y="721"/>
                </a:moveTo>
                <a:cubicBezTo>
                  <a:pt x="1440" y="744"/>
                  <a:pt x="1439" y="768"/>
                  <a:pt x="1437" y="791"/>
                </a:cubicBezTo>
                <a:cubicBezTo>
                  <a:pt x="1435" y="815"/>
                  <a:pt x="1431" y="838"/>
                  <a:pt x="1427" y="861"/>
                </a:cubicBezTo>
                <a:cubicBezTo>
                  <a:pt x="1422" y="884"/>
                  <a:pt x="1416" y="907"/>
                  <a:pt x="1409" y="930"/>
                </a:cubicBezTo>
                <a:cubicBezTo>
                  <a:pt x="1403" y="952"/>
                  <a:pt x="1395" y="974"/>
                  <a:pt x="1386" y="996"/>
                </a:cubicBezTo>
                <a:cubicBezTo>
                  <a:pt x="1377" y="1018"/>
                  <a:pt x="1367" y="1039"/>
                  <a:pt x="1355" y="1060"/>
                </a:cubicBezTo>
                <a:cubicBezTo>
                  <a:pt x="1344" y="1081"/>
                  <a:pt x="1332" y="1101"/>
                  <a:pt x="1319" y="1120"/>
                </a:cubicBezTo>
                <a:cubicBezTo>
                  <a:pt x="1306" y="1140"/>
                  <a:pt x="1292" y="1159"/>
                  <a:pt x="1277" y="1177"/>
                </a:cubicBezTo>
                <a:cubicBezTo>
                  <a:pt x="1262" y="1195"/>
                  <a:pt x="1246" y="1213"/>
                  <a:pt x="1230" y="1230"/>
                </a:cubicBezTo>
                <a:cubicBezTo>
                  <a:pt x="1213" y="1246"/>
                  <a:pt x="1196" y="1262"/>
                  <a:pt x="1177" y="1277"/>
                </a:cubicBezTo>
                <a:cubicBezTo>
                  <a:pt x="1159" y="1292"/>
                  <a:pt x="1140" y="1306"/>
                  <a:pt x="1121" y="1319"/>
                </a:cubicBezTo>
                <a:cubicBezTo>
                  <a:pt x="1101" y="1332"/>
                  <a:pt x="1081" y="1344"/>
                  <a:pt x="1060" y="1355"/>
                </a:cubicBezTo>
                <a:cubicBezTo>
                  <a:pt x="1039" y="1366"/>
                  <a:pt x="1018" y="1377"/>
                  <a:pt x="996" y="1386"/>
                </a:cubicBezTo>
                <a:cubicBezTo>
                  <a:pt x="974" y="1395"/>
                  <a:pt x="952" y="1402"/>
                  <a:pt x="930" y="1409"/>
                </a:cubicBezTo>
                <a:cubicBezTo>
                  <a:pt x="907" y="1416"/>
                  <a:pt x="884" y="1422"/>
                  <a:pt x="861" y="1426"/>
                </a:cubicBezTo>
                <a:cubicBezTo>
                  <a:pt x="838" y="1431"/>
                  <a:pt x="815" y="1435"/>
                  <a:pt x="791" y="1437"/>
                </a:cubicBezTo>
                <a:cubicBezTo>
                  <a:pt x="768" y="1439"/>
                  <a:pt x="744" y="1440"/>
                  <a:pt x="721" y="1440"/>
                </a:cubicBezTo>
                <a:cubicBezTo>
                  <a:pt x="697" y="1440"/>
                  <a:pt x="674" y="1439"/>
                  <a:pt x="650" y="1437"/>
                </a:cubicBezTo>
                <a:cubicBezTo>
                  <a:pt x="627" y="1435"/>
                  <a:pt x="604" y="1431"/>
                  <a:pt x="580" y="1426"/>
                </a:cubicBezTo>
                <a:cubicBezTo>
                  <a:pt x="557" y="1422"/>
                  <a:pt x="534" y="1416"/>
                  <a:pt x="512" y="1409"/>
                </a:cubicBezTo>
                <a:cubicBezTo>
                  <a:pt x="489" y="1402"/>
                  <a:pt x="467" y="1395"/>
                  <a:pt x="445" y="1386"/>
                </a:cubicBezTo>
                <a:cubicBezTo>
                  <a:pt x="424" y="1377"/>
                  <a:pt x="402" y="1366"/>
                  <a:pt x="382" y="1355"/>
                </a:cubicBezTo>
                <a:cubicBezTo>
                  <a:pt x="361" y="1344"/>
                  <a:pt x="341" y="1332"/>
                  <a:pt x="321" y="1319"/>
                </a:cubicBezTo>
                <a:cubicBezTo>
                  <a:pt x="301" y="1306"/>
                  <a:pt x="282" y="1292"/>
                  <a:pt x="264" y="1277"/>
                </a:cubicBezTo>
                <a:cubicBezTo>
                  <a:pt x="246" y="1262"/>
                  <a:pt x="228" y="1246"/>
                  <a:pt x="211" y="1230"/>
                </a:cubicBezTo>
                <a:cubicBezTo>
                  <a:pt x="194" y="1213"/>
                  <a:pt x="178" y="1195"/>
                  <a:pt x="164" y="1177"/>
                </a:cubicBezTo>
                <a:cubicBezTo>
                  <a:pt x="149" y="1159"/>
                  <a:pt x="135" y="1140"/>
                  <a:pt x="121" y="1120"/>
                </a:cubicBezTo>
                <a:cubicBezTo>
                  <a:pt x="108" y="1101"/>
                  <a:pt x="96" y="1081"/>
                  <a:pt x="85" y="1060"/>
                </a:cubicBezTo>
                <a:cubicBezTo>
                  <a:pt x="74" y="1039"/>
                  <a:pt x="64" y="1018"/>
                  <a:pt x="55" y="996"/>
                </a:cubicBezTo>
                <a:cubicBezTo>
                  <a:pt x="46" y="974"/>
                  <a:pt x="38" y="952"/>
                  <a:pt x="31" y="930"/>
                </a:cubicBezTo>
                <a:cubicBezTo>
                  <a:pt x="24" y="907"/>
                  <a:pt x="19" y="884"/>
                  <a:pt x="14" y="861"/>
                </a:cubicBezTo>
                <a:cubicBezTo>
                  <a:pt x="9" y="838"/>
                  <a:pt x="6" y="815"/>
                  <a:pt x="4" y="791"/>
                </a:cubicBezTo>
                <a:cubicBezTo>
                  <a:pt x="1" y="768"/>
                  <a:pt x="0" y="744"/>
                  <a:pt x="0" y="721"/>
                </a:cubicBezTo>
                <a:cubicBezTo>
                  <a:pt x="0" y="697"/>
                  <a:pt x="1" y="674"/>
                  <a:pt x="4" y="650"/>
                </a:cubicBezTo>
                <a:cubicBezTo>
                  <a:pt x="6" y="627"/>
                  <a:pt x="9" y="603"/>
                  <a:pt x="14" y="580"/>
                </a:cubicBezTo>
                <a:cubicBezTo>
                  <a:pt x="19" y="557"/>
                  <a:pt x="24" y="534"/>
                  <a:pt x="31" y="512"/>
                </a:cubicBezTo>
                <a:cubicBezTo>
                  <a:pt x="38" y="489"/>
                  <a:pt x="46" y="467"/>
                  <a:pt x="55" y="445"/>
                </a:cubicBezTo>
                <a:cubicBezTo>
                  <a:pt x="64" y="424"/>
                  <a:pt x="74" y="402"/>
                  <a:pt x="85" y="381"/>
                </a:cubicBezTo>
                <a:cubicBezTo>
                  <a:pt x="96" y="361"/>
                  <a:pt x="108" y="340"/>
                  <a:pt x="121" y="321"/>
                </a:cubicBezTo>
                <a:cubicBezTo>
                  <a:pt x="135" y="301"/>
                  <a:pt x="149" y="282"/>
                  <a:pt x="164" y="264"/>
                </a:cubicBezTo>
                <a:cubicBezTo>
                  <a:pt x="178" y="246"/>
                  <a:pt x="194" y="229"/>
                  <a:pt x="211" y="212"/>
                </a:cubicBezTo>
                <a:cubicBezTo>
                  <a:pt x="228" y="195"/>
                  <a:pt x="246" y="179"/>
                  <a:pt x="264" y="164"/>
                </a:cubicBezTo>
                <a:cubicBezTo>
                  <a:pt x="282" y="149"/>
                  <a:pt x="301" y="135"/>
                  <a:pt x="321" y="122"/>
                </a:cubicBezTo>
                <a:cubicBezTo>
                  <a:pt x="341" y="109"/>
                  <a:pt x="361" y="97"/>
                  <a:pt x="382" y="85"/>
                </a:cubicBezTo>
                <a:cubicBezTo>
                  <a:pt x="402" y="74"/>
                  <a:pt x="424" y="64"/>
                  <a:pt x="445" y="55"/>
                </a:cubicBezTo>
                <a:cubicBezTo>
                  <a:pt x="467" y="46"/>
                  <a:pt x="489" y="38"/>
                  <a:pt x="512" y="31"/>
                </a:cubicBezTo>
                <a:cubicBezTo>
                  <a:pt x="534" y="24"/>
                  <a:pt x="557" y="19"/>
                  <a:pt x="580" y="14"/>
                </a:cubicBezTo>
                <a:cubicBezTo>
                  <a:pt x="604" y="9"/>
                  <a:pt x="627" y="6"/>
                  <a:pt x="650" y="4"/>
                </a:cubicBezTo>
                <a:cubicBezTo>
                  <a:pt x="674" y="1"/>
                  <a:pt x="697" y="0"/>
                  <a:pt x="721" y="0"/>
                </a:cubicBezTo>
                <a:cubicBezTo>
                  <a:pt x="744" y="0"/>
                  <a:pt x="768" y="1"/>
                  <a:pt x="791" y="4"/>
                </a:cubicBezTo>
                <a:cubicBezTo>
                  <a:pt x="815" y="6"/>
                  <a:pt x="838" y="9"/>
                  <a:pt x="861" y="14"/>
                </a:cubicBezTo>
                <a:cubicBezTo>
                  <a:pt x="884" y="19"/>
                  <a:pt x="907" y="24"/>
                  <a:pt x="930" y="31"/>
                </a:cubicBezTo>
                <a:cubicBezTo>
                  <a:pt x="952" y="38"/>
                  <a:pt x="974" y="46"/>
                  <a:pt x="996" y="55"/>
                </a:cubicBezTo>
                <a:cubicBezTo>
                  <a:pt x="1018" y="64"/>
                  <a:pt x="1039" y="74"/>
                  <a:pt x="1060" y="85"/>
                </a:cubicBezTo>
                <a:cubicBezTo>
                  <a:pt x="1081" y="97"/>
                  <a:pt x="1101" y="109"/>
                  <a:pt x="1121" y="122"/>
                </a:cubicBezTo>
                <a:cubicBezTo>
                  <a:pt x="1140" y="135"/>
                  <a:pt x="1159" y="149"/>
                  <a:pt x="1177" y="164"/>
                </a:cubicBezTo>
                <a:cubicBezTo>
                  <a:pt x="1196" y="179"/>
                  <a:pt x="1213" y="195"/>
                  <a:pt x="1230" y="212"/>
                </a:cubicBezTo>
                <a:cubicBezTo>
                  <a:pt x="1246" y="229"/>
                  <a:pt x="1262" y="246"/>
                  <a:pt x="1277" y="264"/>
                </a:cubicBezTo>
                <a:cubicBezTo>
                  <a:pt x="1292" y="282"/>
                  <a:pt x="1306" y="301"/>
                  <a:pt x="1319" y="321"/>
                </a:cubicBezTo>
                <a:cubicBezTo>
                  <a:pt x="1332" y="340"/>
                  <a:pt x="1344" y="361"/>
                  <a:pt x="1355" y="381"/>
                </a:cubicBezTo>
                <a:cubicBezTo>
                  <a:pt x="1367" y="402"/>
                  <a:pt x="1377" y="424"/>
                  <a:pt x="1386" y="445"/>
                </a:cubicBezTo>
                <a:cubicBezTo>
                  <a:pt x="1395" y="467"/>
                  <a:pt x="1403" y="489"/>
                  <a:pt x="1409" y="512"/>
                </a:cubicBezTo>
                <a:cubicBezTo>
                  <a:pt x="1416" y="534"/>
                  <a:pt x="1422" y="557"/>
                  <a:pt x="1427" y="580"/>
                </a:cubicBezTo>
                <a:cubicBezTo>
                  <a:pt x="1431" y="603"/>
                  <a:pt x="1435" y="627"/>
                  <a:pt x="1437" y="650"/>
                </a:cubicBezTo>
                <a:cubicBezTo>
                  <a:pt x="1439" y="674"/>
                  <a:pt x="1440" y="697"/>
                  <a:pt x="1440" y="721"/>
                </a:cubicBezTo>
              </a:path>
            </a:pathLst>
          </a:custGeom>
          <a:ln w="16560">
            <a:solidFill>
              <a:srgbClr val="FFFFFF"/>
            </a:solidFill>
            <a:miter/>
          </a:ln>
        </p:spPr>
        <p:txBody>
          <a:bodyPr lIns="8280" tIns="8280" rIns="8280" bIns="82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177" name="圖片 1176"/>
          <p:cNvPicPr/>
          <p:nvPr/>
        </p:nvPicPr>
        <p:blipFill>
          <a:blip r:embed="rId8"/>
          <a:stretch>
            <a:fillRect/>
          </a:stretch>
        </p:blipFill>
        <p:spPr>
          <a:xfrm>
            <a:off x="877320" y="2473560"/>
            <a:ext cx="15012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8" name="任意多邊形 1177"/>
          <p:cNvSpPr/>
          <p:nvPr/>
        </p:nvSpPr>
        <p:spPr>
          <a:xfrm>
            <a:off x="1186560" y="2557080"/>
            <a:ext cx="668880" cy="16920"/>
          </a:xfrm>
          <a:custGeom>
            <a:avLst/>
            <a:gdLst/>
            <a:ahLst/>
            <a:cxnLst/>
            <a:rect l="0" t="0" r="r" b="b"/>
            <a:pathLst>
              <a:path w="1858" h="47">
                <a:moveTo>
                  <a:pt x="0" y="0"/>
                </a:moveTo>
                <a:lnTo>
                  <a:pt x="1858" y="0"/>
                </a:lnTo>
                <a:lnTo>
                  <a:pt x="1858" y="47"/>
                </a:lnTo>
                <a:lnTo>
                  <a:pt x="0" y="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79" name="任意多邊形 1178"/>
          <p:cNvSpPr/>
          <p:nvPr/>
        </p:nvSpPr>
        <p:spPr>
          <a:xfrm>
            <a:off x="1788120" y="2523600"/>
            <a:ext cx="67320" cy="83880"/>
          </a:xfrm>
          <a:custGeom>
            <a:avLst/>
            <a:gdLst/>
            <a:ahLst/>
            <a:cxnLst/>
            <a:rect l="0" t="0" r="r" b="b"/>
            <a:pathLst>
              <a:path w="187" h="233">
                <a:moveTo>
                  <a:pt x="0" y="0"/>
                </a:moveTo>
                <a:lnTo>
                  <a:pt x="0" y="233"/>
                </a:lnTo>
                <a:lnTo>
                  <a:pt x="187" y="117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80" name="任意多邊形 1179"/>
          <p:cNvSpPr/>
          <p:nvPr/>
        </p:nvSpPr>
        <p:spPr>
          <a:xfrm>
            <a:off x="2665440" y="2297880"/>
            <a:ext cx="518760" cy="518400"/>
          </a:xfrm>
          <a:custGeom>
            <a:avLst/>
            <a:gdLst/>
            <a:ahLst/>
            <a:cxnLst/>
            <a:rect l="0" t="0" r="r" b="b"/>
            <a:pathLst>
              <a:path w="1441" h="1440">
                <a:moveTo>
                  <a:pt x="1441" y="721"/>
                </a:moveTo>
                <a:cubicBezTo>
                  <a:pt x="1441" y="744"/>
                  <a:pt x="1440" y="768"/>
                  <a:pt x="1437" y="791"/>
                </a:cubicBezTo>
                <a:cubicBezTo>
                  <a:pt x="1435" y="815"/>
                  <a:pt x="1431" y="838"/>
                  <a:pt x="1427" y="861"/>
                </a:cubicBezTo>
                <a:cubicBezTo>
                  <a:pt x="1422" y="884"/>
                  <a:pt x="1417" y="907"/>
                  <a:pt x="1410" y="930"/>
                </a:cubicBezTo>
                <a:cubicBezTo>
                  <a:pt x="1403" y="952"/>
                  <a:pt x="1395" y="974"/>
                  <a:pt x="1386" y="996"/>
                </a:cubicBezTo>
                <a:cubicBezTo>
                  <a:pt x="1377" y="1018"/>
                  <a:pt x="1367" y="1039"/>
                  <a:pt x="1356" y="1060"/>
                </a:cubicBezTo>
                <a:cubicBezTo>
                  <a:pt x="1345" y="1081"/>
                  <a:pt x="1332" y="1101"/>
                  <a:pt x="1319" y="1120"/>
                </a:cubicBezTo>
                <a:cubicBezTo>
                  <a:pt x="1306" y="1140"/>
                  <a:pt x="1292" y="1159"/>
                  <a:pt x="1277" y="1177"/>
                </a:cubicBezTo>
                <a:cubicBezTo>
                  <a:pt x="1262" y="1195"/>
                  <a:pt x="1247" y="1213"/>
                  <a:pt x="1230" y="1230"/>
                </a:cubicBezTo>
                <a:cubicBezTo>
                  <a:pt x="1213" y="1246"/>
                  <a:pt x="1196" y="1262"/>
                  <a:pt x="1178" y="1277"/>
                </a:cubicBezTo>
                <a:cubicBezTo>
                  <a:pt x="1159" y="1292"/>
                  <a:pt x="1140" y="1306"/>
                  <a:pt x="1121" y="1319"/>
                </a:cubicBezTo>
                <a:cubicBezTo>
                  <a:pt x="1101" y="1332"/>
                  <a:pt x="1081" y="1344"/>
                  <a:pt x="1060" y="1355"/>
                </a:cubicBezTo>
                <a:cubicBezTo>
                  <a:pt x="1040" y="1366"/>
                  <a:pt x="1018" y="1377"/>
                  <a:pt x="996" y="1386"/>
                </a:cubicBezTo>
                <a:cubicBezTo>
                  <a:pt x="975" y="1395"/>
                  <a:pt x="953" y="1402"/>
                  <a:pt x="930" y="1409"/>
                </a:cubicBezTo>
                <a:cubicBezTo>
                  <a:pt x="907" y="1416"/>
                  <a:pt x="885" y="1422"/>
                  <a:pt x="861" y="1426"/>
                </a:cubicBezTo>
                <a:cubicBezTo>
                  <a:pt x="838" y="1431"/>
                  <a:pt x="815" y="1435"/>
                  <a:pt x="792" y="1437"/>
                </a:cubicBezTo>
                <a:cubicBezTo>
                  <a:pt x="768" y="1439"/>
                  <a:pt x="745" y="1440"/>
                  <a:pt x="721" y="1440"/>
                </a:cubicBezTo>
                <a:cubicBezTo>
                  <a:pt x="698" y="1440"/>
                  <a:pt x="674" y="1439"/>
                  <a:pt x="651" y="1437"/>
                </a:cubicBezTo>
                <a:cubicBezTo>
                  <a:pt x="627" y="1435"/>
                  <a:pt x="604" y="1431"/>
                  <a:pt x="581" y="1426"/>
                </a:cubicBezTo>
                <a:cubicBezTo>
                  <a:pt x="558" y="1422"/>
                  <a:pt x="535" y="1416"/>
                  <a:pt x="512" y="1409"/>
                </a:cubicBezTo>
                <a:cubicBezTo>
                  <a:pt x="489" y="1402"/>
                  <a:pt x="466" y="1395"/>
                  <a:pt x="445" y="1386"/>
                </a:cubicBezTo>
                <a:cubicBezTo>
                  <a:pt x="423" y="1377"/>
                  <a:pt x="402" y="1366"/>
                  <a:pt x="381" y="1355"/>
                </a:cubicBezTo>
                <a:cubicBezTo>
                  <a:pt x="360" y="1344"/>
                  <a:pt x="340" y="1332"/>
                  <a:pt x="320" y="1319"/>
                </a:cubicBezTo>
                <a:cubicBezTo>
                  <a:pt x="301" y="1306"/>
                  <a:pt x="282" y="1292"/>
                  <a:pt x="264" y="1277"/>
                </a:cubicBezTo>
                <a:cubicBezTo>
                  <a:pt x="245" y="1262"/>
                  <a:pt x="228" y="1246"/>
                  <a:pt x="211" y="1230"/>
                </a:cubicBezTo>
                <a:cubicBezTo>
                  <a:pt x="195" y="1213"/>
                  <a:pt x="179" y="1195"/>
                  <a:pt x="164" y="1177"/>
                </a:cubicBezTo>
                <a:cubicBezTo>
                  <a:pt x="149" y="1159"/>
                  <a:pt x="135" y="1140"/>
                  <a:pt x="122" y="1120"/>
                </a:cubicBezTo>
                <a:cubicBezTo>
                  <a:pt x="109" y="1101"/>
                  <a:pt x="97" y="1081"/>
                  <a:pt x="85" y="1060"/>
                </a:cubicBezTo>
                <a:cubicBezTo>
                  <a:pt x="74" y="1039"/>
                  <a:pt x="64" y="1018"/>
                  <a:pt x="55" y="996"/>
                </a:cubicBezTo>
                <a:cubicBezTo>
                  <a:pt x="46" y="974"/>
                  <a:pt x="38" y="952"/>
                  <a:pt x="31" y="930"/>
                </a:cubicBezTo>
                <a:cubicBezTo>
                  <a:pt x="25" y="907"/>
                  <a:pt x="19" y="884"/>
                  <a:pt x="14" y="861"/>
                </a:cubicBezTo>
                <a:cubicBezTo>
                  <a:pt x="10" y="838"/>
                  <a:pt x="6" y="815"/>
                  <a:pt x="4" y="791"/>
                </a:cubicBezTo>
                <a:cubicBezTo>
                  <a:pt x="2" y="768"/>
                  <a:pt x="0" y="744"/>
                  <a:pt x="0" y="721"/>
                </a:cubicBezTo>
                <a:cubicBezTo>
                  <a:pt x="0" y="697"/>
                  <a:pt x="2" y="674"/>
                  <a:pt x="4" y="650"/>
                </a:cubicBezTo>
                <a:cubicBezTo>
                  <a:pt x="6" y="627"/>
                  <a:pt x="10" y="603"/>
                  <a:pt x="14" y="580"/>
                </a:cubicBezTo>
                <a:cubicBezTo>
                  <a:pt x="19" y="557"/>
                  <a:pt x="25" y="534"/>
                  <a:pt x="31" y="512"/>
                </a:cubicBezTo>
                <a:cubicBezTo>
                  <a:pt x="38" y="489"/>
                  <a:pt x="46" y="467"/>
                  <a:pt x="55" y="445"/>
                </a:cubicBezTo>
                <a:cubicBezTo>
                  <a:pt x="64" y="424"/>
                  <a:pt x="74" y="402"/>
                  <a:pt x="85" y="381"/>
                </a:cubicBezTo>
                <a:cubicBezTo>
                  <a:pt x="97" y="361"/>
                  <a:pt x="109" y="340"/>
                  <a:pt x="122" y="321"/>
                </a:cubicBezTo>
                <a:cubicBezTo>
                  <a:pt x="135" y="301"/>
                  <a:pt x="149" y="282"/>
                  <a:pt x="164" y="264"/>
                </a:cubicBezTo>
                <a:cubicBezTo>
                  <a:pt x="179" y="246"/>
                  <a:pt x="195" y="229"/>
                  <a:pt x="211" y="212"/>
                </a:cubicBezTo>
                <a:cubicBezTo>
                  <a:pt x="228" y="195"/>
                  <a:pt x="245" y="179"/>
                  <a:pt x="264" y="164"/>
                </a:cubicBezTo>
                <a:cubicBezTo>
                  <a:pt x="282" y="149"/>
                  <a:pt x="301" y="135"/>
                  <a:pt x="320" y="122"/>
                </a:cubicBezTo>
                <a:cubicBezTo>
                  <a:pt x="340" y="109"/>
                  <a:pt x="360" y="97"/>
                  <a:pt x="381" y="85"/>
                </a:cubicBezTo>
                <a:cubicBezTo>
                  <a:pt x="402" y="74"/>
                  <a:pt x="423" y="64"/>
                  <a:pt x="445" y="55"/>
                </a:cubicBezTo>
                <a:cubicBezTo>
                  <a:pt x="466" y="46"/>
                  <a:pt x="489" y="38"/>
                  <a:pt x="512" y="31"/>
                </a:cubicBezTo>
                <a:cubicBezTo>
                  <a:pt x="535" y="24"/>
                  <a:pt x="558" y="19"/>
                  <a:pt x="581" y="14"/>
                </a:cubicBezTo>
                <a:cubicBezTo>
                  <a:pt x="604" y="9"/>
                  <a:pt x="627" y="6"/>
                  <a:pt x="651" y="4"/>
                </a:cubicBezTo>
                <a:cubicBezTo>
                  <a:pt x="674" y="1"/>
                  <a:pt x="698" y="0"/>
                  <a:pt x="721" y="0"/>
                </a:cubicBezTo>
                <a:cubicBezTo>
                  <a:pt x="745" y="0"/>
                  <a:pt x="768" y="1"/>
                  <a:pt x="792" y="4"/>
                </a:cubicBezTo>
                <a:cubicBezTo>
                  <a:pt x="815" y="6"/>
                  <a:pt x="838" y="9"/>
                  <a:pt x="861" y="14"/>
                </a:cubicBezTo>
                <a:cubicBezTo>
                  <a:pt x="885" y="19"/>
                  <a:pt x="907" y="24"/>
                  <a:pt x="930" y="31"/>
                </a:cubicBezTo>
                <a:cubicBezTo>
                  <a:pt x="953" y="38"/>
                  <a:pt x="975" y="46"/>
                  <a:pt x="996" y="55"/>
                </a:cubicBezTo>
                <a:cubicBezTo>
                  <a:pt x="1018" y="64"/>
                  <a:pt x="1040" y="74"/>
                  <a:pt x="1060" y="85"/>
                </a:cubicBezTo>
                <a:cubicBezTo>
                  <a:pt x="1081" y="97"/>
                  <a:pt x="1101" y="109"/>
                  <a:pt x="1121" y="122"/>
                </a:cubicBezTo>
                <a:cubicBezTo>
                  <a:pt x="1140" y="135"/>
                  <a:pt x="1159" y="149"/>
                  <a:pt x="1178" y="164"/>
                </a:cubicBezTo>
                <a:cubicBezTo>
                  <a:pt x="1196" y="179"/>
                  <a:pt x="1213" y="195"/>
                  <a:pt x="1230" y="212"/>
                </a:cubicBezTo>
                <a:cubicBezTo>
                  <a:pt x="1247" y="229"/>
                  <a:pt x="1262" y="246"/>
                  <a:pt x="1277" y="264"/>
                </a:cubicBezTo>
                <a:cubicBezTo>
                  <a:pt x="1292" y="282"/>
                  <a:pt x="1306" y="301"/>
                  <a:pt x="1319" y="321"/>
                </a:cubicBezTo>
                <a:cubicBezTo>
                  <a:pt x="1332" y="340"/>
                  <a:pt x="1345" y="361"/>
                  <a:pt x="1356" y="381"/>
                </a:cubicBezTo>
                <a:cubicBezTo>
                  <a:pt x="1367" y="402"/>
                  <a:pt x="1377" y="424"/>
                  <a:pt x="1386" y="445"/>
                </a:cubicBezTo>
                <a:cubicBezTo>
                  <a:pt x="1395" y="467"/>
                  <a:pt x="1403" y="489"/>
                  <a:pt x="1410" y="512"/>
                </a:cubicBezTo>
                <a:cubicBezTo>
                  <a:pt x="1417" y="534"/>
                  <a:pt x="1422" y="557"/>
                  <a:pt x="1427" y="580"/>
                </a:cubicBezTo>
                <a:cubicBezTo>
                  <a:pt x="1431" y="603"/>
                  <a:pt x="1435" y="627"/>
                  <a:pt x="1437" y="650"/>
                </a:cubicBezTo>
                <a:cubicBezTo>
                  <a:pt x="1440" y="674"/>
                  <a:pt x="1441" y="697"/>
                  <a:pt x="1441" y="721"/>
                </a:cubicBezTo>
                <a:close/>
              </a:path>
            </a:pathLst>
          </a:custGeom>
          <a:solidFill>
            <a:srgbClr val="1E40A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81" name="任意多邊形 1180"/>
          <p:cNvSpPr/>
          <p:nvPr/>
        </p:nvSpPr>
        <p:spPr>
          <a:xfrm>
            <a:off x="2665440" y="2297880"/>
            <a:ext cx="518760" cy="518400"/>
          </a:xfrm>
          <a:custGeom>
            <a:avLst/>
            <a:gdLst/>
            <a:ahLst/>
            <a:cxnLst/>
            <a:rect l="0" t="0" r="r" b="b"/>
            <a:pathLst>
              <a:path w="1441" h="1440" fill="none">
                <a:moveTo>
                  <a:pt x="1441" y="721"/>
                </a:moveTo>
                <a:cubicBezTo>
                  <a:pt x="1441" y="744"/>
                  <a:pt x="1440" y="768"/>
                  <a:pt x="1437" y="791"/>
                </a:cubicBezTo>
                <a:cubicBezTo>
                  <a:pt x="1435" y="815"/>
                  <a:pt x="1431" y="838"/>
                  <a:pt x="1427" y="861"/>
                </a:cubicBezTo>
                <a:cubicBezTo>
                  <a:pt x="1422" y="884"/>
                  <a:pt x="1417" y="907"/>
                  <a:pt x="1410" y="930"/>
                </a:cubicBezTo>
                <a:cubicBezTo>
                  <a:pt x="1403" y="952"/>
                  <a:pt x="1395" y="974"/>
                  <a:pt x="1386" y="996"/>
                </a:cubicBezTo>
                <a:cubicBezTo>
                  <a:pt x="1377" y="1018"/>
                  <a:pt x="1367" y="1039"/>
                  <a:pt x="1356" y="1060"/>
                </a:cubicBezTo>
                <a:cubicBezTo>
                  <a:pt x="1345" y="1081"/>
                  <a:pt x="1332" y="1101"/>
                  <a:pt x="1319" y="1120"/>
                </a:cubicBezTo>
                <a:cubicBezTo>
                  <a:pt x="1306" y="1140"/>
                  <a:pt x="1292" y="1159"/>
                  <a:pt x="1277" y="1177"/>
                </a:cubicBezTo>
                <a:cubicBezTo>
                  <a:pt x="1262" y="1195"/>
                  <a:pt x="1247" y="1213"/>
                  <a:pt x="1230" y="1230"/>
                </a:cubicBezTo>
                <a:cubicBezTo>
                  <a:pt x="1213" y="1246"/>
                  <a:pt x="1196" y="1262"/>
                  <a:pt x="1178" y="1277"/>
                </a:cubicBezTo>
                <a:cubicBezTo>
                  <a:pt x="1159" y="1292"/>
                  <a:pt x="1140" y="1306"/>
                  <a:pt x="1121" y="1319"/>
                </a:cubicBezTo>
                <a:cubicBezTo>
                  <a:pt x="1101" y="1332"/>
                  <a:pt x="1081" y="1344"/>
                  <a:pt x="1060" y="1355"/>
                </a:cubicBezTo>
                <a:cubicBezTo>
                  <a:pt x="1040" y="1366"/>
                  <a:pt x="1018" y="1377"/>
                  <a:pt x="996" y="1386"/>
                </a:cubicBezTo>
                <a:cubicBezTo>
                  <a:pt x="975" y="1395"/>
                  <a:pt x="953" y="1402"/>
                  <a:pt x="930" y="1409"/>
                </a:cubicBezTo>
                <a:cubicBezTo>
                  <a:pt x="907" y="1416"/>
                  <a:pt x="885" y="1422"/>
                  <a:pt x="861" y="1426"/>
                </a:cubicBezTo>
                <a:cubicBezTo>
                  <a:pt x="838" y="1431"/>
                  <a:pt x="815" y="1435"/>
                  <a:pt x="792" y="1437"/>
                </a:cubicBezTo>
                <a:cubicBezTo>
                  <a:pt x="768" y="1439"/>
                  <a:pt x="745" y="1440"/>
                  <a:pt x="721" y="1440"/>
                </a:cubicBezTo>
                <a:cubicBezTo>
                  <a:pt x="698" y="1440"/>
                  <a:pt x="674" y="1439"/>
                  <a:pt x="651" y="1437"/>
                </a:cubicBezTo>
                <a:cubicBezTo>
                  <a:pt x="627" y="1435"/>
                  <a:pt x="604" y="1431"/>
                  <a:pt x="581" y="1426"/>
                </a:cubicBezTo>
                <a:cubicBezTo>
                  <a:pt x="558" y="1422"/>
                  <a:pt x="535" y="1416"/>
                  <a:pt x="512" y="1409"/>
                </a:cubicBezTo>
                <a:cubicBezTo>
                  <a:pt x="489" y="1402"/>
                  <a:pt x="466" y="1395"/>
                  <a:pt x="445" y="1386"/>
                </a:cubicBezTo>
                <a:cubicBezTo>
                  <a:pt x="423" y="1377"/>
                  <a:pt x="402" y="1366"/>
                  <a:pt x="381" y="1355"/>
                </a:cubicBezTo>
                <a:cubicBezTo>
                  <a:pt x="360" y="1344"/>
                  <a:pt x="340" y="1332"/>
                  <a:pt x="320" y="1319"/>
                </a:cubicBezTo>
                <a:cubicBezTo>
                  <a:pt x="301" y="1306"/>
                  <a:pt x="282" y="1292"/>
                  <a:pt x="264" y="1277"/>
                </a:cubicBezTo>
                <a:cubicBezTo>
                  <a:pt x="245" y="1262"/>
                  <a:pt x="228" y="1246"/>
                  <a:pt x="211" y="1230"/>
                </a:cubicBezTo>
                <a:cubicBezTo>
                  <a:pt x="195" y="1213"/>
                  <a:pt x="179" y="1195"/>
                  <a:pt x="164" y="1177"/>
                </a:cubicBezTo>
                <a:cubicBezTo>
                  <a:pt x="149" y="1159"/>
                  <a:pt x="135" y="1140"/>
                  <a:pt x="122" y="1120"/>
                </a:cubicBezTo>
                <a:cubicBezTo>
                  <a:pt x="109" y="1101"/>
                  <a:pt x="97" y="1081"/>
                  <a:pt x="85" y="1060"/>
                </a:cubicBezTo>
                <a:cubicBezTo>
                  <a:pt x="74" y="1039"/>
                  <a:pt x="64" y="1018"/>
                  <a:pt x="55" y="996"/>
                </a:cubicBezTo>
                <a:cubicBezTo>
                  <a:pt x="46" y="974"/>
                  <a:pt x="38" y="952"/>
                  <a:pt x="31" y="930"/>
                </a:cubicBezTo>
                <a:cubicBezTo>
                  <a:pt x="25" y="907"/>
                  <a:pt x="19" y="884"/>
                  <a:pt x="14" y="861"/>
                </a:cubicBezTo>
                <a:cubicBezTo>
                  <a:pt x="10" y="838"/>
                  <a:pt x="6" y="815"/>
                  <a:pt x="4" y="791"/>
                </a:cubicBezTo>
                <a:cubicBezTo>
                  <a:pt x="2" y="768"/>
                  <a:pt x="0" y="744"/>
                  <a:pt x="0" y="721"/>
                </a:cubicBezTo>
                <a:cubicBezTo>
                  <a:pt x="0" y="697"/>
                  <a:pt x="2" y="674"/>
                  <a:pt x="4" y="650"/>
                </a:cubicBezTo>
                <a:cubicBezTo>
                  <a:pt x="6" y="627"/>
                  <a:pt x="10" y="603"/>
                  <a:pt x="14" y="580"/>
                </a:cubicBezTo>
                <a:cubicBezTo>
                  <a:pt x="19" y="557"/>
                  <a:pt x="25" y="534"/>
                  <a:pt x="31" y="512"/>
                </a:cubicBezTo>
                <a:cubicBezTo>
                  <a:pt x="38" y="489"/>
                  <a:pt x="46" y="467"/>
                  <a:pt x="55" y="445"/>
                </a:cubicBezTo>
                <a:cubicBezTo>
                  <a:pt x="64" y="424"/>
                  <a:pt x="74" y="402"/>
                  <a:pt x="85" y="381"/>
                </a:cubicBezTo>
                <a:cubicBezTo>
                  <a:pt x="97" y="361"/>
                  <a:pt x="109" y="340"/>
                  <a:pt x="122" y="321"/>
                </a:cubicBezTo>
                <a:cubicBezTo>
                  <a:pt x="135" y="301"/>
                  <a:pt x="149" y="282"/>
                  <a:pt x="164" y="264"/>
                </a:cubicBezTo>
                <a:cubicBezTo>
                  <a:pt x="179" y="246"/>
                  <a:pt x="195" y="229"/>
                  <a:pt x="211" y="212"/>
                </a:cubicBezTo>
                <a:cubicBezTo>
                  <a:pt x="228" y="195"/>
                  <a:pt x="245" y="179"/>
                  <a:pt x="264" y="164"/>
                </a:cubicBezTo>
                <a:cubicBezTo>
                  <a:pt x="282" y="149"/>
                  <a:pt x="301" y="135"/>
                  <a:pt x="320" y="122"/>
                </a:cubicBezTo>
                <a:cubicBezTo>
                  <a:pt x="340" y="109"/>
                  <a:pt x="360" y="97"/>
                  <a:pt x="381" y="85"/>
                </a:cubicBezTo>
                <a:cubicBezTo>
                  <a:pt x="402" y="74"/>
                  <a:pt x="423" y="64"/>
                  <a:pt x="445" y="55"/>
                </a:cubicBezTo>
                <a:cubicBezTo>
                  <a:pt x="466" y="46"/>
                  <a:pt x="489" y="38"/>
                  <a:pt x="512" y="31"/>
                </a:cubicBezTo>
                <a:cubicBezTo>
                  <a:pt x="535" y="24"/>
                  <a:pt x="558" y="19"/>
                  <a:pt x="581" y="14"/>
                </a:cubicBezTo>
                <a:cubicBezTo>
                  <a:pt x="604" y="9"/>
                  <a:pt x="627" y="6"/>
                  <a:pt x="651" y="4"/>
                </a:cubicBezTo>
                <a:cubicBezTo>
                  <a:pt x="674" y="1"/>
                  <a:pt x="698" y="0"/>
                  <a:pt x="721" y="0"/>
                </a:cubicBezTo>
                <a:cubicBezTo>
                  <a:pt x="745" y="0"/>
                  <a:pt x="768" y="1"/>
                  <a:pt x="792" y="4"/>
                </a:cubicBezTo>
                <a:cubicBezTo>
                  <a:pt x="815" y="6"/>
                  <a:pt x="838" y="9"/>
                  <a:pt x="861" y="14"/>
                </a:cubicBezTo>
                <a:cubicBezTo>
                  <a:pt x="885" y="19"/>
                  <a:pt x="907" y="24"/>
                  <a:pt x="930" y="31"/>
                </a:cubicBezTo>
                <a:cubicBezTo>
                  <a:pt x="953" y="38"/>
                  <a:pt x="975" y="46"/>
                  <a:pt x="996" y="55"/>
                </a:cubicBezTo>
                <a:cubicBezTo>
                  <a:pt x="1018" y="64"/>
                  <a:pt x="1040" y="74"/>
                  <a:pt x="1060" y="85"/>
                </a:cubicBezTo>
                <a:cubicBezTo>
                  <a:pt x="1081" y="97"/>
                  <a:pt x="1101" y="109"/>
                  <a:pt x="1121" y="122"/>
                </a:cubicBezTo>
                <a:cubicBezTo>
                  <a:pt x="1140" y="135"/>
                  <a:pt x="1159" y="149"/>
                  <a:pt x="1178" y="164"/>
                </a:cubicBezTo>
                <a:cubicBezTo>
                  <a:pt x="1196" y="179"/>
                  <a:pt x="1213" y="195"/>
                  <a:pt x="1230" y="212"/>
                </a:cubicBezTo>
                <a:cubicBezTo>
                  <a:pt x="1247" y="229"/>
                  <a:pt x="1262" y="246"/>
                  <a:pt x="1277" y="264"/>
                </a:cubicBezTo>
                <a:cubicBezTo>
                  <a:pt x="1292" y="282"/>
                  <a:pt x="1306" y="301"/>
                  <a:pt x="1319" y="321"/>
                </a:cubicBezTo>
                <a:cubicBezTo>
                  <a:pt x="1332" y="340"/>
                  <a:pt x="1345" y="361"/>
                  <a:pt x="1356" y="381"/>
                </a:cubicBezTo>
                <a:cubicBezTo>
                  <a:pt x="1367" y="402"/>
                  <a:pt x="1377" y="424"/>
                  <a:pt x="1386" y="445"/>
                </a:cubicBezTo>
                <a:cubicBezTo>
                  <a:pt x="1395" y="467"/>
                  <a:pt x="1403" y="489"/>
                  <a:pt x="1410" y="512"/>
                </a:cubicBezTo>
                <a:cubicBezTo>
                  <a:pt x="1417" y="534"/>
                  <a:pt x="1422" y="557"/>
                  <a:pt x="1427" y="580"/>
                </a:cubicBezTo>
                <a:cubicBezTo>
                  <a:pt x="1431" y="603"/>
                  <a:pt x="1435" y="627"/>
                  <a:pt x="1437" y="650"/>
                </a:cubicBezTo>
                <a:cubicBezTo>
                  <a:pt x="1440" y="674"/>
                  <a:pt x="1441" y="697"/>
                  <a:pt x="1441" y="721"/>
                </a:cubicBezTo>
              </a:path>
            </a:pathLst>
          </a:custGeom>
          <a:ln w="16560">
            <a:solidFill>
              <a:srgbClr val="FFFFFF"/>
            </a:solidFill>
            <a:miter/>
          </a:ln>
        </p:spPr>
        <p:txBody>
          <a:bodyPr lIns="8280" tIns="8280" rIns="8280" bIns="82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182" name="圖片 1181"/>
          <p:cNvPicPr/>
          <p:nvPr/>
        </p:nvPicPr>
        <p:blipFill>
          <a:blip r:embed="rId9"/>
          <a:stretch>
            <a:fillRect/>
          </a:stretch>
        </p:blipFill>
        <p:spPr>
          <a:xfrm>
            <a:off x="2832840" y="2473560"/>
            <a:ext cx="191880" cy="16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3" name="圖片 1182"/>
          <p:cNvPicPr/>
          <p:nvPr/>
        </p:nvPicPr>
        <p:blipFill>
          <a:blip r:embed="rId10"/>
          <a:stretch>
            <a:fillRect/>
          </a:stretch>
        </p:blipFill>
        <p:spPr>
          <a:xfrm>
            <a:off x="1604520" y="1821600"/>
            <a:ext cx="334080" cy="33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4" name="圖片 1183"/>
          <p:cNvPicPr/>
          <p:nvPr/>
        </p:nvPicPr>
        <p:blipFill>
          <a:blip r:embed="rId11"/>
          <a:stretch>
            <a:fillRect/>
          </a:stretch>
        </p:blipFill>
        <p:spPr>
          <a:xfrm>
            <a:off x="1729800" y="1913760"/>
            <a:ext cx="9144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5" name="任意多邊形 1184"/>
          <p:cNvSpPr/>
          <p:nvPr/>
        </p:nvSpPr>
        <p:spPr>
          <a:xfrm>
            <a:off x="3952440" y="2013840"/>
            <a:ext cx="2791440" cy="2925000"/>
          </a:xfrm>
          <a:custGeom>
            <a:avLst/>
            <a:gdLst/>
            <a:ahLst/>
            <a:cxnLst/>
            <a:rect l="0" t="0" r="r" b="b"/>
            <a:pathLst>
              <a:path w="7754" h="8125">
                <a:moveTo>
                  <a:pt x="27" y="215"/>
                </a:moveTo>
                <a:cubicBezTo>
                  <a:pt x="44" y="172"/>
                  <a:pt x="70" y="134"/>
                  <a:pt x="102" y="102"/>
                </a:cubicBezTo>
                <a:cubicBezTo>
                  <a:pt x="135" y="69"/>
                  <a:pt x="173" y="44"/>
                  <a:pt x="215" y="26"/>
                </a:cubicBezTo>
                <a:cubicBezTo>
                  <a:pt x="258" y="9"/>
                  <a:pt x="302" y="0"/>
                  <a:pt x="348" y="0"/>
                </a:cubicBezTo>
                <a:lnTo>
                  <a:pt x="7406" y="0"/>
                </a:lnTo>
                <a:cubicBezTo>
                  <a:pt x="7452" y="0"/>
                  <a:pt x="7497" y="9"/>
                  <a:pt x="7539" y="26"/>
                </a:cubicBezTo>
                <a:cubicBezTo>
                  <a:pt x="7582" y="44"/>
                  <a:pt x="7620" y="69"/>
                  <a:pt x="7652" y="102"/>
                </a:cubicBezTo>
                <a:cubicBezTo>
                  <a:pt x="7685" y="134"/>
                  <a:pt x="7710" y="172"/>
                  <a:pt x="7728" y="215"/>
                </a:cubicBezTo>
                <a:cubicBezTo>
                  <a:pt x="7746" y="257"/>
                  <a:pt x="7754" y="302"/>
                  <a:pt x="7754" y="348"/>
                </a:cubicBezTo>
                <a:lnTo>
                  <a:pt x="7754" y="7777"/>
                </a:lnTo>
                <a:cubicBezTo>
                  <a:pt x="7754" y="7823"/>
                  <a:pt x="7746" y="7868"/>
                  <a:pt x="7728" y="7910"/>
                </a:cubicBezTo>
                <a:cubicBezTo>
                  <a:pt x="7710" y="7953"/>
                  <a:pt x="7685" y="7991"/>
                  <a:pt x="7652" y="8023"/>
                </a:cubicBezTo>
                <a:cubicBezTo>
                  <a:pt x="7620" y="8056"/>
                  <a:pt x="7582" y="8081"/>
                  <a:pt x="7539" y="8099"/>
                </a:cubicBezTo>
                <a:cubicBezTo>
                  <a:pt x="7497" y="8117"/>
                  <a:pt x="7452" y="8125"/>
                  <a:pt x="7406" y="8125"/>
                </a:cubicBezTo>
                <a:lnTo>
                  <a:pt x="348" y="8125"/>
                </a:lnTo>
                <a:cubicBezTo>
                  <a:pt x="302" y="8125"/>
                  <a:pt x="258" y="8117"/>
                  <a:pt x="215" y="8099"/>
                </a:cubicBezTo>
                <a:cubicBezTo>
                  <a:pt x="173" y="8081"/>
                  <a:pt x="135" y="8056"/>
                  <a:pt x="102" y="8023"/>
                </a:cubicBezTo>
                <a:cubicBezTo>
                  <a:pt x="70" y="7991"/>
                  <a:pt x="44" y="7953"/>
                  <a:pt x="27" y="7910"/>
                </a:cubicBezTo>
                <a:cubicBezTo>
                  <a:pt x="9" y="7868"/>
                  <a:pt x="0" y="7823"/>
                  <a:pt x="0" y="7777"/>
                </a:cubicBezTo>
                <a:lnTo>
                  <a:pt x="0" y="348"/>
                </a:lnTo>
                <a:cubicBezTo>
                  <a:pt x="0" y="302"/>
                  <a:pt x="9" y="257"/>
                  <a:pt x="27" y="215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86" name="任意多邊形 1185"/>
          <p:cNvSpPr/>
          <p:nvPr/>
        </p:nvSpPr>
        <p:spPr>
          <a:xfrm>
            <a:off x="3952440" y="2013840"/>
            <a:ext cx="2791440" cy="2925000"/>
          </a:xfrm>
          <a:custGeom>
            <a:avLst/>
            <a:gdLst/>
            <a:ahLst/>
            <a:cxnLst/>
            <a:rect l="0" t="0" r="r" b="b"/>
            <a:pathLst>
              <a:path w="7754" h="8125">
                <a:moveTo>
                  <a:pt x="0" y="7777"/>
                </a:moveTo>
                <a:lnTo>
                  <a:pt x="0" y="348"/>
                </a:lnTo>
                <a:cubicBezTo>
                  <a:pt x="0" y="302"/>
                  <a:pt x="9" y="257"/>
                  <a:pt x="27" y="215"/>
                </a:cubicBezTo>
                <a:cubicBezTo>
                  <a:pt x="44" y="172"/>
                  <a:pt x="70" y="134"/>
                  <a:pt x="102" y="102"/>
                </a:cubicBezTo>
                <a:cubicBezTo>
                  <a:pt x="135" y="69"/>
                  <a:pt x="173" y="44"/>
                  <a:pt x="215" y="26"/>
                </a:cubicBezTo>
                <a:cubicBezTo>
                  <a:pt x="258" y="9"/>
                  <a:pt x="302" y="0"/>
                  <a:pt x="348" y="0"/>
                </a:cubicBezTo>
                <a:lnTo>
                  <a:pt x="7406" y="0"/>
                </a:lnTo>
                <a:cubicBezTo>
                  <a:pt x="7452" y="0"/>
                  <a:pt x="7497" y="9"/>
                  <a:pt x="7539" y="26"/>
                </a:cubicBezTo>
                <a:cubicBezTo>
                  <a:pt x="7582" y="44"/>
                  <a:pt x="7620" y="69"/>
                  <a:pt x="7652" y="102"/>
                </a:cubicBezTo>
                <a:cubicBezTo>
                  <a:pt x="7685" y="134"/>
                  <a:pt x="7710" y="172"/>
                  <a:pt x="7728" y="215"/>
                </a:cubicBezTo>
                <a:cubicBezTo>
                  <a:pt x="7746" y="257"/>
                  <a:pt x="7754" y="302"/>
                  <a:pt x="7754" y="348"/>
                </a:cubicBezTo>
                <a:lnTo>
                  <a:pt x="7754" y="7777"/>
                </a:lnTo>
                <a:cubicBezTo>
                  <a:pt x="7754" y="7823"/>
                  <a:pt x="7746" y="7868"/>
                  <a:pt x="7728" y="7910"/>
                </a:cubicBezTo>
                <a:cubicBezTo>
                  <a:pt x="7710" y="7953"/>
                  <a:pt x="7685" y="7991"/>
                  <a:pt x="7652" y="8023"/>
                </a:cubicBezTo>
                <a:cubicBezTo>
                  <a:pt x="7620" y="8056"/>
                  <a:pt x="7582" y="8081"/>
                  <a:pt x="7539" y="8099"/>
                </a:cubicBezTo>
                <a:cubicBezTo>
                  <a:pt x="7497" y="8117"/>
                  <a:pt x="7452" y="8125"/>
                  <a:pt x="7406" y="8125"/>
                </a:cubicBezTo>
                <a:lnTo>
                  <a:pt x="348" y="8125"/>
                </a:lnTo>
                <a:cubicBezTo>
                  <a:pt x="302" y="8125"/>
                  <a:pt x="258" y="8117"/>
                  <a:pt x="215" y="8099"/>
                </a:cubicBezTo>
                <a:cubicBezTo>
                  <a:pt x="173" y="8081"/>
                  <a:pt x="135" y="8056"/>
                  <a:pt x="102" y="8023"/>
                </a:cubicBezTo>
                <a:cubicBezTo>
                  <a:pt x="70" y="7991"/>
                  <a:pt x="44" y="7953"/>
                  <a:pt x="27" y="7910"/>
                </a:cubicBezTo>
                <a:cubicBezTo>
                  <a:pt x="9" y="7868"/>
                  <a:pt x="0" y="7823"/>
                  <a:pt x="0" y="7777"/>
                </a:cubicBezTo>
                <a:moveTo>
                  <a:pt x="23" y="348"/>
                </a:moveTo>
                <a:lnTo>
                  <a:pt x="23" y="7777"/>
                </a:lnTo>
                <a:cubicBezTo>
                  <a:pt x="23" y="7799"/>
                  <a:pt x="26" y="7820"/>
                  <a:pt x="30" y="7841"/>
                </a:cubicBezTo>
                <a:cubicBezTo>
                  <a:pt x="34" y="7862"/>
                  <a:pt x="40" y="7882"/>
                  <a:pt x="48" y="7902"/>
                </a:cubicBezTo>
                <a:cubicBezTo>
                  <a:pt x="56" y="7921"/>
                  <a:pt x="66" y="7940"/>
                  <a:pt x="78" y="7958"/>
                </a:cubicBezTo>
                <a:cubicBezTo>
                  <a:pt x="90" y="7976"/>
                  <a:pt x="104" y="7992"/>
                  <a:pt x="119" y="8007"/>
                </a:cubicBezTo>
                <a:cubicBezTo>
                  <a:pt x="134" y="8022"/>
                  <a:pt x="150" y="8036"/>
                  <a:pt x="168" y="8047"/>
                </a:cubicBezTo>
                <a:cubicBezTo>
                  <a:pt x="186" y="8059"/>
                  <a:pt x="204" y="8069"/>
                  <a:pt x="224" y="8077"/>
                </a:cubicBezTo>
                <a:cubicBezTo>
                  <a:pt x="244" y="8086"/>
                  <a:pt x="264" y="8092"/>
                  <a:pt x="285" y="8096"/>
                </a:cubicBezTo>
                <a:cubicBezTo>
                  <a:pt x="306" y="8100"/>
                  <a:pt x="327" y="8102"/>
                  <a:pt x="348" y="8102"/>
                </a:cubicBezTo>
                <a:lnTo>
                  <a:pt x="7406" y="8102"/>
                </a:lnTo>
                <a:cubicBezTo>
                  <a:pt x="7428" y="8102"/>
                  <a:pt x="7449" y="8100"/>
                  <a:pt x="7470" y="8096"/>
                </a:cubicBezTo>
                <a:cubicBezTo>
                  <a:pt x="7491" y="8092"/>
                  <a:pt x="7511" y="8086"/>
                  <a:pt x="7531" y="8077"/>
                </a:cubicBezTo>
                <a:cubicBezTo>
                  <a:pt x="7550" y="8069"/>
                  <a:pt x="7569" y="8059"/>
                  <a:pt x="7587" y="8047"/>
                </a:cubicBezTo>
                <a:cubicBezTo>
                  <a:pt x="7605" y="8036"/>
                  <a:pt x="7621" y="8022"/>
                  <a:pt x="7636" y="8007"/>
                </a:cubicBezTo>
                <a:cubicBezTo>
                  <a:pt x="7651" y="7992"/>
                  <a:pt x="7665" y="7976"/>
                  <a:pt x="7676" y="7958"/>
                </a:cubicBezTo>
                <a:cubicBezTo>
                  <a:pt x="7688" y="7940"/>
                  <a:pt x="7698" y="7921"/>
                  <a:pt x="7706" y="7902"/>
                </a:cubicBezTo>
                <a:cubicBezTo>
                  <a:pt x="7715" y="7882"/>
                  <a:pt x="7721" y="7862"/>
                  <a:pt x="7725" y="7841"/>
                </a:cubicBezTo>
                <a:cubicBezTo>
                  <a:pt x="7729" y="7820"/>
                  <a:pt x="7731" y="7799"/>
                  <a:pt x="7731" y="7777"/>
                </a:cubicBezTo>
                <a:lnTo>
                  <a:pt x="7731" y="348"/>
                </a:lnTo>
                <a:cubicBezTo>
                  <a:pt x="7731" y="327"/>
                  <a:pt x="7729" y="306"/>
                  <a:pt x="7725" y="285"/>
                </a:cubicBezTo>
                <a:cubicBezTo>
                  <a:pt x="7721" y="264"/>
                  <a:pt x="7715" y="243"/>
                  <a:pt x="7706" y="224"/>
                </a:cubicBezTo>
                <a:cubicBezTo>
                  <a:pt x="7698" y="204"/>
                  <a:pt x="7688" y="185"/>
                  <a:pt x="7676" y="167"/>
                </a:cubicBezTo>
                <a:cubicBezTo>
                  <a:pt x="7665" y="150"/>
                  <a:pt x="7651" y="133"/>
                  <a:pt x="7636" y="118"/>
                </a:cubicBezTo>
                <a:cubicBezTo>
                  <a:pt x="7621" y="103"/>
                  <a:pt x="7605" y="90"/>
                  <a:pt x="7587" y="78"/>
                </a:cubicBezTo>
                <a:cubicBezTo>
                  <a:pt x="7569" y="66"/>
                  <a:pt x="7550" y="56"/>
                  <a:pt x="7531" y="48"/>
                </a:cubicBezTo>
                <a:cubicBezTo>
                  <a:pt x="7511" y="40"/>
                  <a:pt x="7491" y="33"/>
                  <a:pt x="7470" y="29"/>
                </a:cubicBezTo>
                <a:cubicBezTo>
                  <a:pt x="7449" y="25"/>
                  <a:pt x="7428" y="23"/>
                  <a:pt x="7406" y="23"/>
                </a:cubicBezTo>
                <a:lnTo>
                  <a:pt x="348" y="23"/>
                </a:lnTo>
                <a:cubicBezTo>
                  <a:pt x="327" y="23"/>
                  <a:pt x="306" y="25"/>
                  <a:pt x="285" y="29"/>
                </a:cubicBezTo>
                <a:cubicBezTo>
                  <a:pt x="264" y="33"/>
                  <a:pt x="244" y="40"/>
                  <a:pt x="224" y="48"/>
                </a:cubicBezTo>
                <a:cubicBezTo>
                  <a:pt x="204" y="56"/>
                  <a:pt x="186" y="66"/>
                  <a:pt x="168" y="78"/>
                </a:cubicBezTo>
                <a:cubicBezTo>
                  <a:pt x="150" y="90"/>
                  <a:pt x="134" y="103"/>
                  <a:pt x="119" y="118"/>
                </a:cubicBezTo>
                <a:cubicBezTo>
                  <a:pt x="104" y="133"/>
                  <a:pt x="90" y="150"/>
                  <a:pt x="78" y="167"/>
                </a:cubicBezTo>
                <a:cubicBezTo>
                  <a:pt x="66" y="185"/>
                  <a:pt x="56" y="204"/>
                  <a:pt x="48" y="224"/>
                </a:cubicBezTo>
                <a:cubicBezTo>
                  <a:pt x="40" y="243"/>
                  <a:pt x="34" y="264"/>
                  <a:pt x="30" y="285"/>
                </a:cubicBezTo>
                <a:cubicBezTo>
                  <a:pt x="26" y="306"/>
                  <a:pt x="23" y="327"/>
                  <a:pt x="23" y="348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187" name="圖片 1186"/>
          <p:cNvPicPr/>
          <p:nvPr/>
        </p:nvPicPr>
        <p:blipFill>
          <a:blip r:embed="rId7"/>
          <a:stretch>
            <a:fillRect/>
          </a:stretch>
        </p:blipFill>
        <p:spPr>
          <a:xfrm>
            <a:off x="4094640" y="308376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8" name="文字框 1187"/>
          <p:cNvSpPr txBox="1"/>
          <p:nvPr/>
        </p:nvSpPr>
        <p:spPr>
          <a:xfrm>
            <a:off x="685080" y="4208400"/>
            <a:ext cx="8053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提供基础通道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89" name="文字框 1188"/>
          <p:cNvSpPr txBox="1"/>
          <p:nvPr/>
        </p:nvSpPr>
        <p:spPr>
          <a:xfrm>
            <a:off x="4295520" y="307656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90" name="文字框 1189"/>
          <p:cNvSpPr txBox="1"/>
          <p:nvPr/>
        </p:nvSpPr>
        <p:spPr>
          <a:xfrm>
            <a:off x="4338000" y="3071880"/>
            <a:ext cx="21466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稳定币因全球流通性和基于区块链的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91" name="文字框 1190"/>
          <p:cNvSpPr txBox="1"/>
          <p:nvPr/>
        </p:nvSpPr>
        <p:spPr>
          <a:xfrm>
            <a:off x="4094640" y="3272400"/>
            <a:ext cx="24148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低成本、高效率特性，被广泛用于跨境贸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192" name="圖片 1191"/>
          <p:cNvPicPr/>
          <p:nvPr/>
        </p:nvPicPr>
        <p:blipFill>
          <a:blip r:embed="rId7"/>
          <a:stretch>
            <a:fillRect/>
          </a:stretch>
        </p:blipFill>
        <p:spPr>
          <a:xfrm>
            <a:off x="4094640" y="375228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3" name="文字框 1192"/>
          <p:cNvSpPr txBox="1"/>
          <p:nvPr/>
        </p:nvSpPr>
        <p:spPr>
          <a:xfrm>
            <a:off x="4094640" y="3472920"/>
            <a:ext cx="403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易结算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94" name="文字框 1193"/>
          <p:cNvSpPr txBox="1"/>
          <p:nvPr/>
        </p:nvSpPr>
        <p:spPr>
          <a:xfrm>
            <a:off x="4295520" y="374508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95" name="文字框 1194"/>
          <p:cNvSpPr txBox="1"/>
          <p:nvPr/>
        </p:nvSpPr>
        <p:spPr>
          <a:xfrm>
            <a:off x="4338000" y="3740400"/>
            <a:ext cx="20124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香港持牌稳定币发行方（如京东科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96" name="文字框 1195"/>
          <p:cNvSpPr txBox="1"/>
          <p:nvPr/>
        </p:nvSpPr>
        <p:spPr>
          <a:xfrm>
            <a:off x="4094640" y="3940920"/>
            <a:ext cx="24148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技、众安在线等）积极探索在贸易金融、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197" name="圖片 1196"/>
          <p:cNvPicPr/>
          <p:nvPr/>
        </p:nvPicPr>
        <p:blipFill>
          <a:blip r:embed="rId7"/>
          <a:stretch>
            <a:fillRect/>
          </a:stretch>
        </p:blipFill>
        <p:spPr>
          <a:xfrm>
            <a:off x="4094640" y="442080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8" name="文字框 1197"/>
          <p:cNvSpPr txBox="1"/>
          <p:nvPr/>
        </p:nvSpPr>
        <p:spPr>
          <a:xfrm>
            <a:off x="4094640" y="4141440"/>
            <a:ext cx="1476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供应链金融中使用稳定币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99" name="文字框 1198"/>
          <p:cNvSpPr txBox="1"/>
          <p:nvPr/>
        </p:nvSpPr>
        <p:spPr>
          <a:xfrm>
            <a:off x="4295520" y="4413600"/>
            <a:ext cx="450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e-CNY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00" name="文字框 1199"/>
          <p:cNvSpPr txBox="1"/>
          <p:nvPr/>
        </p:nvSpPr>
        <p:spPr>
          <a:xfrm>
            <a:off x="4743360" y="4408920"/>
            <a:ext cx="6714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正逐步成为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01" name="文字框 1200"/>
          <p:cNvSpPr txBox="1"/>
          <p:nvPr/>
        </p:nvSpPr>
        <p:spPr>
          <a:xfrm>
            <a:off x="5411880" y="441360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02" name="文字框 1201"/>
          <p:cNvSpPr txBox="1"/>
          <p:nvPr/>
        </p:nvSpPr>
        <p:spPr>
          <a:xfrm>
            <a:off x="5473440" y="4408920"/>
            <a:ext cx="537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一带一路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03" name="文字框 1202"/>
          <p:cNvSpPr txBox="1"/>
          <p:nvPr/>
        </p:nvSpPr>
        <p:spPr>
          <a:xfrm>
            <a:off x="6008400" y="441360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04" name="文字框 1203"/>
          <p:cNvSpPr txBox="1"/>
          <p:nvPr/>
        </p:nvSpPr>
        <p:spPr>
          <a:xfrm>
            <a:off x="6069600" y="4408920"/>
            <a:ext cx="403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沿线基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05" name="任意多邊形 1204"/>
          <p:cNvSpPr/>
          <p:nvPr/>
        </p:nvSpPr>
        <p:spPr>
          <a:xfrm>
            <a:off x="4102920" y="2297880"/>
            <a:ext cx="518400" cy="518400"/>
          </a:xfrm>
          <a:custGeom>
            <a:avLst/>
            <a:gdLst/>
            <a:ahLst/>
            <a:cxnLst/>
            <a:rect l="0" t="0" r="r" b="b"/>
            <a:pathLst>
              <a:path w="1440" h="1440">
                <a:moveTo>
                  <a:pt x="1440" y="721"/>
                </a:moveTo>
                <a:cubicBezTo>
                  <a:pt x="1440" y="744"/>
                  <a:pt x="1439" y="768"/>
                  <a:pt x="1437" y="791"/>
                </a:cubicBezTo>
                <a:cubicBezTo>
                  <a:pt x="1435" y="815"/>
                  <a:pt x="1431" y="838"/>
                  <a:pt x="1426" y="861"/>
                </a:cubicBezTo>
                <a:cubicBezTo>
                  <a:pt x="1422" y="884"/>
                  <a:pt x="1416" y="907"/>
                  <a:pt x="1409" y="930"/>
                </a:cubicBezTo>
                <a:cubicBezTo>
                  <a:pt x="1402" y="952"/>
                  <a:pt x="1395" y="974"/>
                  <a:pt x="1386" y="996"/>
                </a:cubicBezTo>
                <a:cubicBezTo>
                  <a:pt x="1377" y="1018"/>
                  <a:pt x="1366" y="1039"/>
                  <a:pt x="1355" y="1060"/>
                </a:cubicBezTo>
                <a:cubicBezTo>
                  <a:pt x="1344" y="1081"/>
                  <a:pt x="1332" y="1101"/>
                  <a:pt x="1319" y="1120"/>
                </a:cubicBezTo>
                <a:cubicBezTo>
                  <a:pt x="1306" y="1140"/>
                  <a:pt x="1292" y="1159"/>
                  <a:pt x="1277" y="1177"/>
                </a:cubicBezTo>
                <a:cubicBezTo>
                  <a:pt x="1262" y="1195"/>
                  <a:pt x="1246" y="1213"/>
                  <a:pt x="1230" y="1230"/>
                </a:cubicBezTo>
                <a:cubicBezTo>
                  <a:pt x="1213" y="1246"/>
                  <a:pt x="1195" y="1262"/>
                  <a:pt x="1177" y="1277"/>
                </a:cubicBezTo>
                <a:cubicBezTo>
                  <a:pt x="1159" y="1292"/>
                  <a:pt x="1140" y="1306"/>
                  <a:pt x="1121" y="1319"/>
                </a:cubicBezTo>
                <a:cubicBezTo>
                  <a:pt x="1101" y="1332"/>
                  <a:pt x="1081" y="1344"/>
                  <a:pt x="1060" y="1355"/>
                </a:cubicBezTo>
                <a:cubicBezTo>
                  <a:pt x="1039" y="1366"/>
                  <a:pt x="1018" y="1377"/>
                  <a:pt x="996" y="1386"/>
                </a:cubicBezTo>
                <a:cubicBezTo>
                  <a:pt x="974" y="1395"/>
                  <a:pt x="952" y="1402"/>
                  <a:pt x="930" y="1409"/>
                </a:cubicBezTo>
                <a:cubicBezTo>
                  <a:pt x="907" y="1416"/>
                  <a:pt x="884" y="1422"/>
                  <a:pt x="861" y="1426"/>
                </a:cubicBezTo>
                <a:cubicBezTo>
                  <a:pt x="838" y="1431"/>
                  <a:pt x="814" y="1435"/>
                  <a:pt x="790" y="1437"/>
                </a:cubicBezTo>
                <a:cubicBezTo>
                  <a:pt x="767" y="1439"/>
                  <a:pt x="743" y="1440"/>
                  <a:pt x="720" y="1440"/>
                </a:cubicBezTo>
                <a:cubicBezTo>
                  <a:pt x="696" y="1440"/>
                  <a:pt x="673" y="1439"/>
                  <a:pt x="649" y="1437"/>
                </a:cubicBezTo>
                <a:cubicBezTo>
                  <a:pt x="626" y="1435"/>
                  <a:pt x="602" y="1431"/>
                  <a:pt x="579" y="1426"/>
                </a:cubicBezTo>
                <a:cubicBezTo>
                  <a:pt x="556" y="1422"/>
                  <a:pt x="533" y="1416"/>
                  <a:pt x="511" y="1409"/>
                </a:cubicBezTo>
                <a:cubicBezTo>
                  <a:pt x="488" y="1402"/>
                  <a:pt x="466" y="1395"/>
                  <a:pt x="444" y="1386"/>
                </a:cubicBezTo>
                <a:cubicBezTo>
                  <a:pt x="423" y="1377"/>
                  <a:pt x="401" y="1366"/>
                  <a:pt x="380" y="1355"/>
                </a:cubicBezTo>
                <a:cubicBezTo>
                  <a:pt x="360" y="1344"/>
                  <a:pt x="340" y="1332"/>
                  <a:pt x="320" y="1319"/>
                </a:cubicBezTo>
                <a:cubicBezTo>
                  <a:pt x="300" y="1306"/>
                  <a:pt x="281" y="1292"/>
                  <a:pt x="263" y="1277"/>
                </a:cubicBezTo>
                <a:cubicBezTo>
                  <a:pt x="245" y="1262"/>
                  <a:pt x="228" y="1246"/>
                  <a:pt x="211" y="1230"/>
                </a:cubicBezTo>
                <a:cubicBezTo>
                  <a:pt x="194" y="1213"/>
                  <a:pt x="178" y="1195"/>
                  <a:pt x="163" y="1177"/>
                </a:cubicBezTo>
                <a:cubicBezTo>
                  <a:pt x="149" y="1159"/>
                  <a:pt x="134" y="1140"/>
                  <a:pt x="121" y="1120"/>
                </a:cubicBezTo>
                <a:cubicBezTo>
                  <a:pt x="108" y="1101"/>
                  <a:pt x="96" y="1081"/>
                  <a:pt x="85" y="1060"/>
                </a:cubicBezTo>
                <a:cubicBezTo>
                  <a:pt x="74" y="1039"/>
                  <a:pt x="64" y="1018"/>
                  <a:pt x="55" y="996"/>
                </a:cubicBezTo>
                <a:cubicBezTo>
                  <a:pt x="46" y="974"/>
                  <a:pt x="38" y="952"/>
                  <a:pt x="31" y="930"/>
                </a:cubicBezTo>
                <a:cubicBezTo>
                  <a:pt x="24" y="907"/>
                  <a:pt x="19" y="884"/>
                  <a:pt x="14" y="861"/>
                </a:cubicBezTo>
                <a:cubicBezTo>
                  <a:pt x="9" y="838"/>
                  <a:pt x="6" y="815"/>
                  <a:pt x="4" y="791"/>
                </a:cubicBezTo>
                <a:cubicBezTo>
                  <a:pt x="1" y="768"/>
                  <a:pt x="0" y="744"/>
                  <a:pt x="0" y="721"/>
                </a:cubicBezTo>
                <a:cubicBezTo>
                  <a:pt x="0" y="697"/>
                  <a:pt x="1" y="674"/>
                  <a:pt x="4" y="650"/>
                </a:cubicBezTo>
                <a:cubicBezTo>
                  <a:pt x="6" y="627"/>
                  <a:pt x="9" y="603"/>
                  <a:pt x="14" y="580"/>
                </a:cubicBezTo>
                <a:cubicBezTo>
                  <a:pt x="19" y="557"/>
                  <a:pt x="24" y="534"/>
                  <a:pt x="31" y="512"/>
                </a:cubicBezTo>
                <a:cubicBezTo>
                  <a:pt x="38" y="489"/>
                  <a:pt x="46" y="467"/>
                  <a:pt x="55" y="445"/>
                </a:cubicBezTo>
                <a:cubicBezTo>
                  <a:pt x="64" y="424"/>
                  <a:pt x="74" y="402"/>
                  <a:pt x="85" y="381"/>
                </a:cubicBezTo>
                <a:cubicBezTo>
                  <a:pt x="96" y="361"/>
                  <a:pt x="108" y="340"/>
                  <a:pt x="121" y="321"/>
                </a:cubicBezTo>
                <a:cubicBezTo>
                  <a:pt x="134" y="301"/>
                  <a:pt x="149" y="282"/>
                  <a:pt x="163" y="264"/>
                </a:cubicBezTo>
                <a:cubicBezTo>
                  <a:pt x="178" y="246"/>
                  <a:pt x="194" y="229"/>
                  <a:pt x="211" y="212"/>
                </a:cubicBezTo>
                <a:cubicBezTo>
                  <a:pt x="228" y="195"/>
                  <a:pt x="245" y="179"/>
                  <a:pt x="263" y="164"/>
                </a:cubicBezTo>
                <a:cubicBezTo>
                  <a:pt x="281" y="149"/>
                  <a:pt x="300" y="135"/>
                  <a:pt x="320" y="122"/>
                </a:cubicBezTo>
                <a:cubicBezTo>
                  <a:pt x="340" y="109"/>
                  <a:pt x="360" y="97"/>
                  <a:pt x="380" y="85"/>
                </a:cubicBezTo>
                <a:cubicBezTo>
                  <a:pt x="401" y="74"/>
                  <a:pt x="423" y="64"/>
                  <a:pt x="444" y="55"/>
                </a:cubicBezTo>
                <a:cubicBezTo>
                  <a:pt x="466" y="46"/>
                  <a:pt x="488" y="38"/>
                  <a:pt x="511" y="31"/>
                </a:cubicBezTo>
                <a:cubicBezTo>
                  <a:pt x="533" y="24"/>
                  <a:pt x="556" y="19"/>
                  <a:pt x="579" y="14"/>
                </a:cubicBezTo>
                <a:cubicBezTo>
                  <a:pt x="602" y="9"/>
                  <a:pt x="626" y="6"/>
                  <a:pt x="649" y="4"/>
                </a:cubicBezTo>
                <a:cubicBezTo>
                  <a:pt x="673" y="1"/>
                  <a:pt x="696" y="0"/>
                  <a:pt x="720" y="0"/>
                </a:cubicBezTo>
                <a:cubicBezTo>
                  <a:pt x="743" y="0"/>
                  <a:pt x="767" y="1"/>
                  <a:pt x="790" y="4"/>
                </a:cubicBezTo>
                <a:cubicBezTo>
                  <a:pt x="814" y="6"/>
                  <a:pt x="838" y="9"/>
                  <a:pt x="861" y="14"/>
                </a:cubicBezTo>
                <a:cubicBezTo>
                  <a:pt x="884" y="19"/>
                  <a:pt x="907" y="24"/>
                  <a:pt x="930" y="31"/>
                </a:cubicBezTo>
                <a:cubicBezTo>
                  <a:pt x="952" y="38"/>
                  <a:pt x="974" y="46"/>
                  <a:pt x="996" y="55"/>
                </a:cubicBezTo>
                <a:cubicBezTo>
                  <a:pt x="1018" y="64"/>
                  <a:pt x="1039" y="74"/>
                  <a:pt x="1060" y="85"/>
                </a:cubicBezTo>
                <a:cubicBezTo>
                  <a:pt x="1081" y="97"/>
                  <a:pt x="1101" y="109"/>
                  <a:pt x="1121" y="122"/>
                </a:cubicBezTo>
                <a:cubicBezTo>
                  <a:pt x="1140" y="135"/>
                  <a:pt x="1159" y="149"/>
                  <a:pt x="1177" y="164"/>
                </a:cubicBezTo>
                <a:cubicBezTo>
                  <a:pt x="1195" y="179"/>
                  <a:pt x="1213" y="195"/>
                  <a:pt x="1230" y="212"/>
                </a:cubicBezTo>
                <a:cubicBezTo>
                  <a:pt x="1246" y="229"/>
                  <a:pt x="1262" y="246"/>
                  <a:pt x="1277" y="264"/>
                </a:cubicBezTo>
                <a:cubicBezTo>
                  <a:pt x="1292" y="282"/>
                  <a:pt x="1306" y="301"/>
                  <a:pt x="1319" y="321"/>
                </a:cubicBezTo>
                <a:cubicBezTo>
                  <a:pt x="1332" y="340"/>
                  <a:pt x="1344" y="361"/>
                  <a:pt x="1355" y="381"/>
                </a:cubicBezTo>
                <a:cubicBezTo>
                  <a:pt x="1366" y="402"/>
                  <a:pt x="1377" y="424"/>
                  <a:pt x="1386" y="445"/>
                </a:cubicBezTo>
                <a:cubicBezTo>
                  <a:pt x="1395" y="467"/>
                  <a:pt x="1402" y="489"/>
                  <a:pt x="1409" y="512"/>
                </a:cubicBezTo>
                <a:cubicBezTo>
                  <a:pt x="1416" y="534"/>
                  <a:pt x="1422" y="557"/>
                  <a:pt x="1426" y="580"/>
                </a:cubicBezTo>
                <a:cubicBezTo>
                  <a:pt x="1431" y="603"/>
                  <a:pt x="1435" y="627"/>
                  <a:pt x="1437" y="650"/>
                </a:cubicBezTo>
                <a:cubicBezTo>
                  <a:pt x="1439" y="674"/>
                  <a:pt x="1440" y="697"/>
                  <a:pt x="1440" y="721"/>
                </a:cubicBezTo>
                <a:close/>
              </a:path>
            </a:pathLst>
          </a:custGeom>
          <a:solidFill>
            <a:srgbClr val="1E40A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06" name="任意多邊形 1205"/>
          <p:cNvSpPr/>
          <p:nvPr/>
        </p:nvSpPr>
        <p:spPr>
          <a:xfrm>
            <a:off x="4102920" y="2297880"/>
            <a:ext cx="518400" cy="518400"/>
          </a:xfrm>
          <a:custGeom>
            <a:avLst/>
            <a:gdLst/>
            <a:ahLst/>
            <a:cxnLst/>
            <a:rect l="0" t="0" r="r" b="b"/>
            <a:pathLst>
              <a:path w="1440" h="1440" fill="none">
                <a:moveTo>
                  <a:pt x="1440" y="721"/>
                </a:moveTo>
                <a:cubicBezTo>
                  <a:pt x="1440" y="744"/>
                  <a:pt x="1439" y="768"/>
                  <a:pt x="1437" y="791"/>
                </a:cubicBezTo>
                <a:cubicBezTo>
                  <a:pt x="1435" y="815"/>
                  <a:pt x="1431" y="838"/>
                  <a:pt x="1426" y="861"/>
                </a:cubicBezTo>
                <a:cubicBezTo>
                  <a:pt x="1422" y="884"/>
                  <a:pt x="1416" y="907"/>
                  <a:pt x="1409" y="930"/>
                </a:cubicBezTo>
                <a:cubicBezTo>
                  <a:pt x="1402" y="952"/>
                  <a:pt x="1395" y="974"/>
                  <a:pt x="1386" y="996"/>
                </a:cubicBezTo>
                <a:cubicBezTo>
                  <a:pt x="1377" y="1018"/>
                  <a:pt x="1366" y="1039"/>
                  <a:pt x="1355" y="1060"/>
                </a:cubicBezTo>
                <a:cubicBezTo>
                  <a:pt x="1344" y="1081"/>
                  <a:pt x="1332" y="1101"/>
                  <a:pt x="1319" y="1120"/>
                </a:cubicBezTo>
                <a:cubicBezTo>
                  <a:pt x="1306" y="1140"/>
                  <a:pt x="1292" y="1159"/>
                  <a:pt x="1277" y="1177"/>
                </a:cubicBezTo>
                <a:cubicBezTo>
                  <a:pt x="1262" y="1195"/>
                  <a:pt x="1246" y="1213"/>
                  <a:pt x="1230" y="1230"/>
                </a:cubicBezTo>
                <a:cubicBezTo>
                  <a:pt x="1213" y="1246"/>
                  <a:pt x="1195" y="1262"/>
                  <a:pt x="1177" y="1277"/>
                </a:cubicBezTo>
                <a:cubicBezTo>
                  <a:pt x="1159" y="1292"/>
                  <a:pt x="1140" y="1306"/>
                  <a:pt x="1121" y="1319"/>
                </a:cubicBezTo>
                <a:cubicBezTo>
                  <a:pt x="1101" y="1332"/>
                  <a:pt x="1081" y="1344"/>
                  <a:pt x="1060" y="1355"/>
                </a:cubicBezTo>
                <a:cubicBezTo>
                  <a:pt x="1039" y="1366"/>
                  <a:pt x="1018" y="1377"/>
                  <a:pt x="996" y="1386"/>
                </a:cubicBezTo>
                <a:cubicBezTo>
                  <a:pt x="974" y="1395"/>
                  <a:pt x="952" y="1402"/>
                  <a:pt x="930" y="1409"/>
                </a:cubicBezTo>
                <a:cubicBezTo>
                  <a:pt x="907" y="1416"/>
                  <a:pt x="884" y="1422"/>
                  <a:pt x="861" y="1426"/>
                </a:cubicBezTo>
                <a:cubicBezTo>
                  <a:pt x="838" y="1431"/>
                  <a:pt x="814" y="1435"/>
                  <a:pt x="790" y="1437"/>
                </a:cubicBezTo>
                <a:cubicBezTo>
                  <a:pt x="767" y="1439"/>
                  <a:pt x="743" y="1440"/>
                  <a:pt x="720" y="1440"/>
                </a:cubicBezTo>
                <a:cubicBezTo>
                  <a:pt x="696" y="1440"/>
                  <a:pt x="673" y="1439"/>
                  <a:pt x="649" y="1437"/>
                </a:cubicBezTo>
                <a:cubicBezTo>
                  <a:pt x="626" y="1435"/>
                  <a:pt x="602" y="1431"/>
                  <a:pt x="579" y="1426"/>
                </a:cubicBezTo>
                <a:cubicBezTo>
                  <a:pt x="556" y="1422"/>
                  <a:pt x="533" y="1416"/>
                  <a:pt x="511" y="1409"/>
                </a:cubicBezTo>
                <a:cubicBezTo>
                  <a:pt x="488" y="1402"/>
                  <a:pt x="466" y="1395"/>
                  <a:pt x="444" y="1386"/>
                </a:cubicBezTo>
                <a:cubicBezTo>
                  <a:pt x="423" y="1377"/>
                  <a:pt x="401" y="1366"/>
                  <a:pt x="380" y="1355"/>
                </a:cubicBezTo>
                <a:cubicBezTo>
                  <a:pt x="360" y="1344"/>
                  <a:pt x="340" y="1332"/>
                  <a:pt x="320" y="1319"/>
                </a:cubicBezTo>
                <a:cubicBezTo>
                  <a:pt x="300" y="1306"/>
                  <a:pt x="281" y="1292"/>
                  <a:pt x="263" y="1277"/>
                </a:cubicBezTo>
                <a:cubicBezTo>
                  <a:pt x="245" y="1262"/>
                  <a:pt x="228" y="1246"/>
                  <a:pt x="211" y="1230"/>
                </a:cubicBezTo>
                <a:cubicBezTo>
                  <a:pt x="194" y="1213"/>
                  <a:pt x="178" y="1195"/>
                  <a:pt x="163" y="1177"/>
                </a:cubicBezTo>
                <a:cubicBezTo>
                  <a:pt x="149" y="1159"/>
                  <a:pt x="134" y="1140"/>
                  <a:pt x="121" y="1120"/>
                </a:cubicBezTo>
                <a:cubicBezTo>
                  <a:pt x="108" y="1101"/>
                  <a:pt x="96" y="1081"/>
                  <a:pt x="85" y="1060"/>
                </a:cubicBezTo>
                <a:cubicBezTo>
                  <a:pt x="74" y="1039"/>
                  <a:pt x="64" y="1018"/>
                  <a:pt x="55" y="996"/>
                </a:cubicBezTo>
                <a:cubicBezTo>
                  <a:pt x="46" y="974"/>
                  <a:pt x="38" y="952"/>
                  <a:pt x="31" y="930"/>
                </a:cubicBezTo>
                <a:cubicBezTo>
                  <a:pt x="24" y="907"/>
                  <a:pt x="19" y="884"/>
                  <a:pt x="14" y="861"/>
                </a:cubicBezTo>
                <a:cubicBezTo>
                  <a:pt x="9" y="838"/>
                  <a:pt x="6" y="815"/>
                  <a:pt x="4" y="791"/>
                </a:cubicBezTo>
                <a:cubicBezTo>
                  <a:pt x="1" y="768"/>
                  <a:pt x="0" y="744"/>
                  <a:pt x="0" y="721"/>
                </a:cubicBezTo>
                <a:cubicBezTo>
                  <a:pt x="0" y="697"/>
                  <a:pt x="1" y="674"/>
                  <a:pt x="4" y="650"/>
                </a:cubicBezTo>
                <a:cubicBezTo>
                  <a:pt x="6" y="627"/>
                  <a:pt x="9" y="603"/>
                  <a:pt x="14" y="580"/>
                </a:cubicBezTo>
                <a:cubicBezTo>
                  <a:pt x="19" y="557"/>
                  <a:pt x="24" y="534"/>
                  <a:pt x="31" y="512"/>
                </a:cubicBezTo>
                <a:cubicBezTo>
                  <a:pt x="38" y="489"/>
                  <a:pt x="46" y="467"/>
                  <a:pt x="55" y="445"/>
                </a:cubicBezTo>
                <a:cubicBezTo>
                  <a:pt x="64" y="424"/>
                  <a:pt x="74" y="402"/>
                  <a:pt x="85" y="381"/>
                </a:cubicBezTo>
                <a:cubicBezTo>
                  <a:pt x="96" y="361"/>
                  <a:pt x="108" y="340"/>
                  <a:pt x="121" y="321"/>
                </a:cubicBezTo>
                <a:cubicBezTo>
                  <a:pt x="134" y="301"/>
                  <a:pt x="149" y="282"/>
                  <a:pt x="163" y="264"/>
                </a:cubicBezTo>
                <a:cubicBezTo>
                  <a:pt x="178" y="246"/>
                  <a:pt x="194" y="229"/>
                  <a:pt x="211" y="212"/>
                </a:cubicBezTo>
                <a:cubicBezTo>
                  <a:pt x="228" y="195"/>
                  <a:pt x="245" y="179"/>
                  <a:pt x="263" y="164"/>
                </a:cubicBezTo>
                <a:cubicBezTo>
                  <a:pt x="281" y="149"/>
                  <a:pt x="300" y="135"/>
                  <a:pt x="320" y="122"/>
                </a:cubicBezTo>
                <a:cubicBezTo>
                  <a:pt x="340" y="109"/>
                  <a:pt x="360" y="97"/>
                  <a:pt x="380" y="85"/>
                </a:cubicBezTo>
                <a:cubicBezTo>
                  <a:pt x="401" y="74"/>
                  <a:pt x="423" y="64"/>
                  <a:pt x="444" y="55"/>
                </a:cubicBezTo>
                <a:cubicBezTo>
                  <a:pt x="466" y="46"/>
                  <a:pt x="488" y="38"/>
                  <a:pt x="511" y="31"/>
                </a:cubicBezTo>
                <a:cubicBezTo>
                  <a:pt x="533" y="24"/>
                  <a:pt x="556" y="19"/>
                  <a:pt x="579" y="14"/>
                </a:cubicBezTo>
                <a:cubicBezTo>
                  <a:pt x="602" y="9"/>
                  <a:pt x="626" y="6"/>
                  <a:pt x="649" y="4"/>
                </a:cubicBezTo>
                <a:cubicBezTo>
                  <a:pt x="673" y="1"/>
                  <a:pt x="696" y="0"/>
                  <a:pt x="720" y="0"/>
                </a:cubicBezTo>
                <a:cubicBezTo>
                  <a:pt x="743" y="0"/>
                  <a:pt x="767" y="1"/>
                  <a:pt x="790" y="4"/>
                </a:cubicBezTo>
                <a:cubicBezTo>
                  <a:pt x="814" y="6"/>
                  <a:pt x="838" y="9"/>
                  <a:pt x="861" y="14"/>
                </a:cubicBezTo>
                <a:cubicBezTo>
                  <a:pt x="884" y="19"/>
                  <a:pt x="907" y="24"/>
                  <a:pt x="930" y="31"/>
                </a:cubicBezTo>
                <a:cubicBezTo>
                  <a:pt x="952" y="38"/>
                  <a:pt x="974" y="46"/>
                  <a:pt x="996" y="55"/>
                </a:cubicBezTo>
                <a:cubicBezTo>
                  <a:pt x="1018" y="64"/>
                  <a:pt x="1039" y="74"/>
                  <a:pt x="1060" y="85"/>
                </a:cubicBezTo>
                <a:cubicBezTo>
                  <a:pt x="1081" y="97"/>
                  <a:pt x="1101" y="109"/>
                  <a:pt x="1121" y="122"/>
                </a:cubicBezTo>
                <a:cubicBezTo>
                  <a:pt x="1140" y="135"/>
                  <a:pt x="1159" y="149"/>
                  <a:pt x="1177" y="164"/>
                </a:cubicBezTo>
                <a:cubicBezTo>
                  <a:pt x="1195" y="179"/>
                  <a:pt x="1213" y="195"/>
                  <a:pt x="1230" y="212"/>
                </a:cubicBezTo>
                <a:cubicBezTo>
                  <a:pt x="1246" y="229"/>
                  <a:pt x="1262" y="246"/>
                  <a:pt x="1277" y="264"/>
                </a:cubicBezTo>
                <a:cubicBezTo>
                  <a:pt x="1292" y="282"/>
                  <a:pt x="1306" y="301"/>
                  <a:pt x="1319" y="321"/>
                </a:cubicBezTo>
                <a:cubicBezTo>
                  <a:pt x="1332" y="340"/>
                  <a:pt x="1344" y="361"/>
                  <a:pt x="1355" y="381"/>
                </a:cubicBezTo>
                <a:cubicBezTo>
                  <a:pt x="1366" y="402"/>
                  <a:pt x="1377" y="424"/>
                  <a:pt x="1386" y="445"/>
                </a:cubicBezTo>
                <a:cubicBezTo>
                  <a:pt x="1395" y="467"/>
                  <a:pt x="1402" y="489"/>
                  <a:pt x="1409" y="512"/>
                </a:cubicBezTo>
                <a:cubicBezTo>
                  <a:pt x="1416" y="534"/>
                  <a:pt x="1422" y="557"/>
                  <a:pt x="1426" y="580"/>
                </a:cubicBezTo>
                <a:cubicBezTo>
                  <a:pt x="1431" y="603"/>
                  <a:pt x="1435" y="627"/>
                  <a:pt x="1437" y="650"/>
                </a:cubicBezTo>
                <a:cubicBezTo>
                  <a:pt x="1439" y="674"/>
                  <a:pt x="1440" y="697"/>
                  <a:pt x="1440" y="721"/>
                </a:cubicBezTo>
              </a:path>
            </a:pathLst>
          </a:custGeom>
          <a:ln w="16560">
            <a:solidFill>
              <a:srgbClr val="FFFFFF"/>
            </a:solidFill>
            <a:miter/>
          </a:ln>
        </p:spPr>
        <p:txBody>
          <a:bodyPr lIns="8280" tIns="8280" rIns="8280" bIns="82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207" name="圖片 1206"/>
          <p:cNvPicPr/>
          <p:nvPr/>
        </p:nvPicPr>
        <p:blipFill>
          <a:blip r:embed="rId12"/>
          <a:stretch>
            <a:fillRect/>
          </a:stretch>
        </p:blipFill>
        <p:spPr>
          <a:xfrm>
            <a:off x="4303800" y="2473560"/>
            <a:ext cx="12492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8" name="任意多邊形 1207"/>
          <p:cNvSpPr/>
          <p:nvPr/>
        </p:nvSpPr>
        <p:spPr>
          <a:xfrm>
            <a:off x="4596120" y="2557080"/>
            <a:ext cx="668880" cy="16920"/>
          </a:xfrm>
          <a:custGeom>
            <a:avLst/>
            <a:gdLst/>
            <a:ahLst/>
            <a:cxnLst/>
            <a:rect l="0" t="0" r="r" b="b"/>
            <a:pathLst>
              <a:path w="1858" h="47">
                <a:moveTo>
                  <a:pt x="0" y="0"/>
                </a:moveTo>
                <a:lnTo>
                  <a:pt x="1858" y="0"/>
                </a:lnTo>
                <a:lnTo>
                  <a:pt x="1858" y="47"/>
                </a:lnTo>
                <a:lnTo>
                  <a:pt x="0" y="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09" name="任意多邊形 1208"/>
          <p:cNvSpPr/>
          <p:nvPr/>
        </p:nvSpPr>
        <p:spPr>
          <a:xfrm>
            <a:off x="5197680" y="2523600"/>
            <a:ext cx="67320" cy="83880"/>
          </a:xfrm>
          <a:custGeom>
            <a:avLst/>
            <a:gdLst/>
            <a:ahLst/>
            <a:cxnLst/>
            <a:rect l="0" t="0" r="r" b="b"/>
            <a:pathLst>
              <a:path w="187" h="233">
                <a:moveTo>
                  <a:pt x="0" y="0"/>
                </a:moveTo>
                <a:lnTo>
                  <a:pt x="0" y="233"/>
                </a:lnTo>
                <a:lnTo>
                  <a:pt x="187" y="117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10" name="任意多邊形 1209"/>
          <p:cNvSpPr/>
          <p:nvPr/>
        </p:nvSpPr>
        <p:spPr>
          <a:xfrm>
            <a:off x="6075000" y="2297880"/>
            <a:ext cx="518760" cy="518400"/>
          </a:xfrm>
          <a:custGeom>
            <a:avLst/>
            <a:gdLst/>
            <a:ahLst/>
            <a:cxnLst/>
            <a:rect l="0" t="0" r="r" b="b"/>
            <a:pathLst>
              <a:path w="1441" h="1440">
                <a:moveTo>
                  <a:pt x="1441" y="721"/>
                </a:moveTo>
                <a:cubicBezTo>
                  <a:pt x="1441" y="744"/>
                  <a:pt x="1439" y="768"/>
                  <a:pt x="1437" y="791"/>
                </a:cubicBezTo>
                <a:cubicBezTo>
                  <a:pt x="1435" y="815"/>
                  <a:pt x="1431" y="838"/>
                  <a:pt x="1427" y="861"/>
                </a:cubicBezTo>
                <a:cubicBezTo>
                  <a:pt x="1422" y="884"/>
                  <a:pt x="1416" y="907"/>
                  <a:pt x="1410" y="930"/>
                </a:cubicBezTo>
                <a:cubicBezTo>
                  <a:pt x="1403" y="952"/>
                  <a:pt x="1395" y="974"/>
                  <a:pt x="1386" y="996"/>
                </a:cubicBezTo>
                <a:cubicBezTo>
                  <a:pt x="1377" y="1018"/>
                  <a:pt x="1367" y="1039"/>
                  <a:pt x="1356" y="1060"/>
                </a:cubicBezTo>
                <a:cubicBezTo>
                  <a:pt x="1345" y="1081"/>
                  <a:pt x="1332" y="1101"/>
                  <a:pt x="1319" y="1120"/>
                </a:cubicBezTo>
                <a:cubicBezTo>
                  <a:pt x="1306" y="1140"/>
                  <a:pt x="1292" y="1159"/>
                  <a:pt x="1277" y="1177"/>
                </a:cubicBezTo>
                <a:cubicBezTo>
                  <a:pt x="1262" y="1195"/>
                  <a:pt x="1246" y="1213"/>
                  <a:pt x="1230" y="1230"/>
                </a:cubicBezTo>
                <a:cubicBezTo>
                  <a:pt x="1213" y="1246"/>
                  <a:pt x="1196" y="1262"/>
                  <a:pt x="1178" y="1277"/>
                </a:cubicBezTo>
                <a:cubicBezTo>
                  <a:pt x="1159" y="1292"/>
                  <a:pt x="1140" y="1306"/>
                  <a:pt x="1121" y="1319"/>
                </a:cubicBezTo>
                <a:cubicBezTo>
                  <a:pt x="1100" y="1332"/>
                  <a:pt x="1080" y="1344"/>
                  <a:pt x="1059" y="1355"/>
                </a:cubicBezTo>
                <a:cubicBezTo>
                  <a:pt x="1038" y="1366"/>
                  <a:pt x="1017" y="1377"/>
                  <a:pt x="995" y="1386"/>
                </a:cubicBezTo>
                <a:cubicBezTo>
                  <a:pt x="974" y="1395"/>
                  <a:pt x="951" y="1402"/>
                  <a:pt x="929" y="1409"/>
                </a:cubicBezTo>
                <a:cubicBezTo>
                  <a:pt x="906" y="1416"/>
                  <a:pt x="883" y="1422"/>
                  <a:pt x="860" y="1426"/>
                </a:cubicBezTo>
                <a:cubicBezTo>
                  <a:pt x="837" y="1431"/>
                  <a:pt x="814" y="1435"/>
                  <a:pt x="791" y="1437"/>
                </a:cubicBezTo>
                <a:cubicBezTo>
                  <a:pt x="767" y="1439"/>
                  <a:pt x="744" y="1440"/>
                  <a:pt x="720" y="1440"/>
                </a:cubicBezTo>
                <a:cubicBezTo>
                  <a:pt x="696" y="1440"/>
                  <a:pt x="673" y="1439"/>
                  <a:pt x="649" y="1437"/>
                </a:cubicBezTo>
                <a:cubicBezTo>
                  <a:pt x="626" y="1435"/>
                  <a:pt x="603" y="1431"/>
                  <a:pt x="580" y="1426"/>
                </a:cubicBezTo>
                <a:cubicBezTo>
                  <a:pt x="556" y="1422"/>
                  <a:pt x="534" y="1416"/>
                  <a:pt x="511" y="1409"/>
                </a:cubicBezTo>
                <a:cubicBezTo>
                  <a:pt x="489" y="1402"/>
                  <a:pt x="466" y="1395"/>
                  <a:pt x="445" y="1386"/>
                </a:cubicBezTo>
                <a:cubicBezTo>
                  <a:pt x="423" y="1377"/>
                  <a:pt x="402" y="1366"/>
                  <a:pt x="381" y="1355"/>
                </a:cubicBezTo>
                <a:cubicBezTo>
                  <a:pt x="360" y="1344"/>
                  <a:pt x="340" y="1332"/>
                  <a:pt x="320" y="1319"/>
                </a:cubicBezTo>
                <a:cubicBezTo>
                  <a:pt x="301" y="1306"/>
                  <a:pt x="282" y="1292"/>
                  <a:pt x="263" y="1277"/>
                </a:cubicBezTo>
                <a:cubicBezTo>
                  <a:pt x="245" y="1262"/>
                  <a:pt x="228" y="1246"/>
                  <a:pt x="211" y="1230"/>
                </a:cubicBezTo>
                <a:cubicBezTo>
                  <a:pt x="194" y="1213"/>
                  <a:pt x="179" y="1195"/>
                  <a:pt x="164" y="1177"/>
                </a:cubicBezTo>
                <a:cubicBezTo>
                  <a:pt x="149" y="1159"/>
                  <a:pt x="135" y="1140"/>
                  <a:pt x="122" y="1120"/>
                </a:cubicBezTo>
                <a:cubicBezTo>
                  <a:pt x="109" y="1101"/>
                  <a:pt x="96" y="1081"/>
                  <a:pt x="85" y="1060"/>
                </a:cubicBezTo>
                <a:cubicBezTo>
                  <a:pt x="74" y="1039"/>
                  <a:pt x="64" y="1018"/>
                  <a:pt x="55" y="996"/>
                </a:cubicBezTo>
                <a:cubicBezTo>
                  <a:pt x="46" y="974"/>
                  <a:pt x="38" y="952"/>
                  <a:pt x="31" y="930"/>
                </a:cubicBezTo>
                <a:cubicBezTo>
                  <a:pt x="25" y="907"/>
                  <a:pt x="19" y="884"/>
                  <a:pt x="14" y="861"/>
                </a:cubicBezTo>
                <a:cubicBezTo>
                  <a:pt x="10" y="838"/>
                  <a:pt x="6" y="815"/>
                  <a:pt x="4" y="791"/>
                </a:cubicBezTo>
                <a:cubicBezTo>
                  <a:pt x="2" y="768"/>
                  <a:pt x="0" y="744"/>
                  <a:pt x="0" y="721"/>
                </a:cubicBezTo>
                <a:cubicBezTo>
                  <a:pt x="0" y="697"/>
                  <a:pt x="2" y="674"/>
                  <a:pt x="4" y="650"/>
                </a:cubicBezTo>
                <a:cubicBezTo>
                  <a:pt x="6" y="627"/>
                  <a:pt x="10" y="603"/>
                  <a:pt x="14" y="580"/>
                </a:cubicBezTo>
                <a:cubicBezTo>
                  <a:pt x="19" y="557"/>
                  <a:pt x="25" y="534"/>
                  <a:pt x="31" y="512"/>
                </a:cubicBezTo>
                <a:cubicBezTo>
                  <a:pt x="38" y="489"/>
                  <a:pt x="46" y="467"/>
                  <a:pt x="55" y="445"/>
                </a:cubicBezTo>
                <a:cubicBezTo>
                  <a:pt x="64" y="424"/>
                  <a:pt x="74" y="402"/>
                  <a:pt x="85" y="381"/>
                </a:cubicBezTo>
                <a:cubicBezTo>
                  <a:pt x="96" y="361"/>
                  <a:pt x="109" y="340"/>
                  <a:pt x="122" y="321"/>
                </a:cubicBezTo>
                <a:cubicBezTo>
                  <a:pt x="135" y="301"/>
                  <a:pt x="149" y="282"/>
                  <a:pt x="164" y="264"/>
                </a:cubicBezTo>
                <a:cubicBezTo>
                  <a:pt x="179" y="246"/>
                  <a:pt x="194" y="229"/>
                  <a:pt x="211" y="212"/>
                </a:cubicBezTo>
                <a:cubicBezTo>
                  <a:pt x="228" y="195"/>
                  <a:pt x="245" y="179"/>
                  <a:pt x="263" y="164"/>
                </a:cubicBezTo>
                <a:cubicBezTo>
                  <a:pt x="282" y="149"/>
                  <a:pt x="301" y="135"/>
                  <a:pt x="320" y="122"/>
                </a:cubicBezTo>
                <a:cubicBezTo>
                  <a:pt x="340" y="109"/>
                  <a:pt x="360" y="97"/>
                  <a:pt x="381" y="85"/>
                </a:cubicBezTo>
                <a:cubicBezTo>
                  <a:pt x="402" y="74"/>
                  <a:pt x="423" y="64"/>
                  <a:pt x="445" y="55"/>
                </a:cubicBezTo>
                <a:cubicBezTo>
                  <a:pt x="466" y="46"/>
                  <a:pt x="489" y="38"/>
                  <a:pt x="511" y="31"/>
                </a:cubicBezTo>
                <a:cubicBezTo>
                  <a:pt x="534" y="24"/>
                  <a:pt x="556" y="19"/>
                  <a:pt x="580" y="14"/>
                </a:cubicBezTo>
                <a:cubicBezTo>
                  <a:pt x="603" y="9"/>
                  <a:pt x="626" y="6"/>
                  <a:pt x="649" y="4"/>
                </a:cubicBezTo>
                <a:cubicBezTo>
                  <a:pt x="673" y="1"/>
                  <a:pt x="696" y="0"/>
                  <a:pt x="720" y="0"/>
                </a:cubicBezTo>
                <a:cubicBezTo>
                  <a:pt x="744" y="0"/>
                  <a:pt x="767" y="1"/>
                  <a:pt x="791" y="4"/>
                </a:cubicBezTo>
                <a:cubicBezTo>
                  <a:pt x="814" y="6"/>
                  <a:pt x="837" y="9"/>
                  <a:pt x="860" y="14"/>
                </a:cubicBezTo>
                <a:cubicBezTo>
                  <a:pt x="883" y="19"/>
                  <a:pt x="906" y="24"/>
                  <a:pt x="929" y="31"/>
                </a:cubicBezTo>
                <a:cubicBezTo>
                  <a:pt x="951" y="38"/>
                  <a:pt x="974" y="46"/>
                  <a:pt x="995" y="55"/>
                </a:cubicBezTo>
                <a:cubicBezTo>
                  <a:pt x="1017" y="64"/>
                  <a:pt x="1038" y="74"/>
                  <a:pt x="1059" y="85"/>
                </a:cubicBezTo>
                <a:cubicBezTo>
                  <a:pt x="1080" y="97"/>
                  <a:pt x="1100" y="109"/>
                  <a:pt x="1121" y="122"/>
                </a:cubicBezTo>
                <a:cubicBezTo>
                  <a:pt x="1140" y="135"/>
                  <a:pt x="1159" y="149"/>
                  <a:pt x="1178" y="164"/>
                </a:cubicBezTo>
                <a:cubicBezTo>
                  <a:pt x="1196" y="179"/>
                  <a:pt x="1213" y="195"/>
                  <a:pt x="1230" y="212"/>
                </a:cubicBezTo>
                <a:cubicBezTo>
                  <a:pt x="1246" y="229"/>
                  <a:pt x="1262" y="246"/>
                  <a:pt x="1277" y="264"/>
                </a:cubicBezTo>
                <a:cubicBezTo>
                  <a:pt x="1292" y="282"/>
                  <a:pt x="1306" y="301"/>
                  <a:pt x="1319" y="321"/>
                </a:cubicBezTo>
                <a:cubicBezTo>
                  <a:pt x="1332" y="340"/>
                  <a:pt x="1345" y="361"/>
                  <a:pt x="1356" y="381"/>
                </a:cubicBezTo>
                <a:cubicBezTo>
                  <a:pt x="1367" y="402"/>
                  <a:pt x="1377" y="424"/>
                  <a:pt x="1386" y="445"/>
                </a:cubicBezTo>
                <a:cubicBezTo>
                  <a:pt x="1395" y="467"/>
                  <a:pt x="1403" y="489"/>
                  <a:pt x="1410" y="512"/>
                </a:cubicBezTo>
                <a:cubicBezTo>
                  <a:pt x="1416" y="534"/>
                  <a:pt x="1422" y="557"/>
                  <a:pt x="1427" y="580"/>
                </a:cubicBezTo>
                <a:cubicBezTo>
                  <a:pt x="1431" y="603"/>
                  <a:pt x="1435" y="627"/>
                  <a:pt x="1437" y="650"/>
                </a:cubicBezTo>
                <a:cubicBezTo>
                  <a:pt x="1439" y="674"/>
                  <a:pt x="1441" y="697"/>
                  <a:pt x="1441" y="721"/>
                </a:cubicBezTo>
                <a:close/>
              </a:path>
            </a:pathLst>
          </a:custGeom>
          <a:solidFill>
            <a:srgbClr val="1E40A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11" name="任意多邊形 1210"/>
          <p:cNvSpPr/>
          <p:nvPr/>
        </p:nvSpPr>
        <p:spPr>
          <a:xfrm>
            <a:off x="6075000" y="2297880"/>
            <a:ext cx="518760" cy="518400"/>
          </a:xfrm>
          <a:custGeom>
            <a:avLst/>
            <a:gdLst/>
            <a:ahLst/>
            <a:cxnLst/>
            <a:rect l="0" t="0" r="r" b="b"/>
            <a:pathLst>
              <a:path w="1441" h="1440" fill="none">
                <a:moveTo>
                  <a:pt x="1441" y="721"/>
                </a:moveTo>
                <a:cubicBezTo>
                  <a:pt x="1441" y="744"/>
                  <a:pt x="1439" y="768"/>
                  <a:pt x="1437" y="791"/>
                </a:cubicBezTo>
                <a:cubicBezTo>
                  <a:pt x="1435" y="815"/>
                  <a:pt x="1431" y="838"/>
                  <a:pt x="1427" y="861"/>
                </a:cubicBezTo>
                <a:cubicBezTo>
                  <a:pt x="1422" y="884"/>
                  <a:pt x="1416" y="907"/>
                  <a:pt x="1410" y="930"/>
                </a:cubicBezTo>
                <a:cubicBezTo>
                  <a:pt x="1403" y="952"/>
                  <a:pt x="1395" y="974"/>
                  <a:pt x="1386" y="996"/>
                </a:cubicBezTo>
                <a:cubicBezTo>
                  <a:pt x="1377" y="1018"/>
                  <a:pt x="1367" y="1039"/>
                  <a:pt x="1356" y="1060"/>
                </a:cubicBezTo>
                <a:cubicBezTo>
                  <a:pt x="1345" y="1081"/>
                  <a:pt x="1332" y="1101"/>
                  <a:pt x="1319" y="1120"/>
                </a:cubicBezTo>
                <a:cubicBezTo>
                  <a:pt x="1306" y="1140"/>
                  <a:pt x="1292" y="1159"/>
                  <a:pt x="1277" y="1177"/>
                </a:cubicBezTo>
                <a:cubicBezTo>
                  <a:pt x="1262" y="1195"/>
                  <a:pt x="1246" y="1213"/>
                  <a:pt x="1230" y="1230"/>
                </a:cubicBezTo>
                <a:cubicBezTo>
                  <a:pt x="1213" y="1246"/>
                  <a:pt x="1196" y="1262"/>
                  <a:pt x="1178" y="1277"/>
                </a:cubicBezTo>
                <a:cubicBezTo>
                  <a:pt x="1159" y="1292"/>
                  <a:pt x="1140" y="1306"/>
                  <a:pt x="1121" y="1319"/>
                </a:cubicBezTo>
                <a:cubicBezTo>
                  <a:pt x="1100" y="1332"/>
                  <a:pt x="1080" y="1344"/>
                  <a:pt x="1059" y="1355"/>
                </a:cubicBezTo>
                <a:cubicBezTo>
                  <a:pt x="1038" y="1366"/>
                  <a:pt x="1017" y="1377"/>
                  <a:pt x="995" y="1386"/>
                </a:cubicBezTo>
                <a:cubicBezTo>
                  <a:pt x="974" y="1395"/>
                  <a:pt x="951" y="1402"/>
                  <a:pt x="929" y="1409"/>
                </a:cubicBezTo>
                <a:cubicBezTo>
                  <a:pt x="906" y="1416"/>
                  <a:pt x="883" y="1422"/>
                  <a:pt x="860" y="1426"/>
                </a:cubicBezTo>
                <a:cubicBezTo>
                  <a:pt x="837" y="1431"/>
                  <a:pt x="814" y="1435"/>
                  <a:pt x="791" y="1437"/>
                </a:cubicBezTo>
                <a:cubicBezTo>
                  <a:pt x="767" y="1439"/>
                  <a:pt x="744" y="1440"/>
                  <a:pt x="720" y="1440"/>
                </a:cubicBezTo>
                <a:cubicBezTo>
                  <a:pt x="696" y="1440"/>
                  <a:pt x="673" y="1439"/>
                  <a:pt x="649" y="1437"/>
                </a:cubicBezTo>
                <a:cubicBezTo>
                  <a:pt x="626" y="1435"/>
                  <a:pt x="603" y="1431"/>
                  <a:pt x="580" y="1426"/>
                </a:cubicBezTo>
                <a:cubicBezTo>
                  <a:pt x="556" y="1422"/>
                  <a:pt x="534" y="1416"/>
                  <a:pt x="511" y="1409"/>
                </a:cubicBezTo>
                <a:cubicBezTo>
                  <a:pt x="489" y="1402"/>
                  <a:pt x="466" y="1395"/>
                  <a:pt x="445" y="1386"/>
                </a:cubicBezTo>
                <a:cubicBezTo>
                  <a:pt x="423" y="1377"/>
                  <a:pt x="402" y="1366"/>
                  <a:pt x="381" y="1355"/>
                </a:cubicBezTo>
                <a:cubicBezTo>
                  <a:pt x="360" y="1344"/>
                  <a:pt x="340" y="1332"/>
                  <a:pt x="320" y="1319"/>
                </a:cubicBezTo>
                <a:cubicBezTo>
                  <a:pt x="301" y="1306"/>
                  <a:pt x="282" y="1292"/>
                  <a:pt x="263" y="1277"/>
                </a:cubicBezTo>
                <a:cubicBezTo>
                  <a:pt x="245" y="1262"/>
                  <a:pt x="228" y="1246"/>
                  <a:pt x="211" y="1230"/>
                </a:cubicBezTo>
                <a:cubicBezTo>
                  <a:pt x="194" y="1213"/>
                  <a:pt x="179" y="1195"/>
                  <a:pt x="164" y="1177"/>
                </a:cubicBezTo>
                <a:cubicBezTo>
                  <a:pt x="149" y="1159"/>
                  <a:pt x="135" y="1140"/>
                  <a:pt x="122" y="1120"/>
                </a:cubicBezTo>
                <a:cubicBezTo>
                  <a:pt x="109" y="1101"/>
                  <a:pt x="96" y="1081"/>
                  <a:pt x="85" y="1060"/>
                </a:cubicBezTo>
                <a:cubicBezTo>
                  <a:pt x="74" y="1039"/>
                  <a:pt x="64" y="1018"/>
                  <a:pt x="55" y="996"/>
                </a:cubicBezTo>
                <a:cubicBezTo>
                  <a:pt x="46" y="974"/>
                  <a:pt x="38" y="952"/>
                  <a:pt x="31" y="930"/>
                </a:cubicBezTo>
                <a:cubicBezTo>
                  <a:pt x="25" y="907"/>
                  <a:pt x="19" y="884"/>
                  <a:pt x="14" y="861"/>
                </a:cubicBezTo>
                <a:cubicBezTo>
                  <a:pt x="10" y="838"/>
                  <a:pt x="6" y="815"/>
                  <a:pt x="4" y="791"/>
                </a:cubicBezTo>
                <a:cubicBezTo>
                  <a:pt x="2" y="768"/>
                  <a:pt x="0" y="744"/>
                  <a:pt x="0" y="721"/>
                </a:cubicBezTo>
                <a:cubicBezTo>
                  <a:pt x="0" y="697"/>
                  <a:pt x="2" y="674"/>
                  <a:pt x="4" y="650"/>
                </a:cubicBezTo>
                <a:cubicBezTo>
                  <a:pt x="6" y="627"/>
                  <a:pt x="10" y="603"/>
                  <a:pt x="14" y="580"/>
                </a:cubicBezTo>
                <a:cubicBezTo>
                  <a:pt x="19" y="557"/>
                  <a:pt x="25" y="534"/>
                  <a:pt x="31" y="512"/>
                </a:cubicBezTo>
                <a:cubicBezTo>
                  <a:pt x="38" y="489"/>
                  <a:pt x="46" y="467"/>
                  <a:pt x="55" y="445"/>
                </a:cubicBezTo>
                <a:cubicBezTo>
                  <a:pt x="64" y="424"/>
                  <a:pt x="74" y="402"/>
                  <a:pt x="85" y="381"/>
                </a:cubicBezTo>
                <a:cubicBezTo>
                  <a:pt x="96" y="361"/>
                  <a:pt x="109" y="340"/>
                  <a:pt x="122" y="321"/>
                </a:cubicBezTo>
                <a:cubicBezTo>
                  <a:pt x="135" y="301"/>
                  <a:pt x="149" y="282"/>
                  <a:pt x="164" y="264"/>
                </a:cubicBezTo>
                <a:cubicBezTo>
                  <a:pt x="179" y="246"/>
                  <a:pt x="194" y="229"/>
                  <a:pt x="211" y="212"/>
                </a:cubicBezTo>
                <a:cubicBezTo>
                  <a:pt x="228" y="195"/>
                  <a:pt x="245" y="179"/>
                  <a:pt x="263" y="164"/>
                </a:cubicBezTo>
                <a:cubicBezTo>
                  <a:pt x="282" y="149"/>
                  <a:pt x="301" y="135"/>
                  <a:pt x="320" y="122"/>
                </a:cubicBezTo>
                <a:cubicBezTo>
                  <a:pt x="340" y="109"/>
                  <a:pt x="360" y="97"/>
                  <a:pt x="381" y="85"/>
                </a:cubicBezTo>
                <a:cubicBezTo>
                  <a:pt x="402" y="74"/>
                  <a:pt x="423" y="64"/>
                  <a:pt x="445" y="55"/>
                </a:cubicBezTo>
                <a:cubicBezTo>
                  <a:pt x="466" y="46"/>
                  <a:pt x="489" y="38"/>
                  <a:pt x="511" y="31"/>
                </a:cubicBezTo>
                <a:cubicBezTo>
                  <a:pt x="534" y="24"/>
                  <a:pt x="556" y="19"/>
                  <a:pt x="580" y="14"/>
                </a:cubicBezTo>
                <a:cubicBezTo>
                  <a:pt x="603" y="9"/>
                  <a:pt x="626" y="6"/>
                  <a:pt x="649" y="4"/>
                </a:cubicBezTo>
                <a:cubicBezTo>
                  <a:pt x="673" y="1"/>
                  <a:pt x="696" y="0"/>
                  <a:pt x="720" y="0"/>
                </a:cubicBezTo>
                <a:cubicBezTo>
                  <a:pt x="744" y="0"/>
                  <a:pt x="767" y="1"/>
                  <a:pt x="791" y="4"/>
                </a:cubicBezTo>
                <a:cubicBezTo>
                  <a:pt x="814" y="6"/>
                  <a:pt x="837" y="9"/>
                  <a:pt x="860" y="14"/>
                </a:cubicBezTo>
                <a:cubicBezTo>
                  <a:pt x="883" y="19"/>
                  <a:pt x="906" y="24"/>
                  <a:pt x="929" y="31"/>
                </a:cubicBezTo>
                <a:cubicBezTo>
                  <a:pt x="951" y="38"/>
                  <a:pt x="974" y="46"/>
                  <a:pt x="995" y="55"/>
                </a:cubicBezTo>
                <a:cubicBezTo>
                  <a:pt x="1017" y="64"/>
                  <a:pt x="1038" y="74"/>
                  <a:pt x="1059" y="85"/>
                </a:cubicBezTo>
                <a:cubicBezTo>
                  <a:pt x="1080" y="97"/>
                  <a:pt x="1100" y="109"/>
                  <a:pt x="1121" y="122"/>
                </a:cubicBezTo>
                <a:cubicBezTo>
                  <a:pt x="1140" y="135"/>
                  <a:pt x="1159" y="149"/>
                  <a:pt x="1178" y="164"/>
                </a:cubicBezTo>
                <a:cubicBezTo>
                  <a:pt x="1196" y="179"/>
                  <a:pt x="1213" y="195"/>
                  <a:pt x="1230" y="212"/>
                </a:cubicBezTo>
                <a:cubicBezTo>
                  <a:pt x="1246" y="229"/>
                  <a:pt x="1262" y="246"/>
                  <a:pt x="1277" y="264"/>
                </a:cubicBezTo>
                <a:cubicBezTo>
                  <a:pt x="1292" y="282"/>
                  <a:pt x="1306" y="301"/>
                  <a:pt x="1319" y="321"/>
                </a:cubicBezTo>
                <a:cubicBezTo>
                  <a:pt x="1332" y="340"/>
                  <a:pt x="1345" y="361"/>
                  <a:pt x="1356" y="381"/>
                </a:cubicBezTo>
                <a:cubicBezTo>
                  <a:pt x="1367" y="402"/>
                  <a:pt x="1377" y="424"/>
                  <a:pt x="1386" y="445"/>
                </a:cubicBezTo>
                <a:cubicBezTo>
                  <a:pt x="1395" y="467"/>
                  <a:pt x="1403" y="489"/>
                  <a:pt x="1410" y="512"/>
                </a:cubicBezTo>
                <a:cubicBezTo>
                  <a:pt x="1416" y="534"/>
                  <a:pt x="1422" y="557"/>
                  <a:pt x="1427" y="580"/>
                </a:cubicBezTo>
                <a:cubicBezTo>
                  <a:pt x="1431" y="603"/>
                  <a:pt x="1435" y="627"/>
                  <a:pt x="1437" y="650"/>
                </a:cubicBezTo>
                <a:cubicBezTo>
                  <a:pt x="1439" y="674"/>
                  <a:pt x="1441" y="697"/>
                  <a:pt x="1441" y="721"/>
                </a:cubicBezTo>
              </a:path>
            </a:pathLst>
          </a:custGeom>
          <a:ln w="16560">
            <a:solidFill>
              <a:srgbClr val="FFFFFF"/>
            </a:solidFill>
            <a:miter/>
          </a:ln>
        </p:spPr>
        <p:txBody>
          <a:bodyPr lIns="8280" tIns="8280" rIns="8280" bIns="82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212" name="圖片 1211"/>
          <p:cNvPicPr/>
          <p:nvPr/>
        </p:nvPicPr>
        <p:blipFill>
          <a:blip r:embed="rId13"/>
          <a:stretch>
            <a:fillRect/>
          </a:stretch>
        </p:blipFill>
        <p:spPr>
          <a:xfrm>
            <a:off x="6250680" y="247356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3" name="圖片 1212"/>
          <p:cNvPicPr/>
          <p:nvPr/>
        </p:nvPicPr>
        <p:blipFill>
          <a:blip r:embed="rId2"/>
          <a:stretch>
            <a:fillRect/>
          </a:stretch>
        </p:blipFill>
        <p:spPr>
          <a:xfrm>
            <a:off x="5014080" y="1821600"/>
            <a:ext cx="334080" cy="33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4" name="圖片 1213"/>
          <p:cNvPicPr/>
          <p:nvPr/>
        </p:nvPicPr>
        <p:blipFill>
          <a:blip r:embed="rId14"/>
          <a:stretch>
            <a:fillRect/>
          </a:stretch>
        </p:blipFill>
        <p:spPr>
          <a:xfrm>
            <a:off x="5105880" y="1913760"/>
            <a:ext cx="15012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5" name="任意多邊形 1214"/>
          <p:cNvSpPr/>
          <p:nvPr/>
        </p:nvSpPr>
        <p:spPr>
          <a:xfrm>
            <a:off x="7362000" y="2013840"/>
            <a:ext cx="2791440" cy="2724480"/>
          </a:xfrm>
          <a:custGeom>
            <a:avLst/>
            <a:gdLst/>
            <a:ahLst/>
            <a:cxnLst/>
            <a:rect l="0" t="0" r="r" b="b"/>
            <a:pathLst>
              <a:path w="7754" h="7568">
                <a:moveTo>
                  <a:pt x="0" y="7220"/>
                </a:moveTo>
                <a:lnTo>
                  <a:pt x="0" y="348"/>
                </a:lnTo>
                <a:cubicBezTo>
                  <a:pt x="0" y="302"/>
                  <a:pt x="9" y="257"/>
                  <a:pt x="27" y="215"/>
                </a:cubicBezTo>
                <a:cubicBezTo>
                  <a:pt x="44" y="172"/>
                  <a:pt x="70" y="134"/>
                  <a:pt x="102" y="102"/>
                </a:cubicBezTo>
                <a:cubicBezTo>
                  <a:pt x="135" y="69"/>
                  <a:pt x="172" y="44"/>
                  <a:pt x="215" y="26"/>
                </a:cubicBezTo>
                <a:cubicBezTo>
                  <a:pt x="258" y="9"/>
                  <a:pt x="302" y="0"/>
                  <a:pt x="348" y="0"/>
                </a:cubicBezTo>
                <a:lnTo>
                  <a:pt x="7406" y="0"/>
                </a:lnTo>
                <a:cubicBezTo>
                  <a:pt x="7452" y="0"/>
                  <a:pt x="7497" y="9"/>
                  <a:pt x="7539" y="26"/>
                </a:cubicBezTo>
                <a:cubicBezTo>
                  <a:pt x="7582" y="44"/>
                  <a:pt x="7620" y="69"/>
                  <a:pt x="7652" y="102"/>
                </a:cubicBezTo>
                <a:cubicBezTo>
                  <a:pt x="7685" y="134"/>
                  <a:pt x="7710" y="172"/>
                  <a:pt x="7728" y="215"/>
                </a:cubicBezTo>
                <a:cubicBezTo>
                  <a:pt x="7746" y="257"/>
                  <a:pt x="7754" y="302"/>
                  <a:pt x="7754" y="348"/>
                </a:cubicBezTo>
                <a:lnTo>
                  <a:pt x="7754" y="7220"/>
                </a:lnTo>
                <a:cubicBezTo>
                  <a:pt x="7754" y="7266"/>
                  <a:pt x="7746" y="7311"/>
                  <a:pt x="7728" y="7353"/>
                </a:cubicBezTo>
                <a:cubicBezTo>
                  <a:pt x="7710" y="7396"/>
                  <a:pt x="7685" y="7434"/>
                  <a:pt x="7652" y="7466"/>
                </a:cubicBezTo>
                <a:cubicBezTo>
                  <a:pt x="7620" y="7499"/>
                  <a:pt x="7582" y="7524"/>
                  <a:pt x="7539" y="7542"/>
                </a:cubicBezTo>
                <a:cubicBezTo>
                  <a:pt x="7497" y="7559"/>
                  <a:pt x="7452" y="7568"/>
                  <a:pt x="7406" y="7568"/>
                </a:cubicBezTo>
                <a:lnTo>
                  <a:pt x="348" y="7568"/>
                </a:lnTo>
                <a:cubicBezTo>
                  <a:pt x="302" y="7568"/>
                  <a:pt x="258" y="7559"/>
                  <a:pt x="215" y="7542"/>
                </a:cubicBezTo>
                <a:cubicBezTo>
                  <a:pt x="172" y="7524"/>
                  <a:pt x="135" y="7499"/>
                  <a:pt x="102" y="7466"/>
                </a:cubicBezTo>
                <a:cubicBezTo>
                  <a:pt x="70" y="7434"/>
                  <a:pt x="44" y="7396"/>
                  <a:pt x="27" y="7353"/>
                </a:cubicBezTo>
                <a:cubicBezTo>
                  <a:pt x="9" y="7311"/>
                  <a:pt x="0" y="7266"/>
                  <a:pt x="0" y="7220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16" name="任意多邊形 1215"/>
          <p:cNvSpPr/>
          <p:nvPr/>
        </p:nvSpPr>
        <p:spPr>
          <a:xfrm>
            <a:off x="7362000" y="2013840"/>
            <a:ext cx="2791440" cy="2724480"/>
          </a:xfrm>
          <a:custGeom>
            <a:avLst/>
            <a:gdLst/>
            <a:ahLst/>
            <a:cxnLst/>
            <a:rect l="0" t="0" r="r" b="b"/>
            <a:pathLst>
              <a:path w="7754" h="7568">
                <a:moveTo>
                  <a:pt x="0" y="7220"/>
                </a:moveTo>
                <a:lnTo>
                  <a:pt x="0" y="348"/>
                </a:lnTo>
                <a:cubicBezTo>
                  <a:pt x="0" y="302"/>
                  <a:pt x="9" y="257"/>
                  <a:pt x="27" y="215"/>
                </a:cubicBezTo>
                <a:cubicBezTo>
                  <a:pt x="44" y="172"/>
                  <a:pt x="70" y="134"/>
                  <a:pt x="102" y="102"/>
                </a:cubicBezTo>
                <a:cubicBezTo>
                  <a:pt x="135" y="69"/>
                  <a:pt x="172" y="44"/>
                  <a:pt x="215" y="26"/>
                </a:cubicBezTo>
                <a:cubicBezTo>
                  <a:pt x="258" y="9"/>
                  <a:pt x="302" y="0"/>
                  <a:pt x="348" y="0"/>
                </a:cubicBezTo>
                <a:lnTo>
                  <a:pt x="7406" y="0"/>
                </a:lnTo>
                <a:cubicBezTo>
                  <a:pt x="7452" y="0"/>
                  <a:pt x="7497" y="9"/>
                  <a:pt x="7539" y="26"/>
                </a:cubicBezTo>
                <a:cubicBezTo>
                  <a:pt x="7582" y="44"/>
                  <a:pt x="7620" y="69"/>
                  <a:pt x="7652" y="102"/>
                </a:cubicBezTo>
                <a:cubicBezTo>
                  <a:pt x="7685" y="134"/>
                  <a:pt x="7710" y="172"/>
                  <a:pt x="7728" y="215"/>
                </a:cubicBezTo>
                <a:cubicBezTo>
                  <a:pt x="7746" y="257"/>
                  <a:pt x="7754" y="302"/>
                  <a:pt x="7754" y="348"/>
                </a:cubicBezTo>
                <a:lnTo>
                  <a:pt x="7754" y="7220"/>
                </a:lnTo>
                <a:cubicBezTo>
                  <a:pt x="7754" y="7266"/>
                  <a:pt x="7746" y="7311"/>
                  <a:pt x="7728" y="7353"/>
                </a:cubicBezTo>
                <a:cubicBezTo>
                  <a:pt x="7710" y="7396"/>
                  <a:pt x="7685" y="7434"/>
                  <a:pt x="7652" y="7466"/>
                </a:cubicBezTo>
                <a:cubicBezTo>
                  <a:pt x="7620" y="7499"/>
                  <a:pt x="7582" y="7524"/>
                  <a:pt x="7539" y="7542"/>
                </a:cubicBezTo>
                <a:cubicBezTo>
                  <a:pt x="7497" y="7559"/>
                  <a:pt x="7452" y="7568"/>
                  <a:pt x="7406" y="7568"/>
                </a:cubicBezTo>
                <a:lnTo>
                  <a:pt x="348" y="7568"/>
                </a:lnTo>
                <a:cubicBezTo>
                  <a:pt x="302" y="7568"/>
                  <a:pt x="258" y="7559"/>
                  <a:pt x="215" y="7542"/>
                </a:cubicBezTo>
                <a:cubicBezTo>
                  <a:pt x="172" y="7524"/>
                  <a:pt x="135" y="7499"/>
                  <a:pt x="102" y="7466"/>
                </a:cubicBezTo>
                <a:cubicBezTo>
                  <a:pt x="70" y="7434"/>
                  <a:pt x="44" y="7396"/>
                  <a:pt x="27" y="7353"/>
                </a:cubicBezTo>
                <a:cubicBezTo>
                  <a:pt x="9" y="7311"/>
                  <a:pt x="0" y="7266"/>
                  <a:pt x="0" y="7220"/>
                </a:cubicBezTo>
                <a:moveTo>
                  <a:pt x="23" y="348"/>
                </a:moveTo>
                <a:lnTo>
                  <a:pt x="23" y="7220"/>
                </a:lnTo>
                <a:cubicBezTo>
                  <a:pt x="23" y="7241"/>
                  <a:pt x="25" y="7263"/>
                  <a:pt x="30" y="7284"/>
                </a:cubicBezTo>
                <a:cubicBezTo>
                  <a:pt x="34" y="7304"/>
                  <a:pt x="40" y="7325"/>
                  <a:pt x="48" y="7344"/>
                </a:cubicBezTo>
                <a:cubicBezTo>
                  <a:pt x="56" y="7364"/>
                  <a:pt x="66" y="7383"/>
                  <a:pt x="78" y="7401"/>
                </a:cubicBezTo>
                <a:cubicBezTo>
                  <a:pt x="90" y="7418"/>
                  <a:pt x="104" y="7435"/>
                  <a:pt x="119" y="7450"/>
                </a:cubicBezTo>
                <a:cubicBezTo>
                  <a:pt x="134" y="7465"/>
                  <a:pt x="150" y="7478"/>
                  <a:pt x="168" y="7490"/>
                </a:cubicBezTo>
                <a:cubicBezTo>
                  <a:pt x="186" y="7502"/>
                  <a:pt x="204" y="7512"/>
                  <a:pt x="224" y="7520"/>
                </a:cubicBezTo>
                <a:cubicBezTo>
                  <a:pt x="244" y="7529"/>
                  <a:pt x="264" y="7535"/>
                  <a:pt x="285" y="7539"/>
                </a:cubicBezTo>
                <a:cubicBezTo>
                  <a:pt x="306" y="7543"/>
                  <a:pt x="327" y="7545"/>
                  <a:pt x="348" y="7545"/>
                </a:cubicBezTo>
                <a:lnTo>
                  <a:pt x="7406" y="7545"/>
                </a:lnTo>
                <a:cubicBezTo>
                  <a:pt x="7428" y="7545"/>
                  <a:pt x="7449" y="7543"/>
                  <a:pt x="7470" y="7539"/>
                </a:cubicBezTo>
                <a:cubicBezTo>
                  <a:pt x="7490" y="7535"/>
                  <a:pt x="7511" y="7529"/>
                  <a:pt x="7531" y="7520"/>
                </a:cubicBezTo>
                <a:cubicBezTo>
                  <a:pt x="7550" y="7512"/>
                  <a:pt x="7569" y="7502"/>
                  <a:pt x="7587" y="7490"/>
                </a:cubicBezTo>
                <a:cubicBezTo>
                  <a:pt x="7604" y="7478"/>
                  <a:pt x="7621" y="7465"/>
                  <a:pt x="7636" y="7450"/>
                </a:cubicBezTo>
                <a:cubicBezTo>
                  <a:pt x="7651" y="7435"/>
                  <a:pt x="7665" y="7418"/>
                  <a:pt x="7676" y="7401"/>
                </a:cubicBezTo>
                <a:cubicBezTo>
                  <a:pt x="7688" y="7383"/>
                  <a:pt x="7698" y="7364"/>
                  <a:pt x="7706" y="7344"/>
                </a:cubicBezTo>
                <a:cubicBezTo>
                  <a:pt x="7715" y="7325"/>
                  <a:pt x="7721" y="7304"/>
                  <a:pt x="7725" y="7284"/>
                </a:cubicBezTo>
                <a:cubicBezTo>
                  <a:pt x="7729" y="7263"/>
                  <a:pt x="7731" y="7241"/>
                  <a:pt x="7731" y="7220"/>
                </a:cubicBezTo>
                <a:lnTo>
                  <a:pt x="7731" y="348"/>
                </a:lnTo>
                <a:cubicBezTo>
                  <a:pt x="7731" y="327"/>
                  <a:pt x="7729" y="306"/>
                  <a:pt x="7725" y="285"/>
                </a:cubicBezTo>
                <a:cubicBezTo>
                  <a:pt x="7721" y="264"/>
                  <a:pt x="7715" y="243"/>
                  <a:pt x="7706" y="224"/>
                </a:cubicBezTo>
                <a:cubicBezTo>
                  <a:pt x="7698" y="204"/>
                  <a:pt x="7688" y="185"/>
                  <a:pt x="7676" y="167"/>
                </a:cubicBezTo>
                <a:cubicBezTo>
                  <a:pt x="7665" y="150"/>
                  <a:pt x="7651" y="133"/>
                  <a:pt x="7636" y="118"/>
                </a:cubicBezTo>
                <a:cubicBezTo>
                  <a:pt x="7621" y="103"/>
                  <a:pt x="7604" y="90"/>
                  <a:pt x="7587" y="78"/>
                </a:cubicBezTo>
                <a:cubicBezTo>
                  <a:pt x="7569" y="66"/>
                  <a:pt x="7550" y="56"/>
                  <a:pt x="7531" y="48"/>
                </a:cubicBezTo>
                <a:cubicBezTo>
                  <a:pt x="7511" y="40"/>
                  <a:pt x="7490" y="33"/>
                  <a:pt x="7470" y="29"/>
                </a:cubicBezTo>
                <a:cubicBezTo>
                  <a:pt x="7449" y="25"/>
                  <a:pt x="7428" y="23"/>
                  <a:pt x="7406" y="23"/>
                </a:cubicBezTo>
                <a:lnTo>
                  <a:pt x="348" y="23"/>
                </a:lnTo>
                <a:cubicBezTo>
                  <a:pt x="327" y="23"/>
                  <a:pt x="306" y="25"/>
                  <a:pt x="285" y="29"/>
                </a:cubicBezTo>
                <a:cubicBezTo>
                  <a:pt x="264" y="33"/>
                  <a:pt x="244" y="40"/>
                  <a:pt x="224" y="48"/>
                </a:cubicBezTo>
                <a:cubicBezTo>
                  <a:pt x="204" y="56"/>
                  <a:pt x="186" y="66"/>
                  <a:pt x="168" y="78"/>
                </a:cubicBezTo>
                <a:cubicBezTo>
                  <a:pt x="150" y="90"/>
                  <a:pt x="134" y="103"/>
                  <a:pt x="119" y="118"/>
                </a:cubicBezTo>
                <a:cubicBezTo>
                  <a:pt x="104" y="133"/>
                  <a:pt x="90" y="150"/>
                  <a:pt x="78" y="167"/>
                </a:cubicBezTo>
                <a:cubicBezTo>
                  <a:pt x="66" y="185"/>
                  <a:pt x="56" y="204"/>
                  <a:pt x="48" y="224"/>
                </a:cubicBezTo>
                <a:cubicBezTo>
                  <a:pt x="40" y="243"/>
                  <a:pt x="34" y="264"/>
                  <a:pt x="30" y="285"/>
                </a:cubicBezTo>
                <a:cubicBezTo>
                  <a:pt x="25" y="306"/>
                  <a:pt x="23" y="327"/>
                  <a:pt x="23" y="348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217" name="圖片 1216"/>
          <p:cNvPicPr/>
          <p:nvPr/>
        </p:nvPicPr>
        <p:blipFill>
          <a:blip r:embed="rId7"/>
          <a:stretch>
            <a:fillRect/>
          </a:stretch>
        </p:blipFill>
        <p:spPr>
          <a:xfrm>
            <a:off x="7504200" y="308376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8" name="文字框 1217"/>
          <p:cNvSpPr txBox="1"/>
          <p:nvPr/>
        </p:nvSpPr>
        <p:spPr>
          <a:xfrm>
            <a:off x="4094640" y="4609440"/>
            <a:ext cx="24148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础设施项目的结算工具，以降低交易成本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19" name="文字框 1218"/>
          <p:cNvSpPr txBox="1"/>
          <p:nvPr/>
        </p:nvSpPr>
        <p:spPr>
          <a:xfrm>
            <a:off x="7704720" y="307656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20" name="文字框 1219"/>
          <p:cNvSpPr txBox="1"/>
          <p:nvPr/>
        </p:nvSpPr>
        <p:spPr>
          <a:xfrm>
            <a:off x="7747200" y="3071880"/>
            <a:ext cx="21466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对于在内地和香港均有业务的跨国公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21" name="文字框 1220"/>
          <p:cNvSpPr txBox="1"/>
          <p:nvPr/>
        </p:nvSpPr>
        <p:spPr>
          <a:xfrm>
            <a:off x="7504200" y="3272400"/>
            <a:ext cx="6714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司，可通过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22" name="文字框 1221"/>
          <p:cNvSpPr txBox="1"/>
          <p:nvPr/>
        </p:nvSpPr>
        <p:spPr>
          <a:xfrm>
            <a:off x="8172720" y="3277080"/>
            <a:ext cx="4075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e-CNY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23" name="文字框 1222"/>
          <p:cNvSpPr txBox="1"/>
          <p:nvPr/>
        </p:nvSpPr>
        <p:spPr>
          <a:xfrm>
            <a:off x="8578440" y="3272400"/>
            <a:ext cx="13417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和稳定币的结合优化资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224" name="圖片 1223"/>
          <p:cNvPicPr/>
          <p:nvPr/>
        </p:nvPicPr>
        <p:blipFill>
          <a:blip r:embed="rId7"/>
          <a:stretch>
            <a:fillRect/>
          </a:stretch>
        </p:blipFill>
        <p:spPr>
          <a:xfrm>
            <a:off x="7504200" y="375228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5" name="文字框 1224"/>
          <p:cNvSpPr txBox="1"/>
          <p:nvPr/>
        </p:nvSpPr>
        <p:spPr>
          <a:xfrm>
            <a:off x="7504200" y="3472920"/>
            <a:ext cx="403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金管理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26" name="文字框 1225"/>
          <p:cNvSpPr txBox="1"/>
          <p:nvPr/>
        </p:nvSpPr>
        <p:spPr>
          <a:xfrm>
            <a:off x="7704720" y="374508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27" name="文字框 1226"/>
          <p:cNvSpPr txBox="1"/>
          <p:nvPr/>
        </p:nvSpPr>
        <p:spPr>
          <a:xfrm>
            <a:off x="7747200" y="3740400"/>
            <a:ext cx="268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通过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28" name="文字框 1227"/>
          <p:cNvSpPr txBox="1"/>
          <p:nvPr/>
        </p:nvSpPr>
        <p:spPr>
          <a:xfrm>
            <a:off x="8014680" y="3745080"/>
            <a:ext cx="5684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mBridge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29" name="文字框 1228"/>
          <p:cNvSpPr txBox="1"/>
          <p:nvPr/>
        </p:nvSpPr>
        <p:spPr>
          <a:xfrm>
            <a:off x="8580960" y="3740400"/>
            <a:ext cx="13417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等未来平台，企业可以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230" name="圖片 1229"/>
          <p:cNvPicPr/>
          <p:nvPr/>
        </p:nvPicPr>
        <p:blipFill>
          <a:blip r:embed="rId7"/>
          <a:stretch>
            <a:fillRect/>
          </a:stretch>
        </p:blipFill>
        <p:spPr>
          <a:xfrm>
            <a:off x="7504200" y="422028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1" name="文字框 1230"/>
          <p:cNvSpPr txBox="1"/>
          <p:nvPr/>
        </p:nvSpPr>
        <p:spPr>
          <a:xfrm>
            <a:off x="7504200" y="3940920"/>
            <a:ext cx="22806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实现不同法币数字货币之间的即时兑换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32" name="文字框 1231"/>
          <p:cNvSpPr txBox="1"/>
          <p:nvPr/>
        </p:nvSpPr>
        <p:spPr>
          <a:xfrm>
            <a:off x="7704720" y="421308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33" name="文字框 1232"/>
          <p:cNvSpPr txBox="1"/>
          <p:nvPr/>
        </p:nvSpPr>
        <p:spPr>
          <a:xfrm>
            <a:off x="7747200" y="4208400"/>
            <a:ext cx="21466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降低汇兑成本和风险，提高跨境资金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34" name="任意多邊形 1233"/>
          <p:cNvSpPr/>
          <p:nvPr/>
        </p:nvSpPr>
        <p:spPr>
          <a:xfrm>
            <a:off x="7512480" y="2297880"/>
            <a:ext cx="518400" cy="518400"/>
          </a:xfrm>
          <a:custGeom>
            <a:avLst/>
            <a:gdLst/>
            <a:ahLst/>
            <a:cxnLst/>
            <a:rect l="0" t="0" r="r" b="b"/>
            <a:pathLst>
              <a:path w="1440" h="1440">
                <a:moveTo>
                  <a:pt x="1440" y="721"/>
                </a:moveTo>
                <a:cubicBezTo>
                  <a:pt x="1440" y="744"/>
                  <a:pt x="1439" y="768"/>
                  <a:pt x="1436" y="791"/>
                </a:cubicBezTo>
                <a:cubicBezTo>
                  <a:pt x="1433" y="815"/>
                  <a:pt x="1430" y="838"/>
                  <a:pt x="1425" y="861"/>
                </a:cubicBezTo>
                <a:cubicBezTo>
                  <a:pt x="1421" y="884"/>
                  <a:pt x="1415" y="907"/>
                  <a:pt x="1408" y="930"/>
                </a:cubicBezTo>
                <a:cubicBezTo>
                  <a:pt x="1401" y="952"/>
                  <a:pt x="1393" y="974"/>
                  <a:pt x="1384" y="996"/>
                </a:cubicBezTo>
                <a:cubicBezTo>
                  <a:pt x="1375" y="1018"/>
                  <a:pt x="1365" y="1039"/>
                  <a:pt x="1354" y="1060"/>
                </a:cubicBezTo>
                <a:cubicBezTo>
                  <a:pt x="1343" y="1081"/>
                  <a:pt x="1331" y="1101"/>
                  <a:pt x="1318" y="1120"/>
                </a:cubicBezTo>
                <a:cubicBezTo>
                  <a:pt x="1305" y="1140"/>
                  <a:pt x="1291" y="1159"/>
                  <a:pt x="1276" y="1177"/>
                </a:cubicBezTo>
                <a:cubicBezTo>
                  <a:pt x="1261" y="1195"/>
                  <a:pt x="1245" y="1213"/>
                  <a:pt x="1228" y="1230"/>
                </a:cubicBezTo>
                <a:cubicBezTo>
                  <a:pt x="1212" y="1246"/>
                  <a:pt x="1194" y="1262"/>
                  <a:pt x="1176" y="1277"/>
                </a:cubicBezTo>
                <a:cubicBezTo>
                  <a:pt x="1158" y="1292"/>
                  <a:pt x="1139" y="1306"/>
                  <a:pt x="1119" y="1319"/>
                </a:cubicBezTo>
                <a:cubicBezTo>
                  <a:pt x="1100" y="1332"/>
                  <a:pt x="1080" y="1344"/>
                  <a:pt x="1059" y="1355"/>
                </a:cubicBezTo>
                <a:cubicBezTo>
                  <a:pt x="1038" y="1366"/>
                  <a:pt x="1017" y="1377"/>
                  <a:pt x="995" y="1386"/>
                </a:cubicBezTo>
                <a:cubicBezTo>
                  <a:pt x="973" y="1395"/>
                  <a:pt x="951" y="1402"/>
                  <a:pt x="929" y="1409"/>
                </a:cubicBezTo>
                <a:cubicBezTo>
                  <a:pt x="906" y="1416"/>
                  <a:pt x="883" y="1422"/>
                  <a:pt x="860" y="1426"/>
                </a:cubicBezTo>
                <a:cubicBezTo>
                  <a:pt x="837" y="1431"/>
                  <a:pt x="814" y="1435"/>
                  <a:pt x="790" y="1437"/>
                </a:cubicBezTo>
                <a:cubicBezTo>
                  <a:pt x="767" y="1439"/>
                  <a:pt x="743" y="1440"/>
                  <a:pt x="720" y="1440"/>
                </a:cubicBezTo>
                <a:cubicBezTo>
                  <a:pt x="696" y="1440"/>
                  <a:pt x="673" y="1439"/>
                  <a:pt x="649" y="1437"/>
                </a:cubicBezTo>
                <a:cubicBezTo>
                  <a:pt x="626" y="1435"/>
                  <a:pt x="602" y="1431"/>
                  <a:pt x="579" y="1426"/>
                </a:cubicBezTo>
                <a:cubicBezTo>
                  <a:pt x="556" y="1422"/>
                  <a:pt x="533" y="1416"/>
                  <a:pt x="511" y="1409"/>
                </a:cubicBezTo>
                <a:cubicBezTo>
                  <a:pt x="488" y="1402"/>
                  <a:pt x="466" y="1395"/>
                  <a:pt x="444" y="1386"/>
                </a:cubicBezTo>
                <a:cubicBezTo>
                  <a:pt x="422" y="1377"/>
                  <a:pt x="401" y="1366"/>
                  <a:pt x="380" y="1355"/>
                </a:cubicBezTo>
                <a:cubicBezTo>
                  <a:pt x="360" y="1344"/>
                  <a:pt x="339" y="1332"/>
                  <a:pt x="320" y="1319"/>
                </a:cubicBezTo>
                <a:cubicBezTo>
                  <a:pt x="300" y="1306"/>
                  <a:pt x="281" y="1292"/>
                  <a:pt x="263" y="1277"/>
                </a:cubicBezTo>
                <a:cubicBezTo>
                  <a:pt x="245" y="1262"/>
                  <a:pt x="227" y="1246"/>
                  <a:pt x="211" y="1230"/>
                </a:cubicBezTo>
                <a:cubicBezTo>
                  <a:pt x="194" y="1213"/>
                  <a:pt x="178" y="1195"/>
                  <a:pt x="163" y="1177"/>
                </a:cubicBezTo>
                <a:cubicBezTo>
                  <a:pt x="148" y="1159"/>
                  <a:pt x="134" y="1140"/>
                  <a:pt x="121" y="1120"/>
                </a:cubicBezTo>
                <a:cubicBezTo>
                  <a:pt x="108" y="1101"/>
                  <a:pt x="96" y="1081"/>
                  <a:pt x="85" y="1060"/>
                </a:cubicBezTo>
                <a:cubicBezTo>
                  <a:pt x="74" y="1039"/>
                  <a:pt x="64" y="1018"/>
                  <a:pt x="55" y="996"/>
                </a:cubicBezTo>
                <a:cubicBezTo>
                  <a:pt x="46" y="974"/>
                  <a:pt x="38" y="952"/>
                  <a:pt x="31" y="930"/>
                </a:cubicBezTo>
                <a:cubicBezTo>
                  <a:pt x="24" y="907"/>
                  <a:pt x="18" y="884"/>
                  <a:pt x="14" y="861"/>
                </a:cubicBezTo>
                <a:cubicBezTo>
                  <a:pt x="9" y="838"/>
                  <a:pt x="6" y="815"/>
                  <a:pt x="4" y="791"/>
                </a:cubicBezTo>
                <a:cubicBezTo>
                  <a:pt x="1" y="768"/>
                  <a:pt x="0" y="744"/>
                  <a:pt x="0" y="721"/>
                </a:cubicBezTo>
                <a:cubicBezTo>
                  <a:pt x="0" y="697"/>
                  <a:pt x="1" y="674"/>
                  <a:pt x="4" y="650"/>
                </a:cubicBezTo>
                <a:cubicBezTo>
                  <a:pt x="6" y="627"/>
                  <a:pt x="9" y="603"/>
                  <a:pt x="14" y="580"/>
                </a:cubicBezTo>
                <a:cubicBezTo>
                  <a:pt x="18" y="557"/>
                  <a:pt x="24" y="534"/>
                  <a:pt x="31" y="512"/>
                </a:cubicBezTo>
                <a:cubicBezTo>
                  <a:pt x="38" y="489"/>
                  <a:pt x="46" y="467"/>
                  <a:pt x="55" y="445"/>
                </a:cubicBezTo>
                <a:cubicBezTo>
                  <a:pt x="64" y="424"/>
                  <a:pt x="74" y="402"/>
                  <a:pt x="85" y="381"/>
                </a:cubicBezTo>
                <a:cubicBezTo>
                  <a:pt x="96" y="361"/>
                  <a:pt x="108" y="340"/>
                  <a:pt x="121" y="321"/>
                </a:cubicBezTo>
                <a:cubicBezTo>
                  <a:pt x="134" y="301"/>
                  <a:pt x="148" y="282"/>
                  <a:pt x="163" y="264"/>
                </a:cubicBezTo>
                <a:cubicBezTo>
                  <a:pt x="178" y="246"/>
                  <a:pt x="194" y="229"/>
                  <a:pt x="211" y="212"/>
                </a:cubicBezTo>
                <a:cubicBezTo>
                  <a:pt x="227" y="195"/>
                  <a:pt x="245" y="179"/>
                  <a:pt x="263" y="164"/>
                </a:cubicBezTo>
                <a:cubicBezTo>
                  <a:pt x="281" y="149"/>
                  <a:pt x="300" y="135"/>
                  <a:pt x="320" y="122"/>
                </a:cubicBezTo>
                <a:cubicBezTo>
                  <a:pt x="339" y="109"/>
                  <a:pt x="360" y="97"/>
                  <a:pt x="380" y="85"/>
                </a:cubicBezTo>
                <a:cubicBezTo>
                  <a:pt x="401" y="74"/>
                  <a:pt x="422" y="64"/>
                  <a:pt x="444" y="55"/>
                </a:cubicBezTo>
                <a:cubicBezTo>
                  <a:pt x="466" y="46"/>
                  <a:pt x="488" y="38"/>
                  <a:pt x="511" y="31"/>
                </a:cubicBezTo>
                <a:cubicBezTo>
                  <a:pt x="533" y="24"/>
                  <a:pt x="556" y="19"/>
                  <a:pt x="579" y="14"/>
                </a:cubicBezTo>
                <a:cubicBezTo>
                  <a:pt x="602" y="9"/>
                  <a:pt x="626" y="6"/>
                  <a:pt x="649" y="4"/>
                </a:cubicBezTo>
                <a:cubicBezTo>
                  <a:pt x="673" y="1"/>
                  <a:pt x="696" y="0"/>
                  <a:pt x="720" y="0"/>
                </a:cubicBezTo>
                <a:cubicBezTo>
                  <a:pt x="743" y="0"/>
                  <a:pt x="767" y="1"/>
                  <a:pt x="790" y="4"/>
                </a:cubicBezTo>
                <a:cubicBezTo>
                  <a:pt x="814" y="6"/>
                  <a:pt x="837" y="9"/>
                  <a:pt x="860" y="14"/>
                </a:cubicBezTo>
                <a:cubicBezTo>
                  <a:pt x="883" y="19"/>
                  <a:pt x="906" y="24"/>
                  <a:pt x="929" y="31"/>
                </a:cubicBezTo>
                <a:cubicBezTo>
                  <a:pt x="951" y="38"/>
                  <a:pt x="973" y="46"/>
                  <a:pt x="995" y="55"/>
                </a:cubicBezTo>
                <a:cubicBezTo>
                  <a:pt x="1017" y="64"/>
                  <a:pt x="1038" y="74"/>
                  <a:pt x="1059" y="85"/>
                </a:cubicBezTo>
                <a:cubicBezTo>
                  <a:pt x="1080" y="97"/>
                  <a:pt x="1100" y="109"/>
                  <a:pt x="1119" y="122"/>
                </a:cubicBezTo>
                <a:cubicBezTo>
                  <a:pt x="1139" y="135"/>
                  <a:pt x="1158" y="149"/>
                  <a:pt x="1176" y="164"/>
                </a:cubicBezTo>
                <a:cubicBezTo>
                  <a:pt x="1194" y="179"/>
                  <a:pt x="1212" y="195"/>
                  <a:pt x="1228" y="212"/>
                </a:cubicBezTo>
                <a:cubicBezTo>
                  <a:pt x="1245" y="229"/>
                  <a:pt x="1261" y="246"/>
                  <a:pt x="1276" y="264"/>
                </a:cubicBezTo>
                <a:cubicBezTo>
                  <a:pt x="1291" y="282"/>
                  <a:pt x="1305" y="301"/>
                  <a:pt x="1318" y="321"/>
                </a:cubicBezTo>
                <a:cubicBezTo>
                  <a:pt x="1331" y="340"/>
                  <a:pt x="1343" y="361"/>
                  <a:pt x="1354" y="381"/>
                </a:cubicBezTo>
                <a:cubicBezTo>
                  <a:pt x="1365" y="402"/>
                  <a:pt x="1375" y="424"/>
                  <a:pt x="1384" y="445"/>
                </a:cubicBezTo>
                <a:cubicBezTo>
                  <a:pt x="1393" y="467"/>
                  <a:pt x="1401" y="489"/>
                  <a:pt x="1408" y="512"/>
                </a:cubicBezTo>
                <a:cubicBezTo>
                  <a:pt x="1415" y="534"/>
                  <a:pt x="1421" y="557"/>
                  <a:pt x="1425" y="580"/>
                </a:cubicBezTo>
                <a:cubicBezTo>
                  <a:pt x="1430" y="603"/>
                  <a:pt x="1433" y="627"/>
                  <a:pt x="1436" y="650"/>
                </a:cubicBezTo>
                <a:cubicBezTo>
                  <a:pt x="1439" y="674"/>
                  <a:pt x="1440" y="697"/>
                  <a:pt x="1440" y="721"/>
                </a:cubicBezTo>
                <a:close/>
              </a:path>
            </a:pathLst>
          </a:custGeom>
          <a:solidFill>
            <a:srgbClr val="1E40A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35" name="任意多邊形 1234"/>
          <p:cNvSpPr/>
          <p:nvPr/>
        </p:nvSpPr>
        <p:spPr>
          <a:xfrm>
            <a:off x="7512480" y="2297880"/>
            <a:ext cx="518400" cy="518400"/>
          </a:xfrm>
          <a:custGeom>
            <a:avLst/>
            <a:gdLst/>
            <a:ahLst/>
            <a:cxnLst/>
            <a:rect l="0" t="0" r="r" b="b"/>
            <a:pathLst>
              <a:path w="1440" h="1440" fill="none">
                <a:moveTo>
                  <a:pt x="1440" y="721"/>
                </a:moveTo>
                <a:cubicBezTo>
                  <a:pt x="1440" y="744"/>
                  <a:pt x="1439" y="768"/>
                  <a:pt x="1436" y="791"/>
                </a:cubicBezTo>
                <a:cubicBezTo>
                  <a:pt x="1433" y="815"/>
                  <a:pt x="1430" y="838"/>
                  <a:pt x="1425" y="861"/>
                </a:cubicBezTo>
                <a:cubicBezTo>
                  <a:pt x="1421" y="884"/>
                  <a:pt x="1415" y="907"/>
                  <a:pt x="1408" y="930"/>
                </a:cubicBezTo>
                <a:cubicBezTo>
                  <a:pt x="1401" y="952"/>
                  <a:pt x="1393" y="974"/>
                  <a:pt x="1384" y="996"/>
                </a:cubicBezTo>
                <a:cubicBezTo>
                  <a:pt x="1375" y="1018"/>
                  <a:pt x="1365" y="1039"/>
                  <a:pt x="1354" y="1060"/>
                </a:cubicBezTo>
                <a:cubicBezTo>
                  <a:pt x="1343" y="1081"/>
                  <a:pt x="1331" y="1101"/>
                  <a:pt x="1318" y="1120"/>
                </a:cubicBezTo>
                <a:cubicBezTo>
                  <a:pt x="1305" y="1140"/>
                  <a:pt x="1291" y="1159"/>
                  <a:pt x="1276" y="1177"/>
                </a:cubicBezTo>
                <a:cubicBezTo>
                  <a:pt x="1261" y="1195"/>
                  <a:pt x="1245" y="1213"/>
                  <a:pt x="1228" y="1230"/>
                </a:cubicBezTo>
                <a:cubicBezTo>
                  <a:pt x="1212" y="1246"/>
                  <a:pt x="1194" y="1262"/>
                  <a:pt x="1176" y="1277"/>
                </a:cubicBezTo>
                <a:cubicBezTo>
                  <a:pt x="1158" y="1292"/>
                  <a:pt x="1139" y="1306"/>
                  <a:pt x="1119" y="1319"/>
                </a:cubicBezTo>
                <a:cubicBezTo>
                  <a:pt x="1100" y="1332"/>
                  <a:pt x="1080" y="1344"/>
                  <a:pt x="1059" y="1355"/>
                </a:cubicBezTo>
                <a:cubicBezTo>
                  <a:pt x="1038" y="1366"/>
                  <a:pt x="1017" y="1377"/>
                  <a:pt x="995" y="1386"/>
                </a:cubicBezTo>
                <a:cubicBezTo>
                  <a:pt x="973" y="1395"/>
                  <a:pt x="951" y="1402"/>
                  <a:pt x="929" y="1409"/>
                </a:cubicBezTo>
                <a:cubicBezTo>
                  <a:pt x="906" y="1416"/>
                  <a:pt x="883" y="1422"/>
                  <a:pt x="860" y="1426"/>
                </a:cubicBezTo>
                <a:cubicBezTo>
                  <a:pt x="837" y="1431"/>
                  <a:pt x="814" y="1435"/>
                  <a:pt x="790" y="1437"/>
                </a:cubicBezTo>
                <a:cubicBezTo>
                  <a:pt x="767" y="1439"/>
                  <a:pt x="743" y="1440"/>
                  <a:pt x="720" y="1440"/>
                </a:cubicBezTo>
                <a:cubicBezTo>
                  <a:pt x="696" y="1440"/>
                  <a:pt x="673" y="1439"/>
                  <a:pt x="649" y="1437"/>
                </a:cubicBezTo>
                <a:cubicBezTo>
                  <a:pt x="626" y="1435"/>
                  <a:pt x="602" y="1431"/>
                  <a:pt x="579" y="1426"/>
                </a:cubicBezTo>
                <a:cubicBezTo>
                  <a:pt x="556" y="1422"/>
                  <a:pt x="533" y="1416"/>
                  <a:pt x="511" y="1409"/>
                </a:cubicBezTo>
                <a:cubicBezTo>
                  <a:pt x="488" y="1402"/>
                  <a:pt x="466" y="1395"/>
                  <a:pt x="444" y="1386"/>
                </a:cubicBezTo>
                <a:cubicBezTo>
                  <a:pt x="422" y="1377"/>
                  <a:pt x="401" y="1366"/>
                  <a:pt x="380" y="1355"/>
                </a:cubicBezTo>
                <a:cubicBezTo>
                  <a:pt x="360" y="1344"/>
                  <a:pt x="339" y="1332"/>
                  <a:pt x="320" y="1319"/>
                </a:cubicBezTo>
                <a:cubicBezTo>
                  <a:pt x="300" y="1306"/>
                  <a:pt x="281" y="1292"/>
                  <a:pt x="263" y="1277"/>
                </a:cubicBezTo>
                <a:cubicBezTo>
                  <a:pt x="245" y="1262"/>
                  <a:pt x="227" y="1246"/>
                  <a:pt x="211" y="1230"/>
                </a:cubicBezTo>
                <a:cubicBezTo>
                  <a:pt x="194" y="1213"/>
                  <a:pt x="178" y="1195"/>
                  <a:pt x="163" y="1177"/>
                </a:cubicBezTo>
                <a:cubicBezTo>
                  <a:pt x="148" y="1159"/>
                  <a:pt x="134" y="1140"/>
                  <a:pt x="121" y="1120"/>
                </a:cubicBezTo>
                <a:cubicBezTo>
                  <a:pt x="108" y="1101"/>
                  <a:pt x="96" y="1081"/>
                  <a:pt x="85" y="1060"/>
                </a:cubicBezTo>
                <a:cubicBezTo>
                  <a:pt x="74" y="1039"/>
                  <a:pt x="64" y="1018"/>
                  <a:pt x="55" y="996"/>
                </a:cubicBezTo>
                <a:cubicBezTo>
                  <a:pt x="46" y="974"/>
                  <a:pt x="38" y="952"/>
                  <a:pt x="31" y="930"/>
                </a:cubicBezTo>
                <a:cubicBezTo>
                  <a:pt x="24" y="907"/>
                  <a:pt x="18" y="884"/>
                  <a:pt x="14" y="861"/>
                </a:cubicBezTo>
                <a:cubicBezTo>
                  <a:pt x="9" y="838"/>
                  <a:pt x="6" y="815"/>
                  <a:pt x="4" y="791"/>
                </a:cubicBezTo>
                <a:cubicBezTo>
                  <a:pt x="1" y="768"/>
                  <a:pt x="0" y="744"/>
                  <a:pt x="0" y="721"/>
                </a:cubicBezTo>
                <a:cubicBezTo>
                  <a:pt x="0" y="697"/>
                  <a:pt x="1" y="674"/>
                  <a:pt x="4" y="650"/>
                </a:cubicBezTo>
                <a:cubicBezTo>
                  <a:pt x="6" y="627"/>
                  <a:pt x="9" y="603"/>
                  <a:pt x="14" y="580"/>
                </a:cubicBezTo>
                <a:cubicBezTo>
                  <a:pt x="18" y="557"/>
                  <a:pt x="24" y="534"/>
                  <a:pt x="31" y="512"/>
                </a:cubicBezTo>
                <a:cubicBezTo>
                  <a:pt x="38" y="489"/>
                  <a:pt x="46" y="467"/>
                  <a:pt x="55" y="445"/>
                </a:cubicBezTo>
                <a:cubicBezTo>
                  <a:pt x="64" y="424"/>
                  <a:pt x="74" y="402"/>
                  <a:pt x="85" y="381"/>
                </a:cubicBezTo>
                <a:cubicBezTo>
                  <a:pt x="96" y="361"/>
                  <a:pt x="108" y="340"/>
                  <a:pt x="121" y="321"/>
                </a:cubicBezTo>
                <a:cubicBezTo>
                  <a:pt x="134" y="301"/>
                  <a:pt x="148" y="282"/>
                  <a:pt x="163" y="264"/>
                </a:cubicBezTo>
                <a:cubicBezTo>
                  <a:pt x="178" y="246"/>
                  <a:pt x="194" y="229"/>
                  <a:pt x="211" y="212"/>
                </a:cubicBezTo>
                <a:cubicBezTo>
                  <a:pt x="227" y="195"/>
                  <a:pt x="245" y="179"/>
                  <a:pt x="263" y="164"/>
                </a:cubicBezTo>
                <a:cubicBezTo>
                  <a:pt x="281" y="149"/>
                  <a:pt x="300" y="135"/>
                  <a:pt x="320" y="122"/>
                </a:cubicBezTo>
                <a:cubicBezTo>
                  <a:pt x="339" y="109"/>
                  <a:pt x="360" y="97"/>
                  <a:pt x="380" y="85"/>
                </a:cubicBezTo>
                <a:cubicBezTo>
                  <a:pt x="401" y="74"/>
                  <a:pt x="422" y="64"/>
                  <a:pt x="444" y="55"/>
                </a:cubicBezTo>
                <a:cubicBezTo>
                  <a:pt x="466" y="46"/>
                  <a:pt x="488" y="38"/>
                  <a:pt x="511" y="31"/>
                </a:cubicBezTo>
                <a:cubicBezTo>
                  <a:pt x="533" y="24"/>
                  <a:pt x="556" y="19"/>
                  <a:pt x="579" y="14"/>
                </a:cubicBezTo>
                <a:cubicBezTo>
                  <a:pt x="602" y="9"/>
                  <a:pt x="626" y="6"/>
                  <a:pt x="649" y="4"/>
                </a:cubicBezTo>
                <a:cubicBezTo>
                  <a:pt x="673" y="1"/>
                  <a:pt x="696" y="0"/>
                  <a:pt x="720" y="0"/>
                </a:cubicBezTo>
                <a:cubicBezTo>
                  <a:pt x="743" y="0"/>
                  <a:pt x="767" y="1"/>
                  <a:pt x="790" y="4"/>
                </a:cubicBezTo>
                <a:cubicBezTo>
                  <a:pt x="814" y="6"/>
                  <a:pt x="837" y="9"/>
                  <a:pt x="860" y="14"/>
                </a:cubicBezTo>
                <a:cubicBezTo>
                  <a:pt x="883" y="19"/>
                  <a:pt x="906" y="24"/>
                  <a:pt x="929" y="31"/>
                </a:cubicBezTo>
                <a:cubicBezTo>
                  <a:pt x="951" y="38"/>
                  <a:pt x="973" y="46"/>
                  <a:pt x="995" y="55"/>
                </a:cubicBezTo>
                <a:cubicBezTo>
                  <a:pt x="1017" y="64"/>
                  <a:pt x="1038" y="74"/>
                  <a:pt x="1059" y="85"/>
                </a:cubicBezTo>
                <a:cubicBezTo>
                  <a:pt x="1080" y="97"/>
                  <a:pt x="1100" y="109"/>
                  <a:pt x="1119" y="122"/>
                </a:cubicBezTo>
                <a:cubicBezTo>
                  <a:pt x="1139" y="135"/>
                  <a:pt x="1158" y="149"/>
                  <a:pt x="1176" y="164"/>
                </a:cubicBezTo>
                <a:cubicBezTo>
                  <a:pt x="1194" y="179"/>
                  <a:pt x="1212" y="195"/>
                  <a:pt x="1228" y="212"/>
                </a:cubicBezTo>
                <a:cubicBezTo>
                  <a:pt x="1245" y="229"/>
                  <a:pt x="1261" y="246"/>
                  <a:pt x="1276" y="264"/>
                </a:cubicBezTo>
                <a:cubicBezTo>
                  <a:pt x="1291" y="282"/>
                  <a:pt x="1305" y="301"/>
                  <a:pt x="1318" y="321"/>
                </a:cubicBezTo>
                <a:cubicBezTo>
                  <a:pt x="1331" y="340"/>
                  <a:pt x="1343" y="361"/>
                  <a:pt x="1354" y="381"/>
                </a:cubicBezTo>
                <a:cubicBezTo>
                  <a:pt x="1365" y="402"/>
                  <a:pt x="1375" y="424"/>
                  <a:pt x="1384" y="445"/>
                </a:cubicBezTo>
                <a:cubicBezTo>
                  <a:pt x="1393" y="467"/>
                  <a:pt x="1401" y="489"/>
                  <a:pt x="1408" y="512"/>
                </a:cubicBezTo>
                <a:cubicBezTo>
                  <a:pt x="1415" y="534"/>
                  <a:pt x="1421" y="557"/>
                  <a:pt x="1425" y="580"/>
                </a:cubicBezTo>
                <a:cubicBezTo>
                  <a:pt x="1430" y="603"/>
                  <a:pt x="1433" y="627"/>
                  <a:pt x="1436" y="650"/>
                </a:cubicBezTo>
                <a:cubicBezTo>
                  <a:pt x="1439" y="674"/>
                  <a:pt x="1440" y="697"/>
                  <a:pt x="1440" y="721"/>
                </a:cubicBezTo>
              </a:path>
            </a:pathLst>
          </a:custGeom>
          <a:ln w="16560">
            <a:solidFill>
              <a:srgbClr val="FFFFFF"/>
            </a:solidFill>
            <a:miter/>
          </a:ln>
        </p:spPr>
        <p:txBody>
          <a:bodyPr lIns="8280" tIns="8280" rIns="8280" bIns="82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36" name="任意多邊形 1235"/>
          <p:cNvSpPr/>
          <p:nvPr/>
        </p:nvSpPr>
        <p:spPr>
          <a:xfrm>
            <a:off x="8005680" y="2557080"/>
            <a:ext cx="668880" cy="16920"/>
          </a:xfrm>
          <a:custGeom>
            <a:avLst/>
            <a:gdLst/>
            <a:ahLst/>
            <a:cxnLst/>
            <a:rect l="0" t="0" r="r" b="b"/>
            <a:pathLst>
              <a:path w="1858" h="47">
                <a:moveTo>
                  <a:pt x="0" y="0"/>
                </a:moveTo>
                <a:lnTo>
                  <a:pt x="1858" y="0"/>
                </a:lnTo>
                <a:lnTo>
                  <a:pt x="1858" y="47"/>
                </a:lnTo>
                <a:lnTo>
                  <a:pt x="0" y="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37" name="任意多邊形 1236"/>
          <p:cNvSpPr/>
          <p:nvPr/>
        </p:nvSpPr>
        <p:spPr>
          <a:xfrm>
            <a:off x="8607240" y="2523600"/>
            <a:ext cx="67320" cy="83880"/>
          </a:xfrm>
          <a:custGeom>
            <a:avLst/>
            <a:gdLst/>
            <a:ahLst/>
            <a:cxnLst/>
            <a:rect l="0" t="0" r="r" b="b"/>
            <a:pathLst>
              <a:path w="187" h="233">
                <a:moveTo>
                  <a:pt x="0" y="0"/>
                </a:moveTo>
                <a:lnTo>
                  <a:pt x="0" y="233"/>
                </a:lnTo>
                <a:lnTo>
                  <a:pt x="187" y="117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38" name="任意多邊形 1237"/>
          <p:cNvSpPr/>
          <p:nvPr/>
        </p:nvSpPr>
        <p:spPr>
          <a:xfrm>
            <a:off x="9484560" y="2297880"/>
            <a:ext cx="518760" cy="518400"/>
          </a:xfrm>
          <a:custGeom>
            <a:avLst/>
            <a:gdLst/>
            <a:ahLst/>
            <a:cxnLst/>
            <a:rect l="0" t="0" r="r" b="b"/>
            <a:pathLst>
              <a:path w="1441" h="1440">
                <a:moveTo>
                  <a:pt x="1441" y="721"/>
                </a:moveTo>
                <a:cubicBezTo>
                  <a:pt x="1441" y="744"/>
                  <a:pt x="1439" y="768"/>
                  <a:pt x="1437" y="791"/>
                </a:cubicBezTo>
                <a:cubicBezTo>
                  <a:pt x="1435" y="815"/>
                  <a:pt x="1431" y="838"/>
                  <a:pt x="1427" y="861"/>
                </a:cubicBezTo>
                <a:cubicBezTo>
                  <a:pt x="1422" y="884"/>
                  <a:pt x="1416" y="907"/>
                  <a:pt x="1410" y="930"/>
                </a:cubicBezTo>
                <a:cubicBezTo>
                  <a:pt x="1403" y="952"/>
                  <a:pt x="1395" y="974"/>
                  <a:pt x="1386" y="996"/>
                </a:cubicBezTo>
                <a:cubicBezTo>
                  <a:pt x="1377" y="1018"/>
                  <a:pt x="1367" y="1039"/>
                  <a:pt x="1356" y="1060"/>
                </a:cubicBezTo>
                <a:cubicBezTo>
                  <a:pt x="1344" y="1081"/>
                  <a:pt x="1332" y="1101"/>
                  <a:pt x="1319" y="1120"/>
                </a:cubicBezTo>
                <a:cubicBezTo>
                  <a:pt x="1306" y="1140"/>
                  <a:pt x="1292" y="1159"/>
                  <a:pt x="1277" y="1177"/>
                </a:cubicBezTo>
                <a:cubicBezTo>
                  <a:pt x="1262" y="1195"/>
                  <a:pt x="1246" y="1213"/>
                  <a:pt x="1230" y="1230"/>
                </a:cubicBezTo>
                <a:cubicBezTo>
                  <a:pt x="1213" y="1246"/>
                  <a:pt x="1196" y="1262"/>
                  <a:pt x="1177" y="1277"/>
                </a:cubicBezTo>
                <a:cubicBezTo>
                  <a:pt x="1159" y="1292"/>
                  <a:pt x="1140" y="1306"/>
                  <a:pt x="1121" y="1319"/>
                </a:cubicBezTo>
                <a:cubicBezTo>
                  <a:pt x="1101" y="1332"/>
                  <a:pt x="1081" y="1344"/>
                  <a:pt x="1060" y="1355"/>
                </a:cubicBezTo>
                <a:cubicBezTo>
                  <a:pt x="1039" y="1366"/>
                  <a:pt x="1018" y="1377"/>
                  <a:pt x="996" y="1386"/>
                </a:cubicBezTo>
                <a:cubicBezTo>
                  <a:pt x="975" y="1395"/>
                  <a:pt x="952" y="1402"/>
                  <a:pt x="930" y="1409"/>
                </a:cubicBezTo>
                <a:cubicBezTo>
                  <a:pt x="907" y="1416"/>
                  <a:pt x="884" y="1422"/>
                  <a:pt x="861" y="1426"/>
                </a:cubicBezTo>
                <a:cubicBezTo>
                  <a:pt x="838" y="1431"/>
                  <a:pt x="815" y="1435"/>
                  <a:pt x="791" y="1437"/>
                </a:cubicBezTo>
                <a:cubicBezTo>
                  <a:pt x="768" y="1439"/>
                  <a:pt x="744" y="1440"/>
                  <a:pt x="721" y="1440"/>
                </a:cubicBezTo>
                <a:cubicBezTo>
                  <a:pt x="697" y="1440"/>
                  <a:pt x="674" y="1439"/>
                  <a:pt x="650" y="1437"/>
                </a:cubicBezTo>
                <a:cubicBezTo>
                  <a:pt x="627" y="1435"/>
                  <a:pt x="604" y="1431"/>
                  <a:pt x="581" y="1426"/>
                </a:cubicBezTo>
                <a:cubicBezTo>
                  <a:pt x="557" y="1422"/>
                  <a:pt x="535" y="1416"/>
                  <a:pt x="512" y="1409"/>
                </a:cubicBezTo>
                <a:cubicBezTo>
                  <a:pt x="489" y="1402"/>
                  <a:pt x="467" y="1395"/>
                  <a:pt x="446" y="1386"/>
                </a:cubicBezTo>
                <a:cubicBezTo>
                  <a:pt x="424" y="1377"/>
                  <a:pt x="402" y="1366"/>
                  <a:pt x="382" y="1355"/>
                </a:cubicBezTo>
                <a:cubicBezTo>
                  <a:pt x="361" y="1344"/>
                  <a:pt x="341" y="1332"/>
                  <a:pt x="321" y="1319"/>
                </a:cubicBezTo>
                <a:cubicBezTo>
                  <a:pt x="302" y="1306"/>
                  <a:pt x="283" y="1292"/>
                  <a:pt x="263" y="1277"/>
                </a:cubicBezTo>
                <a:cubicBezTo>
                  <a:pt x="245" y="1262"/>
                  <a:pt x="228" y="1246"/>
                  <a:pt x="211" y="1230"/>
                </a:cubicBezTo>
                <a:cubicBezTo>
                  <a:pt x="194" y="1213"/>
                  <a:pt x="179" y="1195"/>
                  <a:pt x="164" y="1177"/>
                </a:cubicBezTo>
                <a:cubicBezTo>
                  <a:pt x="149" y="1159"/>
                  <a:pt x="135" y="1140"/>
                  <a:pt x="122" y="1120"/>
                </a:cubicBezTo>
                <a:cubicBezTo>
                  <a:pt x="108" y="1101"/>
                  <a:pt x="96" y="1081"/>
                  <a:pt x="85" y="1060"/>
                </a:cubicBezTo>
                <a:cubicBezTo>
                  <a:pt x="74" y="1039"/>
                  <a:pt x="64" y="1018"/>
                  <a:pt x="55" y="996"/>
                </a:cubicBezTo>
                <a:cubicBezTo>
                  <a:pt x="46" y="974"/>
                  <a:pt x="38" y="952"/>
                  <a:pt x="31" y="930"/>
                </a:cubicBezTo>
                <a:cubicBezTo>
                  <a:pt x="24" y="907"/>
                  <a:pt x="19" y="884"/>
                  <a:pt x="14" y="861"/>
                </a:cubicBezTo>
                <a:cubicBezTo>
                  <a:pt x="10" y="838"/>
                  <a:pt x="6" y="815"/>
                  <a:pt x="4" y="791"/>
                </a:cubicBezTo>
                <a:cubicBezTo>
                  <a:pt x="1" y="768"/>
                  <a:pt x="0" y="744"/>
                  <a:pt x="0" y="721"/>
                </a:cubicBezTo>
                <a:cubicBezTo>
                  <a:pt x="0" y="697"/>
                  <a:pt x="1" y="674"/>
                  <a:pt x="4" y="650"/>
                </a:cubicBezTo>
                <a:cubicBezTo>
                  <a:pt x="6" y="627"/>
                  <a:pt x="10" y="603"/>
                  <a:pt x="14" y="580"/>
                </a:cubicBezTo>
                <a:cubicBezTo>
                  <a:pt x="19" y="557"/>
                  <a:pt x="24" y="534"/>
                  <a:pt x="31" y="512"/>
                </a:cubicBezTo>
                <a:cubicBezTo>
                  <a:pt x="38" y="489"/>
                  <a:pt x="46" y="467"/>
                  <a:pt x="55" y="445"/>
                </a:cubicBezTo>
                <a:cubicBezTo>
                  <a:pt x="64" y="424"/>
                  <a:pt x="74" y="402"/>
                  <a:pt x="85" y="381"/>
                </a:cubicBezTo>
                <a:cubicBezTo>
                  <a:pt x="96" y="361"/>
                  <a:pt x="108" y="340"/>
                  <a:pt x="122" y="321"/>
                </a:cubicBezTo>
                <a:cubicBezTo>
                  <a:pt x="135" y="301"/>
                  <a:pt x="149" y="282"/>
                  <a:pt x="164" y="264"/>
                </a:cubicBezTo>
                <a:cubicBezTo>
                  <a:pt x="179" y="246"/>
                  <a:pt x="194" y="229"/>
                  <a:pt x="211" y="212"/>
                </a:cubicBezTo>
                <a:cubicBezTo>
                  <a:pt x="228" y="195"/>
                  <a:pt x="245" y="179"/>
                  <a:pt x="263" y="164"/>
                </a:cubicBezTo>
                <a:cubicBezTo>
                  <a:pt x="283" y="149"/>
                  <a:pt x="302" y="135"/>
                  <a:pt x="321" y="122"/>
                </a:cubicBezTo>
                <a:cubicBezTo>
                  <a:pt x="341" y="109"/>
                  <a:pt x="361" y="97"/>
                  <a:pt x="382" y="85"/>
                </a:cubicBezTo>
                <a:cubicBezTo>
                  <a:pt x="402" y="74"/>
                  <a:pt x="424" y="64"/>
                  <a:pt x="446" y="55"/>
                </a:cubicBezTo>
                <a:cubicBezTo>
                  <a:pt x="467" y="46"/>
                  <a:pt x="489" y="38"/>
                  <a:pt x="512" y="31"/>
                </a:cubicBezTo>
                <a:cubicBezTo>
                  <a:pt x="535" y="24"/>
                  <a:pt x="557" y="19"/>
                  <a:pt x="581" y="14"/>
                </a:cubicBezTo>
                <a:cubicBezTo>
                  <a:pt x="604" y="9"/>
                  <a:pt x="627" y="6"/>
                  <a:pt x="650" y="4"/>
                </a:cubicBezTo>
                <a:cubicBezTo>
                  <a:pt x="674" y="1"/>
                  <a:pt x="697" y="0"/>
                  <a:pt x="721" y="0"/>
                </a:cubicBezTo>
                <a:cubicBezTo>
                  <a:pt x="744" y="0"/>
                  <a:pt x="768" y="1"/>
                  <a:pt x="791" y="4"/>
                </a:cubicBezTo>
                <a:cubicBezTo>
                  <a:pt x="815" y="6"/>
                  <a:pt x="838" y="9"/>
                  <a:pt x="861" y="14"/>
                </a:cubicBezTo>
                <a:cubicBezTo>
                  <a:pt x="884" y="19"/>
                  <a:pt x="907" y="24"/>
                  <a:pt x="930" y="31"/>
                </a:cubicBezTo>
                <a:cubicBezTo>
                  <a:pt x="952" y="38"/>
                  <a:pt x="975" y="46"/>
                  <a:pt x="996" y="55"/>
                </a:cubicBezTo>
                <a:cubicBezTo>
                  <a:pt x="1018" y="64"/>
                  <a:pt x="1039" y="74"/>
                  <a:pt x="1060" y="85"/>
                </a:cubicBezTo>
                <a:cubicBezTo>
                  <a:pt x="1081" y="97"/>
                  <a:pt x="1101" y="109"/>
                  <a:pt x="1121" y="122"/>
                </a:cubicBezTo>
                <a:cubicBezTo>
                  <a:pt x="1140" y="135"/>
                  <a:pt x="1159" y="149"/>
                  <a:pt x="1177" y="164"/>
                </a:cubicBezTo>
                <a:cubicBezTo>
                  <a:pt x="1196" y="179"/>
                  <a:pt x="1213" y="195"/>
                  <a:pt x="1230" y="212"/>
                </a:cubicBezTo>
                <a:cubicBezTo>
                  <a:pt x="1246" y="229"/>
                  <a:pt x="1262" y="246"/>
                  <a:pt x="1277" y="264"/>
                </a:cubicBezTo>
                <a:cubicBezTo>
                  <a:pt x="1292" y="282"/>
                  <a:pt x="1306" y="301"/>
                  <a:pt x="1319" y="321"/>
                </a:cubicBezTo>
                <a:cubicBezTo>
                  <a:pt x="1332" y="340"/>
                  <a:pt x="1344" y="361"/>
                  <a:pt x="1356" y="381"/>
                </a:cubicBezTo>
                <a:cubicBezTo>
                  <a:pt x="1367" y="402"/>
                  <a:pt x="1377" y="424"/>
                  <a:pt x="1386" y="445"/>
                </a:cubicBezTo>
                <a:cubicBezTo>
                  <a:pt x="1395" y="467"/>
                  <a:pt x="1403" y="489"/>
                  <a:pt x="1410" y="512"/>
                </a:cubicBezTo>
                <a:cubicBezTo>
                  <a:pt x="1416" y="534"/>
                  <a:pt x="1422" y="557"/>
                  <a:pt x="1427" y="580"/>
                </a:cubicBezTo>
                <a:cubicBezTo>
                  <a:pt x="1431" y="603"/>
                  <a:pt x="1435" y="627"/>
                  <a:pt x="1437" y="650"/>
                </a:cubicBezTo>
                <a:cubicBezTo>
                  <a:pt x="1439" y="674"/>
                  <a:pt x="1441" y="697"/>
                  <a:pt x="1441" y="721"/>
                </a:cubicBezTo>
                <a:close/>
              </a:path>
            </a:pathLst>
          </a:custGeom>
          <a:solidFill>
            <a:srgbClr val="1E40A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39" name="任意多邊形 1238"/>
          <p:cNvSpPr/>
          <p:nvPr/>
        </p:nvSpPr>
        <p:spPr>
          <a:xfrm>
            <a:off x="9484560" y="2297880"/>
            <a:ext cx="518760" cy="518400"/>
          </a:xfrm>
          <a:custGeom>
            <a:avLst/>
            <a:gdLst/>
            <a:ahLst/>
            <a:cxnLst/>
            <a:rect l="0" t="0" r="r" b="b"/>
            <a:pathLst>
              <a:path w="1441" h="1440" fill="none">
                <a:moveTo>
                  <a:pt x="1441" y="721"/>
                </a:moveTo>
                <a:cubicBezTo>
                  <a:pt x="1441" y="744"/>
                  <a:pt x="1439" y="768"/>
                  <a:pt x="1437" y="791"/>
                </a:cubicBezTo>
                <a:cubicBezTo>
                  <a:pt x="1435" y="815"/>
                  <a:pt x="1431" y="838"/>
                  <a:pt x="1427" y="861"/>
                </a:cubicBezTo>
                <a:cubicBezTo>
                  <a:pt x="1422" y="884"/>
                  <a:pt x="1416" y="907"/>
                  <a:pt x="1410" y="930"/>
                </a:cubicBezTo>
                <a:cubicBezTo>
                  <a:pt x="1403" y="952"/>
                  <a:pt x="1395" y="974"/>
                  <a:pt x="1386" y="996"/>
                </a:cubicBezTo>
                <a:cubicBezTo>
                  <a:pt x="1377" y="1018"/>
                  <a:pt x="1367" y="1039"/>
                  <a:pt x="1356" y="1060"/>
                </a:cubicBezTo>
                <a:cubicBezTo>
                  <a:pt x="1344" y="1081"/>
                  <a:pt x="1332" y="1101"/>
                  <a:pt x="1319" y="1120"/>
                </a:cubicBezTo>
                <a:cubicBezTo>
                  <a:pt x="1306" y="1140"/>
                  <a:pt x="1292" y="1159"/>
                  <a:pt x="1277" y="1177"/>
                </a:cubicBezTo>
                <a:cubicBezTo>
                  <a:pt x="1262" y="1195"/>
                  <a:pt x="1246" y="1213"/>
                  <a:pt x="1230" y="1230"/>
                </a:cubicBezTo>
                <a:cubicBezTo>
                  <a:pt x="1213" y="1246"/>
                  <a:pt x="1196" y="1262"/>
                  <a:pt x="1177" y="1277"/>
                </a:cubicBezTo>
                <a:cubicBezTo>
                  <a:pt x="1159" y="1292"/>
                  <a:pt x="1140" y="1306"/>
                  <a:pt x="1121" y="1319"/>
                </a:cubicBezTo>
                <a:cubicBezTo>
                  <a:pt x="1101" y="1332"/>
                  <a:pt x="1081" y="1344"/>
                  <a:pt x="1060" y="1355"/>
                </a:cubicBezTo>
                <a:cubicBezTo>
                  <a:pt x="1039" y="1366"/>
                  <a:pt x="1018" y="1377"/>
                  <a:pt x="996" y="1386"/>
                </a:cubicBezTo>
                <a:cubicBezTo>
                  <a:pt x="975" y="1395"/>
                  <a:pt x="952" y="1402"/>
                  <a:pt x="930" y="1409"/>
                </a:cubicBezTo>
                <a:cubicBezTo>
                  <a:pt x="907" y="1416"/>
                  <a:pt x="884" y="1422"/>
                  <a:pt x="861" y="1426"/>
                </a:cubicBezTo>
                <a:cubicBezTo>
                  <a:pt x="838" y="1431"/>
                  <a:pt x="815" y="1435"/>
                  <a:pt x="791" y="1437"/>
                </a:cubicBezTo>
                <a:cubicBezTo>
                  <a:pt x="768" y="1439"/>
                  <a:pt x="744" y="1440"/>
                  <a:pt x="721" y="1440"/>
                </a:cubicBezTo>
                <a:cubicBezTo>
                  <a:pt x="697" y="1440"/>
                  <a:pt x="674" y="1439"/>
                  <a:pt x="650" y="1437"/>
                </a:cubicBezTo>
                <a:cubicBezTo>
                  <a:pt x="627" y="1435"/>
                  <a:pt x="604" y="1431"/>
                  <a:pt x="581" y="1426"/>
                </a:cubicBezTo>
                <a:cubicBezTo>
                  <a:pt x="557" y="1422"/>
                  <a:pt x="535" y="1416"/>
                  <a:pt x="512" y="1409"/>
                </a:cubicBezTo>
                <a:cubicBezTo>
                  <a:pt x="489" y="1402"/>
                  <a:pt x="467" y="1395"/>
                  <a:pt x="446" y="1386"/>
                </a:cubicBezTo>
                <a:cubicBezTo>
                  <a:pt x="424" y="1377"/>
                  <a:pt x="402" y="1366"/>
                  <a:pt x="382" y="1355"/>
                </a:cubicBezTo>
                <a:cubicBezTo>
                  <a:pt x="361" y="1344"/>
                  <a:pt x="341" y="1332"/>
                  <a:pt x="321" y="1319"/>
                </a:cubicBezTo>
                <a:cubicBezTo>
                  <a:pt x="302" y="1306"/>
                  <a:pt x="283" y="1292"/>
                  <a:pt x="263" y="1277"/>
                </a:cubicBezTo>
                <a:cubicBezTo>
                  <a:pt x="245" y="1262"/>
                  <a:pt x="228" y="1246"/>
                  <a:pt x="211" y="1230"/>
                </a:cubicBezTo>
                <a:cubicBezTo>
                  <a:pt x="194" y="1213"/>
                  <a:pt x="179" y="1195"/>
                  <a:pt x="164" y="1177"/>
                </a:cubicBezTo>
                <a:cubicBezTo>
                  <a:pt x="149" y="1159"/>
                  <a:pt x="135" y="1140"/>
                  <a:pt x="122" y="1120"/>
                </a:cubicBezTo>
                <a:cubicBezTo>
                  <a:pt x="108" y="1101"/>
                  <a:pt x="96" y="1081"/>
                  <a:pt x="85" y="1060"/>
                </a:cubicBezTo>
                <a:cubicBezTo>
                  <a:pt x="74" y="1039"/>
                  <a:pt x="64" y="1018"/>
                  <a:pt x="55" y="996"/>
                </a:cubicBezTo>
                <a:cubicBezTo>
                  <a:pt x="46" y="974"/>
                  <a:pt x="38" y="952"/>
                  <a:pt x="31" y="930"/>
                </a:cubicBezTo>
                <a:cubicBezTo>
                  <a:pt x="24" y="907"/>
                  <a:pt x="19" y="884"/>
                  <a:pt x="14" y="861"/>
                </a:cubicBezTo>
                <a:cubicBezTo>
                  <a:pt x="10" y="838"/>
                  <a:pt x="6" y="815"/>
                  <a:pt x="4" y="791"/>
                </a:cubicBezTo>
                <a:cubicBezTo>
                  <a:pt x="1" y="768"/>
                  <a:pt x="0" y="744"/>
                  <a:pt x="0" y="721"/>
                </a:cubicBezTo>
                <a:cubicBezTo>
                  <a:pt x="0" y="697"/>
                  <a:pt x="1" y="674"/>
                  <a:pt x="4" y="650"/>
                </a:cubicBezTo>
                <a:cubicBezTo>
                  <a:pt x="6" y="627"/>
                  <a:pt x="10" y="603"/>
                  <a:pt x="14" y="580"/>
                </a:cubicBezTo>
                <a:cubicBezTo>
                  <a:pt x="19" y="557"/>
                  <a:pt x="24" y="534"/>
                  <a:pt x="31" y="512"/>
                </a:cubicBezTo>
                <a:cubicBezTo>
                  <a:pt x="38" y="489"/>
                  <a:pt x="46" y="467"/>
                  <a:pt x="55" y="445"/>
                </a:cubicBezTo>
                <a:cubicBezTo>
                  <a:pt x="64" y="424"/>
                  <a:pt x="74" y="402"/>
                  <a:pt x="85" y="381"/>
                </a:cubicBezTo>
                <a:cubicBezTo>
                  <a:pt x="96" y="361"/>
                  <a:pt x="108" y="340"/>
                  <a:pt x="122" y="321"/>
                </a:cubicBezTo>
                <a:cubicBezTo>
                  <a:pt x="135" y="301"/>
                  <a:pt x="149" y="282"/>
                  <a:pt x="164" y="264"/>
                </a:cubicBezTo>
                <a:cubicBezTo>
                  <a:pt x="179" y="246"/>
                  <a:pt x="194" y="229"/>
                  <a:pt x="211" y="212"/>
                </a:cubicBezTo>
                <a:cubicBezTo>
                  <a:pt x="228" y="195"/>
                  <a:pt x="245" y="179"/>
                  <a:pt x="263" y="164"/>
                </a:cubicBezTo>
                <a:cubicBezTo>
                  <a:pt x="283" y="149"/>
                  <a:pt x="302" y="135"/>
                  <a:pt x="321" y="122"/>
                </a:cubicBezTo>
                <a:cubicBezTo>
                  <a:pt x="341" y="109"/>
                  <a:pt x="361" y="97"/>
                  <a:pt x="382" y="85"/>
                </a:cubicBezTo>
                <a:cubicBezTo>
                  <a:pt x="402" y="74"/>
                  <a:pt x="424" y="64"/>
                  <a:pt x="446" y="55"/>
                </a:cubicBezTo>
                <a:cubicBezTo>
                  <a:pt x="467" y="46"/>
                  <a:pt x="489" y="38"/>
                  <a:pt x="512" y="31"/>
                </a:cubicBezTo>
                <a:cubicBezTo>
                  <a:pt x="535" y="24"/>
                  <a:pt x="557" y="19"/>
                  <a:pt x="581" y="14"/>
                </a:cubicBezTo>
                <a:cubicBezTo>
                  <a:pt x="604" y="9"/>
                  <a:pt x="627" y="6"/>
                  <a:pt x="650" y="4"/>
                </a:cubicBezTo>
                <a:cubicBezTo>
                  <a:pt x="674" y="1"/>
                  <a:pt x="697" y="0"/>
                  <a:pt x="721" y="0"/>
                </a:cubicBezTo>
                <a:cubicBezTo>
                  <a:pt x="744" y="0"/>
                  <a:pt x="768" y="1"/>
                  <a:pt x="791" y="4"/>
                </a:cubicBezTo>
                <a:cubicBezTo>
                  <a:pt x="815" y="6"/>
                  <a:pt x="838" y="9"/>
                  <a:pt x="861" y="14"/>
                </a:cubicBezTo>
                <a:cubicBezTo>
                  <a:pt x="884" y="19"/>
                  <a:pt x="907" y="24"/>
                  <a:pt x="930" y="31"/>
                </a:cubicBezTo>
                <a:cubicBezTo>
                  <a:pt x="952" y="38"/>
                  <a:pt x="975" y="46"/>
                  <a:pt x="996" y="55"/>
                </a:cubicBezTo>
                <a:cubicBezTo>
                  <a:pt x="1018" y="64"/>
                  <a:pt x="1039" y="74"/>
                  <a:pt x="1060" y="85"/>
                </a:cubicBezTo>
                <a:cubicBezTo>
                  <a:pt x="1081" y="97"/>
                  <a:pt x="1101" y="109"/>
                  <a:pt x="1121" y="122"/>
                </a:cubicBezTo>
                <a:cubicBezTo>
                  <a:pt x="1140" y="135"/>
                  <a:pt x="1159" y="149"/>
                  <a:pt x="1177" y="164"/>
                </a:cubicBezTo>
                <a:cubicBezTo>
                  <a:pt x="1196" y="179"/>
                  <a:pt x="1213" y="195"/>
                  <a:pt x="1230" y="212"/>
                </a:cubicBezTo>
                <a:cubicBezTo>
                  <a:pt x="1246" y="229"/>
                  <a:pt x="1262" y="246"/>
                  <a:pt x="1277" y="264"/>
                </a:cubicBezTo>
                <a:cubicBezTo>
                  <a:pt x="1292" y="282"/>
                  <a:pt x="1306" y="301"/>
                  <a:pt x="1319" y="321"/>
                </a:cubicBezTo>
                <a:cubicBezTo>
                  <a:pt x="1332" y="340"/>
                  <a:pt x="1344" y="361"/>
                  <a:pt x="1356" y="381"/>
                </a:cubicBezTo>
                <a:cubicBezTo>
                  <a:pt x="1367" y="402"/>
                  <a:pt x="1377" y="424"/>
                  <a:pt x="1386" y="445"/>
                </a:cubicBezTo>
                <a:cubicBezTo>
                  <a:pt x="1395" y="467"/>
                  <a:pt x="1403" y="489"/>
                  <a:pt x="1410" y="512"/>
                </a:cubicBezTo>
                <a:cubicBezTo>
                  <a:pt x="1416" y="534"/>
                  <a:pt x="1422" y="557"/>
                  <a:pt x="1427" y="580"/>
                </a:cubicBezTo>
                <a:cubicBezTo>
                  <a:pt x="1431" y="603"/>
                  <a:pt x="1435" y="627"/>
                  <a:pt x="1437" y="650"/>
                </a:cubicBezTo>
                <a:cubicBezTo>
                  <a:pt x="1439" y="674"/>
                  <a:pt x="1441" y="697"/>
                  <a:pt x="1441" y="721"/>
                </a:cubicBezTo>
              </a:path>
            </a:pathLst>
          </a:custGeom>
          <a:ln w="16560">
            <a:solidFill>
              <a:srgbClr val="FFFFFF"/>
            </a:solidFill>
            <a:miter/>
          </a:ln>
        </p:spPr>
        <p:txBody>
          <a:bodyPr lIns="8280" tIns="8280" rIns="8280" bIns="82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240" name="圖片 1239"/>
          <p:cNvPicPr/>
          <p:nvPr/>
        </p:nvPicPr>
        <p:blipFill>
          <a:blip r:embed="rId15"/>
          <a:stretch>
            <a:fillRect/>
          </a:stretch>
        </p:blipFill>
        <p:spPr>
          <a:xfrm>
            <a:off x="9660240" y="247356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1" name="圖片 1240"/>
          <p:cNvPicPr/>
          <p:nvPr/>
        </p:nvPicPr>
        <p:blipFill>
          <a:blip r:embed="rId10"/>
          <a:stretch>
            <a:fillRect/>
          </a:stretch>
        </p:blipFill>
        <p:spPr>
          <a:xfrm>
            <a:off x="7955640" y="1821600"/>
            <a:ext cx="334080" cy="33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2" name="圖片 1241"/>
          <p:cNvPicPr/>
          <p:nvPr/>
        </p:nvPicPr>
        <p:blipFill>
          <a:blip r:embed="rId11"/>
          <a:stretch>
            <a:fillRect/>
          </a:stretch>
        </p:blipFill>
        <p:spPr>
          <a:xfrm>
            <a:off x="8080920" y="1913760"/>
            <a:ext cx="91440" cy="15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3" name="圖片 1242"/>
          <p:cNvPicPr/>
          <p:nvPr/>
        </p:nvPicPr>
        <p:blipFill>
          <a:blip r:embed="rId2"/>
          <a:stretch>
            <a:fillRect/>
          </a:stretch>
        </p:blipFill>
        <p:spPr>
          <a:xfrm>
            <a:off x="8423640" y="1821600"/>
            <a:ext cx="334080" cy="33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4" name="圖片 1243"/>
          <p:cNvPicPr/>
          <p:nvPr/>
        </p:nvPicPr>
        <p:blipFill>
          <a:blip r:embed="rId14"/>
          <a:stretch>
            <a:fillRect/>
          </a:stretch>
        </p:blipFill>
        <p:spPr>
          <a:xfrm>
            <a:off x="8515440" y="1913760"/>
            <a:ext cx="15012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5" name="任意多邊形 1244"/>
          <p:cNvSpPr/>
          <p:nvPr/>
        </p:nvSpPr>
        <p:spPr>
          <a:xfrm>
            <a:off x="334080" y="4729680"/>
            <a:ext cx="10028520" cy="752400"/>
          </a:xfrm>
          <a:custGeom>
            <a:avLst/>
            <a:gdLst/>
            <a:ahLst/>
            <a:cxnLst/>
            <a:rect l="0" t="0" r="r" b="b"/>
            <a:pathLst>
              <a:path w="27857" h="2090">
                <a:moveTo>
                  <a:pt x="21" y="172"/>
                </a:moveTo>
                <a:cubicBezTo>
                  <a:pt x="35" y="138"/>
                  <a:pt x="55" y="108"/>
                  <a:pt x="82" y="82"/>
                </a:cubicBezTo>
                <a:cubicBezTo>
                  <a:pt x="108" y="56"/>
                  <a:pt x="138" y="35"/>
                  <a:pt x="172" y="21"/>
                </a:cubicBezTo>
                <a:cubicBezTo>
                  <a:pt x="206" y="7"/>
                  <a:pt x="242" y="0"/>
                  <a:pt x="279" y="0"/>
                </a:cubicBezTo>
                <a:lnTo>
                  <a:pt x="27578" y="0"/>
                </a:lnTo>
                <a:cubicBezTo>
                  <a:pt x="27615" y="0"/>
                  <a:pt x="27651" y="7"/>
                  <a:pt x="27685" y="21"/>
                </a:cubicBezTo>
                <a:cubicBezTo>
                  <a:pt x="27719" y="35"/>
                  <a:pt x="27749" y="56"/>
                  <a:pt x="27775" y="82"/>
                </a:cubicBezTo>
                <a:cubicBezTo>
                  <a:pt x="27801" y="108"/>
                  <a:pt x="27821" y="138"/>
                  <a:pt x="27835" y="172"/>
                </a:cubicBezTo>
                <a:cubicBezTo>
                  <a:pt x="27850" y="206"/>
                  <a:pt x="27857" y="242"/>
                  <a:pt x="27857" y="279"/>
                </a:cubicBezTo>
                <a:lnTo>
                  <a:pt x="27857" y="1812"/>
                </a:lnTo>
                <a:cubicBezTo>
                  <a:pt x="27857" y="1849"/>
                  <a:pt x="27850" y="1884"/>
                  <a:pt x="27835" y="1918"/>
                </a:cubicBezTo>
                <a:cubicBezTo>
                  <a:pt x="27821" y="1952"/>
                  <a:pt x="27801" y="1983"/>
                  <a:pt x="27775" y="2009"/>
                </a:cubicBezTo>
                <a:cubicBezTo>
                  <a:pt x="27749" y="2035"/>
                  <a:pt x="27719" y="2055"/>
                  <a:pt x="27685" y="2069"/>
                </a:cubicBezTo>
                <a:cubicBezTo>
                  <a:pt x="27651" y="2083"/>
                  <a:pt x="27615" y="2090"/>
                  <a:pt x="27578" y="2090"/>
                </a:cubicBezTo>
                <a:lnTo>
                  <a:pt x="279" y="2090"/>
                </a:lnTo>
                <a:cubicBezTo>
                  <a:pt x="242" y="2090"/>
                  <a:pt x="206" y="2083"/>
                  <a:pt x="172" y="2069"/>
                </a:cubicBezTo>
                <a:cubicBezTo>
                  <a:pt x="138" y="2055"/>
                  <a:pt x="108" y="2035"/>
                  <a:pt x="82" y="2009"/>
                </a:cubicBezTo>
                <a:cubicBezTo>
                  <a:pt x="55" y="1983"/>
                  <a:pt x="35" y="1952"/>
                  <a:pt x="21" y="1918"/>
                </a:cubicBezTo>
                <a:cubicBezTo>
                  <a:pt x="7" y="1884"/>
                  <a:pt x="0" y="1849"/>
                  <a:pt x="0" y="1812"/>
                </a:cubicBezTo>
                <a:lnTo>
                  <a:pt x="0" y="279"/>
                </a:lnTo>
                <a:cubicBezTo>
                  <a:pt x="0" y="242"/>
                  <a:pt x="7" y="206"/>
                  <a:pt x="21" y="172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46" name="任意多邊形 1245"/>
          <p:cNvSpPr/>
          <p:nvPr/>
        </p:nvSpPr>
        <p:spPr>
          <a:xfrm>
            <a:off x="334080" y="4729680"/>
            <a:ext cx="10028520" cy="752400"/>
          </a:xfrm>
          <a:custGeom>
            <a:avLst/>
            <a:gdLst/>
            <a:ahLst/>
            <a:cxnLst/>
            <a:rect l="0" t="0" r="r" b="b"/>
            <a:pathLst>
              <a:path w="27857" h="2090">
                <a:moveTo>
                  <a:pt x="0" y="1812"/>
                </a:moveTo>
                <a:lnTo>
                  <a:pt x="0" y="279"/>
                </a:lnTo>
                <a:cubicBezTo>
                  <a:pt x="0" y="242"/>
                  <a:pt x="7" y="206"/>
                  <a:pt x="21" y="172"/>
                </a:cubicBezTo>
                <a:cubicBezTo>
                  <a:pt x="35" y="138"/>
                  <a:pt x="55" y="108"/>
                  <a:pt x="82" y="82"/>
                </a:cubicBezTo>
                <a:cubicBezTo>
                  <a:pt x="108" y="56"/>
                  <a:pt x="138" y="35"/>
                  <a:pt x="172" y="21"/>
                </a:cubicBezTo>
                <a:cubicBezTo>
                  <a:pt x="206" y="7"/>
                  <a:pt x="242" y="0"/>
                  <a:pt x="279" y="0"/>
                </a:cubicBezTo>
                <a:lnTo>
                  <a:pt x="27578" y="0"/>
                </a:lnTo>
                <a:cubicBezTo>
                  <a:pt x="27615" y="0"/>
                  <a:pt x="27651" y="7"/>
                  <a:pt x="27685" y="21"/>
                </a:cubicBezTo>
                <a:cubicBezTo>
                  <a:pt x="27719" y="35"/>
                  <a:pt x="27749" y="56"/>
                  <a:pt x="27775" y="82"/>
                </a:cubicBezTo>
                <a:cubicBezTo>
                  <a:pt x="27801" y="108"/>
                  <a:pt x="27821" y="138"/>
                  <a:pt x="27835" y="172"/>
                </a:cubicBezTo>
                <a:cubicBezTo>
                  <a:pt x="27850" y="206"/>
                  <a:pt x="27857" y="242"/>
                  <a:pt x="27857" y="279"/>
                </a:cubicBezTo>
                <a:lnTo>
                  <a:pt x="27857" y="1812"/>
                </a:lnTo>
                <a:cubicBezTo>
                  <a:pt x="27857" y="1849"/>
                  <a:pt x="27850" y="1884"/>
                  <a:pt x="27835" y="1918"/>
                </a:cubicBezTo>
                <a:cubicBezTo>
                  <a:pt x="27821" y="1952"/>
                  <a:pt x="27801" y="1983"/>
                  <a:pt x="27775" y="2009"/>
                </a:cubicBezTo>
                <a:cubicBezTo>
                  <a:pt x="27749" y="2035"/>
                  <a:pt x="27719" y="2055"/>
                  <a:pt x="27685" y="2069"/>
                </a:cubicBezTo>
                <a:cubicBezTo>
                  <a:pt x="27651" y="2083"/>
                  <a:pt x="27615" y="2090"/>
                  <a:pt x="27578" y="2090"/>
                </a:cubicBezTo>
                <a:lnTo>
                  <a:pt x="279" y="2090"/>
                </a:lnTo>
                <a:cubicBezTo>
                  <a:pt x="242" y="2090"/>
                  <a:pt x="206" y="2083"/>
                  <a:pt x="172" y="2069"/>
                </a:cubicBezTo>
                <a:cubicBezTo>
                  <a:pt x="138" y="2055"/>
                  <a:pt x="108" y="2035"/>
                  <a:pt x="82" y="2009"/>
                </a:cubicBezTo>
                <a:cubicBezTo>
                  <a:pt x="55" y="1983"/>
                  <a:pt x="35" y="1952"/>
                  <a:pt x="21" y="1918"/>
                </a:cubicBezTo>
                <a:cubicBezTo>
                  <a:pt x="7" y="1884"/>
                  <a:pt x="0" y="1849"/>
                  <a:pt x="0" y="1812"/>
                </a:cubicBezTo>
                <a:moveTo>
                  <a:pt x="23" y="279"/>
                </a:moveTo>
                <a:lnTo>
                  <a:pt x="23" y="1812"/>
                </a:lnTo>
                <a:cubicBezTo>
                  <a:pt x="23" y="1828"/>
                  <a:pt x="25" y="1845"/>
                  <a:pt x="28" y="1862"/>
                </a:cubicBezTo>
                <a:cubicBezTo>
                  <a:pt x="31" y="1878"/>
                  <a:pt x="36" y="1894"/>
                  <a:pt x="43" y="1909"/>
                </a:cubicBezTo>
                <a:cubicBezTo>
                  <a:pt x="49" y="1925"/>
                  <a:pt x="57" y="1940"/>
                  <a:pt x="66" y="1954"/>
                </a:cubicBezTo>
                <a:cubicBezTo>
                  <a:pt x="76" y="1968"/>
                  <a:pt x="86" y="1980"/>
                  <a:pt x="98" y="1992"/>
                </a:cubicBezTo>
                <a:cubicBezTo>
                  <a:pt x="110" y="2004"/>
                  <a:pt x="123" y="2015"/>
                  <a:pt x="137" y="2024"/>
                </a:cubicBezTo>
                <a:cubicBezTo>
                  <a:pt x="151" y="2033"/>
                  <a:pt x="165" y="2041"/>
                  <a:pt x="181" y="2048"/>
                </a:cubicBezTo>
                <a:cubicBezTo>
                  <a:pt x="196" y="2054"/>
                  <a:pt x="212" y="2059"/>
                  <a:pt x="229" y="2062"/>
                </a:cubicBezTo>
                <a:cubicBezTo>
                  <a:pt x="245" y="2065"/>
                  <a:pt x="262" y="2067"/>
                  <a:pt x="279" y="2067"/>
                </a:cubicBezTo>
                <a:lnTo>
                  <a:pt x="27578" y="2067"/>
                </a:lnTo>
                <a:cubicBezTo>
                  <a:pt x="27595" y="2067"/>
                  <a:pt x="27611" y="2065"/>
                  <a:pt x="27628" y="2062"/>
                </a:cubicBezTo>
                <a:cubicBezTo>
                  <a:pt x="27644" y="2059"/>
                  <a:pt x="27660" y="2054"/>
                  <a:pt x="27676" y="2048"/>
                </a:cubicBezTo>
                <a:cubicBezTo>
                  <a:pt x="27691" y="2041"/>
                  <a:pt x="27706" y="2033"/>
                  <a:pt x="27720" y="2024"/>
                </a:cubicBezTo>
                <a:cubicBezTo>
                  <a:pt x="27734" y="2015"/>
                  <a:pt x="27747" y="2004"/>
                  <a:pt x="27759" y="1992"/>
                </a:cubicBezTo>
                <a:cubicBezTo>
                  <a:pt x="27771" y="1980"/>
                  <a:pt x="27781" y="1968"/>
                  <a:pt x="27790" y="1954"/>
                </a:cubicBezTo>
                <a:cubicBezTo>
                  <a:pt x="27800" y="1940"/>
                  <a:pt x="27808" y="1925"/>
                  <a:pt x="27814" y="1909"/>
                </a:cubicBezTo>
                <a:cubicBezTo>
                  <a:pt x="27820" y="1894"/>
                  <a:pt x="27825" y="1878"/>
                  <a:pt x="27829" y="1862"/>
                </a:cubicBezTo>
                <a:cubicBezTo>
                  <a:pt x="27832" y="1845"/>
                  <a:pt x="27833" y="1828"/>
                  <a:pt x="27833" y="1812"/>
                </a:cubicBezTo>
                <a:lnTo>
                  <a:pt x="27833" y="279"/>
                </a:lnTo>
                <a:cubicBezTo>
                  <a:pt x="27833" y="262"/>
                  <a:pt x="27832" y="245"/>
                  <a:pt x="27829" y="229"/>
                </a:cubicBezTo>
                <a:cubicBezTo>
                  <a:pt x="27825" y="212"/>
                  <a:pt x="27820" y="196"/>
                  <a:pt x="27814" y="181"/>
                </a:cubicBezTo>
                <a:cubicBezTo>
                  <a:pt x="27808" y="165"/>
                  <a:pt x="27800" y="151"/>
                  <a:pt x="27790" y="137"/>
                </a:cubicBezTo>
                <a:cubicBezTo>
                  <a:pt x="27781" y="123"/>
                  <a:pt x="27771" y="110"/>
                  <a:pt x="27759" y="98"/>
                </a:cubicBezTo>
                <a:cubicBezTo>
                  <a:pt x="27747" y="86"/>
                  <a:pt x="27734" y="76"/>
                  <a:pt x="27720" y="66"/>
                </a:cubicBezTo>
                <a:cubicBezTo>
                  <a:pt x="27706" y="57"/>
                  <a:pt x="27691" y="49"/>
                  <a:pt x="27676" y="43"/>
                </a:cubicBezTo>
                <a:cubicBezTo>
                  <a:pt x="27660" y="36"/>
                  <a:pt x="27644" y="31"/>
                  <a:pt x="27628" y="28"/>
                </a:cubicBezTo>
                <a:cubicBezTo>
                  <a:pt x="27611" y="25"/>
                  <a:pt x="27595" y="23"/>
                  <a:pt x="27578" y="23"/>
                </a:cubicBezTo>
                <a:lnTo>
                  <a:pt x="279" y="23"/>
                </a:lnTo>
                <a:cubicBezTo>
                  <a:pt x="262" y="23"/>
                  <a:pt x="245" y="25"/>
                  <a:pt x="229" y="28"/>
                </a:cubicBezTo>
                <a:cubicBezTo>
                  <a:pt x="212" y="31"/>
                  <a:pt x="196" y="36"/>
                  <a:pt x="181" y="43"/>
                </a:cubicBezTo>
                <a:cubicBezTo>
                  <a:pt x="165" y="49"/>
                  <a:pt x="151" y="57"/>
                  <a:pt x="137" y="66"/>
                </a:cubicBezTo>
                <a:cubicBezTo>
                  <a:pt x="123" y="76"/>
                  <a:pt x="110" y="86"/>
                  <a:pt x="98" y="98"/>
                </a:cubicBezTo>
                <a:cubicBezTo>
                  <a:pt x="86" y="110"/>
                  <a:pt x="76" y="123"/>
                  <a:pt x="66" y="137"/>
                </a:cubicBezTo>
                <a:cubicBezTo>
                  <a:pt x="57" y="151"/>
                  <a:pt x="49" y="165"/>
                  <a:pt x="43" y="181"/>
                </a:cubicBezTo>
                <a:cubicBezTo>
                  <a:pt x="36" y="196"/>
                  <a:pt x="31" y="212"/>
                  <a:pt x="28" y="229"/>
                </a:cubicBezTo>
                <a:cubicBezTo>
                  <a:pt x="25" y="245"/>
                  <a:pt x="23" y="262"/>
                  <a:pt x="23" y="279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247" name="圖片 1246"/>
          <p:cNvPicPr/>
          <p:nvPr/>
        </p:nvPicPr>
        <p:blipFill>
          <a:blip r:embed="rId16"/>
          <a:stretch>
            <a:fillRect/>
          </a:stretch>
        </p:blipFill>
        <p:spPr>
          <a:xfrm>
            <a:off x="543240" y="4905360"/>
            <a:ext cx="11664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8" name="文字框 1247"/>
          <p:cNvSpPr txBox="1"/>
          <p:nvPr/>
        </p:nvSpPr>
        <p:spPr>
          <a:xfrm>
            <a:off x="7504200" y="4408920"/>
            <a:ext cx="6714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使用的效率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49" name="文字框 1248"/>
          <p:cNvSpPr txBox="1"/>
          <p:nvPr/>
        </p:nvSpPr>
        <p:spPr>
          <a:xfrm>
            <a:off x="729360" y="4899600"/>
            <a:ext cx="1501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50" name="文字框 1249"/>
          <p:cNvSpPr txBox="1"/>
          <p:nvPr/>
        </p:nvSpPr>
        <p:spPr>
          <a:xfrm>
            <a:off x="777240" y="4894200"/>
            <a:ext cx="7552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80" b="0" u="none" strike="noStrike">
                <a:solidFill>
                  <a:srgbClr val="4CD137"/>
                </a:solidFill>
                <a:effectLst/>
                <a:uFillTx/>
                <a:latin typeface="WenQuanYiZenHei"/>
                <a:ea typeface="WenQuanYiZenHei"/>
              </a:rPr>
              <a:t>关键洞察：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51" name="文字框 1250"/>
          <p:cNvSpPr txBox="1"/>
          <p:nvPr/>
        </p:nvSpPr>
        <p:spPr>
          <a:xfrm>
            <a:off x="1529280" y="4899600"/>
            <a:ext cx="1501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52" name="文字框 1251"/>
          <p:cNvSpPr txBox="1"/>
          <p:nvPr/>
        </p:nvSpPr>
        <p:spPr>
          <a:xfrm>
            <a:off x="1577160" y="4894200"/>
            <a:ext cx="86007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稳定币与数字人民币在跨境支付领域各有侧重，但通过技术与监管创新，两者互操作性有望进一步提升，共同为全球跨境支付提供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53" name="文字框 1252"/>
          <p:cNvSpPr txBox="1"/>
          <p:nvPr/>
        </p:nvSpPr>
        <p:spPr>
          <a:xfrm>
            <a:off x="4445640" y="5128200"/>
            <a:ext cx="18111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更高效、低成本的解决方案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54" name="文字框 1253"/>
          <p:cNvSpPr txBox="1"/>
          <p:nvPr/>
        </p:nvSpPr>
        <p:spPr>
          <a:xfrm>
            <a:off x="9357120" y="562896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第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55" name="文字框 1254"/>
          <p:cNvSpPr txBox="1"/>
          <p:nvPr/>
        </p:nvSpPr>
        <p:spPr>
          <a:xfrm>
            <a:off x="9491040" y="5633640"/>
            <a:ext cx="171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12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56" name="文字框 1255"/>
          <p:cNvSpPr txBox="1"/>
          <p:nvPr/>
        </p:nvSpPr>
        <p:spPr>
          <a:xfrm>
            <a:off x="9660960" y="562896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页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57" name="文字框 1256"/>
          <p:cNvSpPr txBox="1"/>
          <p:nvPr/>
        </p:nvSpPr>
        <p:spPr>
          <a:xfrm>
            <a:off x="9794880" y="563364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/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58" name="文字框 1257"/>
          <p:cNvSpPr txBox="1"/>
          <p:nvPr/>
        </p:nvSpPr>
        <p:spPr>
          <a:xfrm>
            <a:off x="9924840" y="562896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共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59" name="文字框 1258"/>
          <p:cNvSpPr txBox="1"/>
          <p:nvPr/>
        </p:nvSpPr>
        <p:spPr>
          <a:xfrm>
            <a:off x="10058400" y="5633640"/>
            <a:ext cx="171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15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60" name="文字框 1259"/>
          <p:cNvSpPr txBox="1"/>
          <p:nvPr/>
        </p:nvSpPr>
        <p:spPr>
          <a:xfrm>
            <a:off x="10228680" y="562896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页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1" name="圖片 1260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2" name="任意多邊形 1261"/>
          <p:cNvSpPr/>
          <p:nvPr/>
        </p:nvSpPr>
        <p:spPr>
          <a:xfrm>
            <a:off x="334080" y="735120"/>
            <a:ext cx="668880" cy="33840"/>
          </a:xfrm>
          <a:custGeom>
            <a:avLst/>
            <a:gdLst/>
            <a:ahLst/>
            <a:cxnLst/>
            <a:rect l="0" t="0" r="r" b="b"/>
            <a:pathLst>
              <a:path w="1858" h="94">
                <a:moveTo>
                  <a:pt x="0" y="0"/>
                </a:moveTo>
                <a:lnTo>
                  <a:pt x="1858" y="0"/>
                </a:lnTo>
                <a:lnTo>
                  <a:pt x="1858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34D3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63" name="任意多邊形 1262"/>
          <p:cNvSpPr/>
          <p:nvPr/>
        </p:nvSpPr>
        <p:spPr>
          <a:xfrm>
            <a:off x="334080" y="1119600"/>
            <a:ext cx="4880520" cy="1989360"/>
          </a:xfrm>
          <a:custGeom>
            <a:avLst/>
            <a:gdLst/>
            <a:ahLst/>
            <a:cxnLst/>
            <a:rect l="0" t="0" r="r" b="b"/>
            <a:pathLst>
              <a:path w="13557" h="5526">
                <a:moveTo>
                  <a:pt x="27" y="215"/>
                </a:moveTo>
                <a:cubicBezTo>
                  <a:pt x="44" y="172"/>
                  <a:pt x="69" y="135"/>
                  <a:pt x="102" y="102"/>
                </a:cubicBezTo>
                <a:cubicBezTo>
                  <a:pt x="135" y="69"/>
                  <a:pt x="172" y="44"/>
                  <a:pt x="215" y="27"/>
                </a:cubicBezTo>
                <a:cubicBezTo>
                  <a:pt x="258" y="9"/>
                  <a:pt x="302" y="0"/>
                  <a:pt x="348" y="0"/>
                </a:cubicBezTo>
                <a:lnTo>
                  <a:pt x="13209" y="0"/>
                </a:lnTo>
                <a:cubicBezTo>
                  <a:pt x="13255" y="0"/>
                  <a:pt x="13300" y="9"/>
                  <a:pt x="13342" y="27"/>
                </a:cubicBezTo>
                <a:cubicBezTo>
                  <a:pt x="13385" y="44"/>
                  <a:pt x="13423" y="69"/>
                  <a:pt x="13455" y="102"/>
                </a:cubicBezTo>
                <a:cubicBezTo>
                  <a:pt x="13488" y="135"/>
                  <a:pt x="13513" y="172"/>
                  <a:pt x="13531" y="215"/>
                </a:cubicBezTo>
                <a:cubicBezTo>
                  <a:pt x="13549" y="258"/>
                  <a:pt x="13557" y="302"/>
                  <a:pt x="13557" y="348"/>
                </a:cubicBezTo>
                <a:lnTo>
                  <a:pt x="13557" y="5178"/>
                </a:lnTo>
                <a:cubicBezTo>
                  <a:pt x="13557" y="5224"/>
                  <a:pt x="13549" y="5268"/>
                  <a:pt x="13531" y="5311"/>
                </a:cubicBezTo>
                <a:cubicBezTo>
                  <a:pt x="13513" y="5353"/>
                  <a:pt x="13488" y="5391"/>
                  <a:pt x="13455" y="5424"/>
                </a:cubicBezTo>
                <a:cubicBezTo>
                  <a:pt x="13423" y="5456"/>
                  <a:pt x="13385" y="5482"/>
                  <a:pt x="13342" y="5499"/>
                </a:cubicBezTo>
                <a:cubicBezTo>
                  <a:pt x="13300" y="5517"/>
                  <a:pt x="13255" y="5526"/>
                  <a:pt x="13209" y="5526"/>
                </a:cubicBezTo>
                <a:lnTo>
                  <a:pt x="348" y="5526"/>
                </a:lnTo>
                <a:cubicBezTo>
                  <a:pt x="302" y="5526"/>
                  <a:pt x="258" y="5517"/>
                  <a:pt x="215" y="5499"/>
                </a:cubicBezTo>
                <a:cubicBezTo>
                  <a:pt x="172" y="5482"/>
                  <a:pt x="135" y="5456"/>
                  <a:pt x="102" y="5424"/>
                </a:cubicBezTo>
                <a:cubicBezTo>
                  <a:pt x="69" y="5391"/>
                  <a:pt x="44" y="5353"/>
                  <a:pt x="27" y="5311"/>
                </a:cubicBezTo>
                <a:cubicBezTo>
                  <a:pt x="9" y="5268"/>
                  <a:pt x="0" y="5224"/>
                  <a:pt x="0" y="5178"/>
                </a:cubicBezTo>
                <a:lnTo>
                  <a:pt x="0" y="348"/>
                </a:lnTo>
                <a:cubicBezTo>
                  <a:pt x="0" y="302"/>
                  <a:pt x="9" y="258"/>
                  <a:pt x="27" y="215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64" name="任意多邊形 1263"/>
          <p:cNvSpPr/>
          <p:nvPr/>
        </p:nvSpPr>
        <p:spPr>
          <a:xfrm>
            <a:off x="334080" y="1119600"/>
            <a:ext cx="4880520" cy="1989360"/>
          </a:xfrm>
          <a:custGeom>
            <a:avLst/>
            <a:gdLst/>
            <a:ahLst/>
            <a:cxnLst/>
            <a:rect l="0" t="0" r="r" b="b"/>
            <a:pathLst>
              <a:path w="13557" h="5526">
                <a:moveTo>
                  <a:pt x="0" y="5178"/>
                </a:moveTo>
                <a:lnTo>
                  <a:pt x="0" y="348"/>
                </a:lnTo>
                <a:cubicBezTo>
                  <a:pt x="0" y="302"/>
                  <a:pt x="9" y="258"/>
                  <a:pt x="27" y="215"/>
                </a:cubicBezTo>
                <a:cubicBezTo>
                  <a:pt x="44" y="172"/>
                  <a:pt x="69" y="135"/>
                  <a:pt x="102" y="102"/>
                </a:cubicBezTo>
                <a:cubicBezTo>
                  <a:pt x="135" y="69"/>
                  <a:pt x="172" y="44"/>
                  <a:pt x="215" y="27"/>
                </a:cubicBezTo>
                <a:cubicBezTo>
                  <a:pt x="258" y="9"/>
                  <a:pt x="302" y="0"/>
                  <a:pt x="348" y="0"/>
                </a:cubicBezTo>
                <a:lnTo>
                  <a:pt x="13209" y="0"/>
                </a:lnTo>
                <a:cubicBezTo>
                  <a:pt x="13255" y="0"/>
                  <a:pt x="13300" y="9"/>
                  <a:pt x="13342" y="27"/>
                </a:cubicBezTo>
                <a:cubicBezTo>
                  <a:pt x="13385" y="44"/>
                  <a:pt x="13423" y="69"/>
                  <a:pt x="13455" y="102"/>
                </a:cubicBezTo>
                <a:cubicBezTo>
                  <a:pt x="13488" y="135"/>
                  <a:pt x="13513" y="172"/>
                  <a:pt x="13531" y="215"/>
                </a:cubicBezTo>
                <a:cubicBezTo>
                  <a:pt x="13549" y="258"/>
                  <a:pt x="13557" y="302"/>
                  <a:pt x="13557" y="348"/>
                </a:cubicBezTo>
                <a:lnTo>
                  <a:pt x="13557" y="5178"/>
                </a:lnTo>
                <a:cubicBezTo>
                  <a:pt x="13557" y="5224"/>
                  <a:pt x="13549" y="5268"/>
                  <a:pt x="13531" y="5311"/>
                </a:cubicBezTo>
                <a:cubicBezTo>
                  <a:pt x="13513" y="5353"/>
                  <a:pt x="13488" y="5391"/>
                  <a:pt x="13455" y="5424"/>
                </a:cubicBezTo>
                <a:cubicBezTo>
                  <a:pt x="13423" y="5456"/>
                  <a:pt x="13385" y="5482"/>
                  <a:pt x="13342" y="5499"/>
                </a:cubicBezTo>
                <a:cubicBezTo>
                  <a:pt x="13300" y="5517"/>
                  <a:pt x="13255" y="5526"/>
                  <a:pt x="13209" y="5526"/>
                </a:cubicBezTo>
                <a:lnTo>
                  <a:pt x="348" y="5526"/>
                </a:lnTo>
                <a:cubicBezTo>
                  <a:pt x="302" y="5526"/>
                  <a:pt x="258" y="5517"/>
                  <a:pt x="215" y="5499"/>
                </a:cubicBezTo>
                <a:cubicBezTo>
                  <a:pt x="172" y="5482"/>
                  <a:pt x="135" y="5456"/>
                  <a:pt x="102" y="5424"/>
                </a:cubicBezTo>
                <a:cubicBezTo>
                  <a:pt x="69" y="5391"/>
                  <a:pt x="44" y="5353"/>
                  <a:pt x="27" y="5311"/>
                </a:cubicBezTo>
                <a:cubicBezTo>
                  <a:pt x="9" y="5268"/>
                  <a:pt x="0" y="5224"/>
                  <a:pt x="0" y="5178"/>
                </a:cubicBezTo>
                <a:moveTo>
                  <a:pt x="23" y="348"/>
                </a:moveTo>
                <a:lnTo>
                  <a:pt x="23" y="5178"/>
                </a:lnTo>
                <a:cubicBezTo>
                  <a:pt x="23" y="5199"/>
                  <a:pt x="25" y="5220"/>
                  <a:pt x="29" y="5241"/>
                </a:cubicBezTo>
                <a:cubicBezTo>
                  <a:pt x="34" y="5262"/>
                  <a:pt x="40" y="5282"/>
                  <a:pt x="48" y="5302"/>
                </a:cubicBezTo>
                <a:cubicBezTo>
                  <a:pt x="56" y="5322"/>
                  <a:pt x="66" y="5340"/>
                  <a:pt x="78" y="5358"/>
                </a:cubicBezTo>
                <a:cubicBezTo>
                  <a:pt x="90" y="5376"/>
                  <a:pt x="103" y="5392"/>
                  <a:pt x="118" y="5407"/>
                </a:cubicBezTo>
                <a:cubicBezTo>
                  <a:pt x="134" y="5422"/>
                  <a:pt x="150" y="5436"/>
                  <a:pt x="168" y="5448"/>
                </a:cubicBezTo>
                <a:cubicBezTo>
                  <a:pt x="185" y="5460"/>
                  <a:pt x="204" y="5470"/>
                  <a:pt x="224" y="5478"/>
                </a:cubicBezTo>
                <a:cubicBezTo>
                  <a:pt x="244" y="5486"/>
                  <a:pt x="264" y="5492"/>
                  <a:pt x="285" y="5496"/>
                </a:cubicBezTo>
                <a:cubicBezTo>
                  <a:pt x="306" y="5500"/>
                  <a:pt x="327" y="5503"/>
                  <a:pt x="348" y="5503"/>
                </a:cubicBezTo>
                <a:lnTo>
                  <a:pt x="13209" y="5503"/>
                </a:lnTo>
                <a:cubicBezTo>
                  <a:pt x="13231" y="5503"/>
                  <a:pt x="13252" y="5500"/>
                  <a:pt x="13273" y="5496"/>
                </a:cubicBezTo>
                <a:cubicBezTo>
                  <a:pt x="13294" y="5492"/>
                  <a:pt x="13314" y="5486"/>
                  <a:pt x="13334" y="5478"/>
                </a:cubicBezTo>
                <a:cubicBezTo>
                  <a:pt x="13353" y="5470"/>
                  <a:pt x="13372" y="5460"/>
                  <a:pt x="13390" y="5448"/>
                </a:cubicBezTo>
                <a:cubicBezTo>
                  <a:pt x="13408" y="5436"/>
                  <a:pt x="13424" y="5422"/>
                  <a:pt x="13439" y="5407"/>
                </a:cubicBezTo>
                <a:cubicBezTo>
                  <a:pt x="13454" y="5392"/>
                  <a:pt x="13468" y="5376"/>
                  <a:pt x="13479" y="5358"/>
                </a:cubicBezTo>
                <a:cubicBezTo>
                  <a:pt x="13491" y="5340"/>
                  <a:pt x="13501" y="5322"/>
                  <a:pt x="13509" y="5302"/>
                </a:cubicBezTo>
                <a:cubicBezTo>
                  <a:pt x="13518" y="5282"/>
                  <a:pt x="13524" y="5262"/>
                  <a:pt x="13528" y="5241"/>
                </a:cubicBezTo>
                <a:cubicBezTo>
                  <a:pt x="13532" y="5220"/>
                  <a:pt x="13534" y="5199"/>
                  <a:pt x="13534" y="5178"/>
                </a:cubicBezTo>
                <a:lnTo>
                  <a:pt x="13534" y="348"/>
                </a:lnTo>
                <a:cubicBezTo>
                  <a:pt x="13534" y="327"/>
                  <a:pt x="13532" y="306"/>
                  <a:pt x="13528" y="285"/>
                </a:cubicBezTo>
                <a:cubicBezTo>
                  <a:pt x="13524" y="264"/>
                  <a:pt x="13518" y="244"/>
                  <a:pt x="13509" y="224"/>
                </a:cubicBezTo>
                <a:cubicBezTo>
                  <a:pt x="13501" y="204"/>
                  <a:pt x="13491" y="185"/>
                  <a:pt x="13479" y="168"/>
                </a:cubicBezTo>
                <a:cubicBezTo>
                  <a:pt x="13468" y="150"/>
                  <a:pt x="13454" y="134"/>
                  <a:pt x="13439" y="118"/>
                </a:cubicBezTo>
                <a:cubicBezTo>
                  <a:pt x="13424" y="103"/>
                  <a:pt x="13408" y="90"/>
                  <a:pt x="13390" y="78"/>
                </a:cubicBezTo>
                <a:cubicBezTo>
                  <a:pt x="13372" y="66"/>
                  <a:pt x="13353" y="56"/>
                  <a:pt x="13334" y="48"/>
                </a:cubicBezTo>
                <a:cubicBezTo>
                  <a:pt x="13314" y="40"/>
                  <a:pt x="13294" y="34"/>
                  <a:pt x="13273" y="30"/>
                </a:cubicBezTo>
                <a:cubicBezTo>
                  <a:pt x="13252" y="25"/>
                  <a:pt x="13231" y="23"/>
                  <a:pt x="13209" y="23"/>
                </a:cubicBezTo>
                <a:lnTo>
                  <a:pt x="348" y="23"/>
                </a:lnTo>
                <a:cubicBezTo>
                  <a:pt x="327" y="23"/>
                  <a:pt x="306" y="25"/>
                  <a:pt x="285" y="30"/>
                </a:cubicBezTo>
                <a:cubicBezTo>
                  <a:pt x="264" y="34"/>
                  <a:pt x="244" y="40"/>
                  <a:pt x="224" y="48"/>
                </a:cubicBezTo>
                <a:cubicBezTo>
                  <a:pt x="204" y="56"/>
                  <a:pt x="185" y="66"/>
                  <a:pt x="168" y="78"/>
                </a:cubicBezTo>
                <a:cubicBezTo>
                  <a:pt x="150" y="90"/>
                  <a:pt x="134" y="103"/>
                  <a:pt x="118" y="118"/>
                </a:cubicBezTo>
                <a:cubicBezTo>
                  <a:pt x="103" y="134"/>
                  <a:pt x="90" y="150"/>
                  <a:pt x="78" y="168"/>
                </a:cubicBezTo>
                <a:cubicBezTo>
                  <a:pt x="66" y="185"/>
                  <a:pt x="56" y="204"/>
                  <a:pt x="48" y="224"/>
                </a:cubicBezTo>
                <a:cubicBezTo>
                  <a:pt x="40" y="244"/>
                  <a:pt x="34" y="264"/>
                  <a:pt x="29" y="285"/>
                </a:cubicBezTo>
                <a:cubicBezTo>
                  <a:pt x="25" y="306"/>
                  <a:pt x="23" y="327"/>
                  <a:pt x="23" y="348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65" name="任意多邊形 1264"/>
          <p:cNvSpPr/>
          <p:nvPr/>
        </p:nvSpPr>
        <p:spPr>
          <a:xfrm>
            <a:off x="542880" y="1328400"/>
            <a:ext cx="460080" cy="501840"/>
          </a:xfrm>
          <a:custGeom>
            <a:avLst/>
            <a:gdLst/>
            <a:ahLst/>
            <a:cxnLst/>
            <a:rect l="0" t="0" r="r" b="b"/>
            <a:pathLst>
              <a:path w="1278" h="1394">
                <a:moveTo>
                  <a:pt x="0" y="697"/>
                </a:moveTo>
                <a:cubicBezTo>
                  <a:pt x="0" y="674"/>
                  <a:pt x="1" y="651"/>
                  <a:pt x="3" y="629"/>
                </a:cubicBezTo>
                <a:cubicBezTo>
                  <a:pt x="5" y="606"/>
                  <a:pt x="8" y="583"/>
                  <a:pt x="13" y="561"/>
                </a:cubicBezTo>
                <a:cubicBezTo>
                  <a:pt x="17" y="539"/>
                  <a:pt x="22" y="516"/>
                  <a:pt x="28" y="495"/>
                </a:cubicBezTo>
                <a:cubicBezTo>
                  <a:pt x="34" y="473"/>
                  <a:pt x="41" y="451"/>
                  <a:pt x="49" y="430"/>
                </a:cubicBezTo>
                <a:cubicBezTo>
                  <a:pt x="57" y="409"/>
                  <a:pt x="65" y="389"/>
                  <a:pt x="75" y="368"/>
                </a:cubicBezTo>
                <a:cubicBezTo>
                  <a:pt x="85" y="348"/>
                  <a:pt x="96" y="329"/>
                  <a:pt x="107" y="310"/>
                </a:cubicBezTo>
                <a:cubicBezTo>
                  <a:pt x="119" y="291"/>
                  <a:pt x="131" y="273"/>
                  <a:pt x="144" y="255"/>
                </a:cubicBezTo>
                <a:cubicBezTo>
                  <a:pt x="157" y="237"/>
                  <a:pt x="171" y="220"/>
                  <a:pt x="186" y="204"/>
                </a:cubicBezTo>
                <a:cubicBezTo>
                  <a:pt x="201" y="188"/>
                  <a:pt x="216" y="173"/>
                  <a:pt x="232" y="158"/>
                </a:cubicBezTo>
                <a:cubicBezTo>
                  <a:pt x="248" y="144"/>
                  <a:pt x="265" y="130"/>
                  <a:pt x="282" y="118"/>
                </a:cubicBezTo>
                <a:cubicBezTo>
                  <a:pt x="299" y="105"/>
                  <a:pt x="317" y="93"/>
                  <a:pt x="335" y="83"/>
                </a:cubicBezTo>
                <a:cubicBezTo>
                  <a:pt x="354" y="72"/>
                  <a:pt x="372" y="62"/>
                  <a:pt x="392" y="53"/>
                </a:cubicBezTo>
                <a:cubicBezTo>
                  <a:pt x="412" y="45"/>
                  <a:pt x="431" y="37"/>
                  <a:pt x="451" y="30"/>
                </a:cubicBezTo>
                <a:cubicBezTo>
                  <a:pt x="471" y="24"/>
                  <a:pt x="491" y="18"/>
                  <a:pt x="512" y="14"/>
                </a:cubicBezTo>
                <a:cubicBezTo>
                  <a:pt x="532" y="9"/>
                  <a:pt x="552" y="6"/>
                  <a:pt x="573" y="4"/>
                </a:cubicBezTo>
                <a:cubicBezTo>
                  <a:pt x="594" y="1"/>
                  <a:pt x="614" y="0"/>
                  <a:pt x="635" y="0"/>
                </a:cubicBezTo>
                <a:lnTo>
                  <a:pt x="644" y="0"/>
                </a:lnTo>
                <a:cubicBezTo>
                  <a:pt x="665" y="0"/>
                  <a:pt x="686" y="1"/>
                  <a:pt x="706" y="4"/>
                </a:cubicBezTo>
                <a:cubicBezTo>
                  <a:pt x="727" y="6"/>
                  <a:pt x="748" y="9"/>
                  <a:pt x="768" y="14"/>
                </a:cubicBezTo>
                <a:cubicBezTo>
                  <a:pt x="788" y="18"/>
                  <a:pt x="808" y="24"/>
                  <a:pt x="828" y="30"/>
                </a:cubicBezTo>
                <a:cubicBezTo>
                  <a:pt x="848" y="37"/>
                  <a:pt x="868" y="45"/>
                  <a:pt x="887" y="53"/>
                </a:cubicBezTo>
                <a:cubicBezTo>
                  <a:pt x="906" y="62"/>
                  <a:pt x="925" y="72"/>
                  <a:pt x="943" y="83"/>
                </a:cubicBezTo>
                <a:cubicBezTo>
                  <a:pt x="961" y="93"/>
                  <a:pt x="979" y="105"/>
                  <a:pt x="996" y="118"/>
                </a:cubicBezTo>
                <a:cubicBezTo>
                  <a:pt x="1014" y="130"/>
                  <a:pt x="1030" y="144"/>
                  <a:pt x="1046" y="158"/>
                </a:cubicBezTo>
                <a:cubicBezTo>
                  <a:pt x="1062" y="173"/>
                  <a:pt x="1078" y="188"/>
                  <a:pt x="1092" y="204"/>
                </a:cubicBezTo>
                <a:cubicBezTo>
                  <a:pt x="1107" y="220"/>
                  <a:pt x="1121" y="237"/>
                  <a:pt x="1134" y="255"/>
                </a:cubicBezTo>
                <a:cubicBezTo>
                  <a:pt x="1147" y="273"/>
                  <a:pt x="1160" y="291"/>
                  <a:pt x="1171" y="310"/>
                </a:cubicBezTo>
                <a:cubicBezTo>
                  <a:pt x="1183" y="329"/>
                  <a:pt x="1193" y="348"/>
                  <a:pt x="1203" y="368"/>
                </a:cubicBezTo>
                <a:cubicBezTo>
                  <a:pt x="1213" y="389"/>
                  <a:pt x="1222" y="409"/>
                  <a:pt x="1230" y="430"/>
                </a:cubicBezTo>
                <a:cubicBezTo>
                  <a:pt x="1238" y="451"/>
                  <a:pt x="1245" y="473"/>
                  <a:pt x="1251" y="495"/>
                </a:cubicBezTo>
                <a:cubicBezTo>
                  <a:pt x="1257" y="516"/>
                  <a:pt x="1262" y="539"/>
                  <a:pt x="1266" y="561"/>
                </a:cubicBezTo>
                <a:cubicBezTo>
                  <a:pt x="1270" y="583"/>
                  <a:pt x="1273" y="606"/>
                  <a:pt x="1275" y="629"/>
                </a:cubicBezTo>
                <a:cubicBezTo>
                  <a:pt x="1277" y="651"/>
                  <a:pt x="1278" y="674"/>
                  <a:pt x="1278" y="697"/>
                </a:cubicBezTo>
                <a:cubicBezTo>
                  <a:pt x="1278" y="720"/>
                  <a:pt x="1277" y="742"/>
                  <a:pt x="1275" y="765"/>
                </a:cubicBezTo>
                <a:cubicBezTo>
                  <a:pt x="1273" y="788"/>
                  <a:pt x="1270" y="810"/>
                  <a:pt x="1266" y="833"/>
                </a:cubicBezTo>
                <a:cubicBezTo>
                  <a:pt x="1262" y="855"/>
                  <a:pt x="1257" y="877"/>
                  <a:pt x="1251" y="899"/>
                </a:cubicBezTo>
                <a:cubicBezTo>
                  <a:pt x="1245" y="921"/>
                  <a:pt x="1238" y="942"/>
                  <a:pt x="1230" y="963"/>
                </a:cubicBezTo>
                <a:cubicBezTo>
                  <a:pt x="1222" y="984"/>
                  <a:pt x="1213" y="1005"/>
                  <a:pt x="1203" y="1025"/>
                </a:cubicBezTo>
                <a:cubicBezTo>
                  <a:pt x="1193" y="1045"/>
                  <a:pt x="1183" y="1065"/>
                  <a:pt x="1171" y="1084"/>
                </a:cubicBezTo>
                <a:cubicBezTo>
                  <a:pt x="1160" y="1103"/>
                  <a:pt x="1147" y="1121"/>
                  <a:pt x="1134" y="1139"/>
                </a:cubicBezTo>
                <a:cubicBezTo>
                  <a:pt x="1121" y="1156"/>
                  <a:pt x="1107" y="1173"/>
                  <a:pt x="1092" y="1190"/>
                </a:cubicBezTo>
                <a:cubicBezTo>
                  <a:pt x="1078" y="1206"/>
                  <a:pt x="1062" y="1222"/>
                  <a:pt x="1046" y="1236"/>
                </a:cubicBezTo>
                <a:cubicBezTo>
                  <a:pt x="1030" y="1251"/>
                  <a:pt x="1014" y="1264"/>
                  <a:pt x="996" y="1277"/>
                </a:cubicBezTo>
                <a:cubicBezTo>
                  <a:pt x="979" y="1289"/>
                  <a:pt x="961" y="1301"/>
                  <a:pt x="943" y="1312"/>
                </a:cubicBezTo>
                <a:cubicBezTo>
                  <a:pt x="925" y="1323"/>
                  <a:pt x="906" y="1332"/>
                  <a:pt x="887" y="1341"/>
                </a:cubicBezTo>
                <a:cubicBezTo>
                  <a:pt x="868" y="1350"/>
                  <a:pt x="848" y="1358"/>
                  <a:pt x="828" y="1364"/>
                </a:cubicBezTo>
                <a:cubicBezTo>
                  <a:pt x="808" y="1371"/>
                  <a:pt x="788" y="1376"/>
                  <a:pt x="768" y="1381"/>
                </a:cubicBezTo>
                <a:cubicBezTo>
                  <a:pt x="748" y="1385"/>
                  <a:pt x="727" y="1389"/>
                  <a:pt x="706" y="1391"/>
                </a:cubicBezTo>
                <a:cubicBezTo>
                  <a:pt x="686" y="1393"/>
                  <a:pt x="665" y="1394"/>
                  <a:pt x="644" y="1394"/>
                </a:cubicBezTo>
                <a:lnTo>
                  <a:pt x="635" y="1394"/>
                </a:lnTo>
                <a:cubicBezTo>
                  <a:pt x="614" y="1394"/>
                  <a:pt x="594" y="1393"/>
                  <a:pt x="573" y="1391"/>
                </a:cubicBezTo>
                <a:cubicBezTo>
                  <a:pt x="552" y="1389"/>
                  <a:pt x="532" y="1385"/>
                  <a:pt x="512" y="1381"/>
                </a:cubicBezTo>
                <a:cubicBezTo>
                  <a:pt x="491" y="1376"/>
                  <a:pt x="471" y="1371"/>
                  <a:pt x="451" y="1364"/>
                </a:cubicBezTo>
                <a:cubicBezTo>
                  <a:pt x="431" y="1358"/>
                  <a:pt x="412" y="1350"/>
                  <a:pt x="392" y="1341"/>
                </a:cubicBezTo>
                <a:cubicBezTo>
                  <a:pt x="372" y="1332"/>
                  <a:pt x="354" y="1323"/>
                  <a:pt x="335" y="1312"/>
                </a:cubicBezTo>
                <a:cubicBezTo>
                  <a:pt x="317" y="1301"/>
                  <a:pt x="299" y="1289"/>
                  <a:pt x="282" y="1277"/>
                </a:cubicBezTo>
                <a:cubicBezTo>
                  <a:pt x="265" y="1264"/>
                  <a:pt x="248" y="1251"/>
                  <a:pt x="232" y="1236"/>
                </a:cubicBezTo>
                <a:cubicBezTo>
                  <a:pt x="216" y="1222"/>
                  <a:pt x="201" y="1206"/>
                  <a:pt x="186" y="1190"/>
                </a:cubicBezTo>
                <a:cubicBezTo>
                  <a:pt x="171" y="1173"/>
                  <a:pt x="157" y="1156"/>
                  <a:pt x="144" y="1139"/>
                </a:cubicBezTo>
                <a:cubicBezTo>
                  <a:pt x="131" y="1121"/>
                  <a:pt x="119" y="1103"/>
                  <a:pt x="107" y="1084"/>
                </a:cubicBezTo>
                <a:cubicBezTo>
                  <a:pt x="96" y="1065"/>
                  <a:pt x="85" y="1045"/>
                  <a:pt x="75" y="1025"/>
                </a:cubicBezTo>
                <a:cubicBezTo>
                  <a:pt x="65" y="1005"/>
                  <a:pt x="57" y="984"/>
                  <a:pt x="49" y="963"/>
                </a:cubicBezTo>
                <a:cubicBezTo>
                  <a:pt x="41" y="942"/>
                  <a:pt x="34" y="921"/>
                  <a:pt x="28" y="899"/>
                </a:cubicBezTo>
                <a:cubicBezTo>
                  <a:pt x="22" y="877"/>
                  <a:pt x="17" y="855"/>
                  <a:pt x="13" y="833"/>
                </a:cubicBezTo>
                <a:cubicBezTo>
                  <a:pt x="8" y="810"/>
                  <a:pt x="5" y="788"/>
                  <a:pt x="3" y="765"/>
                </a:cubicBezTo>
                <a:cubicBezTo>
                  <a:pt x="1" y="742"/>
                  <a:pt x="0" y="720"/>
                  <a:pt x="0" y="697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266" name="圖片 1265"/>
          <p:cNvPicPr/>
          <p:nvPr/>
        </p:nvPicPr>
        <p:blipFill>
          <a:blip r:embed="rId2"/>
          <a:stretch>
            <a:fillRect/>
          </a:stretch>
        </p:blipFill>
        <p:spPr>
          <a:xfrm>
            <a:off x="668520" y="147924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7" name="文字框 1266"/>
          <p:cNvSpPr txBox="1"/>
          <p:nvPr/>
        </p:nvSpPr>
        <p:spPr>
          <a:xfrm>
            <a:off x="334440" y="312120"/>
            <a:ext cx="2402640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37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互操作面临的挑战</a:t>
            </a:r>
            <a:endParaRPr lang="en-US" sz="23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268" name="圖片 1267"/>
          <p:cNvPicPr/>
          <p:nvPr/>
        </p:nvPicPr>
        <p:blipFill>
          <a:blip r:embed="rId3"/>
          <a:stretch>
            <a:fillRect/>
          </a:stretch>
        </p:blipFill>
        <p:spPr>
          <a:xfrm>
            <a:off x="1136520" y="172152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9" name="文字框 1268"/>
          <p:cNvSpPr txBox="1"/>
          <p:nvPr/>
        </p:nvSpPr>
        <p:spPr>
          <a:xfrm>
            <a:off x="1133280" y="1335960"/>
            <a:ext cx="120780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监管政策差异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70" name="文字框 1269"/>
          <p:cNvSpPr txBox="1"/>
          <p:nvPr/>
        </p:nvSpPr>
        <p:spPr>
          <a:xfrm>
            <a:off x="1333800" y="171432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271" name="圖片 1270"/>
          <p:cNvPicPr/>
          <p:nvPr/>
        </p:nvPicPr>
        <p:blipFill>
          <a:blip r:embed="rId4"/>
          <a:stretch>
            <a:fillRect/>
          </a:stretch>
        </p:blipFill>
        <p:spPr>
          <a:xfrm>
            <a:off x="1136520" y="198900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2" name="文字框 1271"/>
          <p:cNvSpPr txBox="1"/>
          <p:nvPr/>
        </p:nvSpPr>
        <p:spPr>
          <a:xfrm>
            <a:off x="1376280" y="1709640"/>
            <a:ext cx="33534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中国内地对加密货币和私人发行的稳定币持严厉禁止态度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73" name="文字框 1272"/>
          <p:cNvSpPr txBox="1"/>
          <p:nvPr/>
        </p:nvSpPr>
        <p:spPr>
          <a:xfrm>
            <a:off x="1333800" y="198180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74" name="文字框 1273"/>
          <p:cNvSpPr txBox="1"/>
          <p:nvPr/>
        </p:nvSpPr>
        <p:spPr>
          <a:xfrm>
            <a:off x="1376280" y="1977120"/>
            <a:ext cx="403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香港在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75" name="文字框 1274"/>
          <p:cNvSpPr txBox="1"/>
          <p:nvPr/>
        </p:nvSpPr>
        <p:spPr>
          <a:xfrm>
            <a:off x="1777320" y="198180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76" name="文字框 1275"/>
          <p:cNvSpPr txBox="1"/>
          <p:nvPr/>
        </p:nvSpPr>
        <p:spPr>
          <a:xfrm>
            <a:off x="1838880" y="1977120"/>
            <a:ext cx="537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一国两制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77" name="文字框 1276"/>
          <p:cNvSpPr txBox="1"/>
          <p:nvPr/>
        </p:nvSpPr>
        <p:spPr>
          <a:xfrm>
            <a:off x="2373840" y="198180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278" name="圖片 1277"/>
          <p:cNvPicPr/>
          <p:nvPr/>
        </p:nvPicPr>
        <p:blipFill>
          <a:blip r:embed="rId5"/>
          <a:stretch>
            <a:fillRect/>
          </a:stretch>
        </p:blipFill>
        <p:spPr>
          <a:xfrm>
            <a:off x="1136520" y="225648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9" name="文字框 1278"/>
          <p:cNvSpPr txBox="1"/>
          <p:nvPr/>
        </p:nvSpPr>
        <p:spPr>
          <a:xfrm>
            <a:off x="2435400" y="1977120"/>
            <a:ext cx="1878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框架下建立受监管的稳定币市场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80" name="文字框 1279"/>
          <p:cNvSpPr txBox="1"/>
          <p:nvPr/>
        </p:nvSpPr>
        <p:spPr>
          <a:xfrm>
            <a:off x="1333800" y="224928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81" name="文字框 1280"/>
          <p:cNvSpPr txBox="1"/>
          <p:nvPr/>
        </p:nvSpPr>
        <p:spPr>
          <a:xfrm>
            <a:off x="1376280" y="2244600"/>
            <a:ext cx="537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这种监管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82" name="文字框 1281"/>
          <p:cNvSpPr txBox="1"/>
          <p:nvPr/>
        </p:nvSpPr>
        <p:spPr>
          <a:xfrm>
            <a:off x="1911240" y="224928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83" name="文字框 1282"/>
          <p:cNvSpPr txBox="1"/>
          <p:nvPr/>
        </p:nvSpPr>
        <p:spPr>
          <a:xfrm>
            <a:off x="1972800" y="2244600"/>
            <a:ext cx="268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温差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84" name="文字框 1283"/>
          <p:cNvSpPr txBox="1"/>
          <p:nvPr/>
        </p:nvSpPr>
        <p:spPr>
          <a:xfrm>
            <a:off x="2239920" y="224928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85" name="文字框 1284"/>
          <p:cNvSpPr txBox="1"/>
          <p:nvPr/>
        </p:nvSpPr>
        <p:spPr>
          <a:xfrm>
            <a:off x="2301480" y="2244600"/>
            <a:ext cx="13417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是两者融合的最大挑战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86" name="文字框 1285"/>
          <p:cNvSpPr txBox="1"/>
          <p:nvPr/>
        </p:nvSpPr>
        <p:spPr>
          <a:xfrm>
            <a:off x="1200240" y="251676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87" name="文字框 1286"/>
          <p:cNvSpPr txBox="1"/>
          <p:nvPr/>
        </p:nvSpPr>
        <p:spPr>
          <a:xfrm>
            <a:off x="1242720" y="2512080"/>
            <a:ext cx="37558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任何互通机制必须在不违反内地金融稳定和资本管制政策的前提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88" name="任意多邊形 1287"/>
          <p:cNvSpPr/>
          <p:nvPr/>
        </p:nvSpPr>
        <p:spPr>
          <a:xfrm>
            <a:off x="393840" y="1144800"/>
            <a:ext cx="4763880" cy="39240"/>
          </a:xfrm>
          <a:custGeom>
            <a:avLst/>
            <a:gdLst/>
            <a:ahLst/>
            <a:cxnLst/>
            <a:rect l="0" t="0" r="r" b="b"/>
            <a:pathLst>
              <a:path w="13233" h="109">
                <a:moveTo>
                  <a:pt x="90" y="24"/>
                </a:moveTo>
                <a:cubicBezTo>
                  <a:pt x="97" y="21"/>
                  <a:pt x="105" y="18"/>
                  <a:pt x="112" y="15"/>
                </a:cubicBezTo>
                <a:lnTo>
                  <a:pt x="121" y="42"/>
                </a:lnTo>
                <a:cubicBezTo>
                  <a:pt x="82" y="54"/>
                  <a:pt x="49" y="74"/>
                  <a:pt x="19" y="102"/>
                </a:cubicBezTo>
                <a:lnTo>
                  <a:pt x="0" y="81"/>
                </a:lnTo>
                <a:cubicBezTo>
                  <a:pt x="26" y="57"/>
                  <a:pt x="56" y="38"/>
                  <a:pt x="90" y="24"/>
                </a:cubicBezTo>
                <a:moveTo>
                  <a:pt x="205" y="0"/>
                </a:moveTo>
                <a:lnTo>
                  <a:pt x="345" y="0"/>
                </a:lnTo>
                <a:lnTo>
                  <a:pt x="345" y="29"/>
                </a:lnTo>
                <a:lnTo>
                  <a:pt x="205" y="29"/>
                </a:lnTo>
                <a:cubicBezTo>
                  <a:pt x="203" y="29"/>
                  <a:pt x="201" y="29"/>
                  <a:pt x="198" y="29"/>
                </a:cubicBezTo>
                <a:lnTo>
                  <a:pt x="197" y="0"/>
                </a:lnTo>
                <a:cubicBezTo>
                  <a:pt x="200" y="0"/>
                  <a:pt x="203" y="0"/>
                  <a:pt x="205" y="0"/>
                </a:cubicBezTo>
                <a:moveTo>
                  <a:pt x="577" y="0"/>
                </a:moveTo>
                <a:lnTo>
                  <a:pt x="577" y="29"/>
                </a:lnTo>
                <a:lnTo>
                  <a:pt x="438" y="29"/>
                </a:lnTo>
                <a:lnTo>
                  <a:pt x="438" y="0"/>
                </a:lnTo>
                <a:lnTo>
                  <a:pt x="577" y="0"/>
                </a:lnTo>
                <a:moveTo>
                  <a:pt x="810" y="0"/>
                </a:moveTo>
                <a:lnTo>
                  <a:pt x="810" y="29"/>
                </a:lnTo>
                <a:lnTo>
                  <a:pt x="671" y="29"/>
                </a:lnTo>
                <a:lnTo>
                  <a:pt x="671" y="0"/>
                </a:lnTo>
                <a:lnTo>
                  <a:pt x="810" y="0"/>
                </a:lnTo>
                <a:moveTo>
                  <a:pt x="1042" y="0"/>
                </a:moveTo>
                <a:lnTo>
                  <a:pt x="1042" y="29"/>
                </a:lnTo>
                <a:lnTo>
                  <a:pt x="903" y="29"/>
                </a:lnTo>
                <a:lnTo>
                  <a:pt x="903" y="0"/>
                </a:lnTo>
                <a:lnTo>
                  <a:pt x="1042" y="0"/>
                </a:lnTo>
                <a:moveTo>
                  <a:pt x="1275" y="0"/>
                </a:moveTo>
                <a:lnTo>
                  <a:pt x="1275" y="29"/>
                </a:lnTo>
                <a:lnTo>
                  <a:pt x="1136" y="29"/>
                </a:lnTo>
                <a:lnTo>
                  <a:pt x="1136" y="0"/>
                </a:lnTo>
                <a:lnTo>
                  <a:pt x="1275" y="0"/>
                </a:lnTo>
                <a:moveTo>
                  <a:pt x="1508" y="0"/>
                </a:moveTo>
                <a:lnTo>
                  <a:pt x="1508" y="29"/>
                </a:lnTo>
                <a:lnTo>
                  <a:pt x="1368" y="29"/>
                </a:lnTo>
                <a:lnTo>
                  <a:pt x="1368" y="0"/>
                </a:lnTo>
                <a:lnTo>
                  <a:pt x="1508" y="0"/>
                </a:lnTo>
                <a:moveTo>
                  <a:pt x="1740" y="0"/>
                </a:moveTo>
                <a:lnTo>
                  <a:pt x="1740" y="29"/>
                </a:lnTo>
                <a:lnTo>
                  <a:pt x="1601" y="29"/>
                </a:lnTo>
                <a:lnTo>
                  <a:pt x="1601" y="0"/>
                </a:lnTo>
                <a:lnTo>
                  <a:pt x="1740" y="0"/>
                </a:lnTo>
                <a:moveTo>
                  <a:pt x="1973" y="0"/>
                </a:moveTo>
                <a:lnTo>
                  <a:pt x="1973" y="29"/>
                </a:lnTo>
                <a:lnTo>
                  <a:pt x="1833" y="29"/>
                </a:lnTo>
                <a:lnTo>
                  <a:pt x="1833" y="0"/>
                </a:lnTo>
                <a:lnTo>
                  <a:pt x="1973" y="0"/>
                </a:lnTo>
                <a:moveTo>
                  <a:pt x="2205" y="0"/>
                </a:moveTo>
                <a:lnTo>
                  <a:pt x="2205" y="29"/>
                </a:lnTo>
                <a:lnTo>
                  <a:pt x="2066" y="29"/>
                </a:lnTo>
                <a:lnTo>
                  <a:pt x="2066" y="0"/>
                </a:lnTo>
                <a:lnTo>
                  <a:pt x="2205" y="0"/>
                </a:lnTo>
                <a:moveTo>
                  <a:pt x="2438" y="0"/>
                </a:moveTo>
                <a:lnTo>
                  <a:pt x="2438" y="29"/>
                </a:lnTo>
                <a:lnTo>
                  <a:pt x="2299" y="29"/>
                </a:lnTo>
                <a:lnTo>
                  <a:pt x="2299" y="0"/>
                </a:lnTo>
                <a:lnTo>
                  <a:pt x="2438" y="0"/>
                </a:lnTo>
                <a:moveTo>
                  <a:pt x="2670" y="0"/>
                </a:moveTo>
                <a:lnTo>
                  <a:pt x="2670" y="29"/>
                </a:lnTo>
                <a:lnTo>
                  <a:pt x="2531" y="29"/>
                </a:lnTo>
                <a:lnTo>
                  <a:pt x="2531" y="0"/>
                </a:lnTo>
                <a:lnTo>
                  <a:pt x="2670" y="0"/>
                </a:lnTo>
                <a:moveTo>
                  <a:pt x="2903" y="0"/>
                </a:moveTo>
                <a:lnTo>
                  <a:pt x="2903" y="29"/>
                </a:lnTo>
                <a:lnTo>
                  <a:pt x="2764" y="29"/>
                </a:lnTo>
                <a:lnTo>
                  <a:pt x="2764" y="0"/>
                </a:lnTo>
                <a:lnTo>
                  <a:pt x="2903" y="0"/>
                </a:lnTo>
                <a:moveTo>
                  <a:pt x="3135" y="0"/>
                </a:moveTo>
                <a:lnTo>
                  <a:pt x="3135" y="29"/>
                </a:lnTo>
                <a:lnTo>
                  <a:pt x="2996" y="29"/>
                </a:lnTo>
                <a:lnTo>
                  <a:pt x="2996" y="0"/>
                </a:lnTo>
                <a:lnTo>
                  <a:pt x="3135" y="0"/>
                </a:lnTo>
                <a:moveTo>
                  <a:pt x="3368" y="0"/>
                </a:moveTo>
                <a:lnTo>
                  <a:pt x="3368" y="29"/>
                </a:lnTo>
                <a:lnTo>
                  <a:pt x="3229" y="29"/>
                </a:lnTo>
                <a:lnTo>
                  <a:pt x="3229" y="0"/>
                </a:lnTo>
                <a:lnTo>
                  <a:pt x="3368" y="0"/>
                </a:lnTo>
                <a:moveTo>
                  <a:pt x="3601" y="0"/>
                </a:moveTo>
                <a:lnTo>
                  <a:pt x="3601" y="29"/>
                </a:lnTo>
                <a:lnTo>
                  <a:pt x="3461" y="29"/>
                </a:lnTo>
                <a:lnTo>
                  <a:pt x="3461" y="0"/>
                </a:lnTo>
                <a:lnTo>
                  <a:pt x="3601" y="0"/>
                </a:lnTo>
                <a:moveTo>
                  <a:pt x="3833" y="0"/>
                </a:moveTo>
                <a:lnTo>
                  <a:pt x="3833" y="29"/>
                </a:lnTo>
                <a:lnTo>
                  <a:pt x="3694" y="29"/>
                </a:lnTo>
                <a:lnTo>
                  <a:pt x="3694" y="0"/>
                </a:lnTo>
                <a:lnTo>
                  <a:pt x="3833" y="0"/>
                </a:lnTo>
                <a:moveTo>
                  <a:pt x="4066" y="0"/>
                </a:moveTo>
                <a:lnTo>
                  <a:pt x="4066" y="29"/>
                </a:lnTo>
                <a:lnTo>
                  <a:pt x="3926" y="29"/>
                </a:lnTo>
                <a:lnTo>
                  <a:pt x="3926" y="0"/>
                </a:lnTo>
                <a:lnTo>
                  <a:pt x="4066" y="0"/>
                </a:lnTo>
                <a:moveTo>
                  <a:pt x="4298" y="0"/>
                </a:moveTo>
                <a:lnTo>
                  <a:pt x="4298" y="29"/>
                </a:lnTo>
                <a:lnTo>
                  <a:pt x="4159" y="29"/>
                </a:lnTo>
                <a:lnTo>
                  <a:pt x="4159" y="0"/>
                </a:lnTo>
                <a:lnTo>
                  <a:pt x="4298" y="0"/>
                </a:lnTo>
                <a:moveTo>
                  <a:pt x="4531" y="0"/>
                </a:moveTo>
                <a:lnTo>
                  <a:pt x="4531" y="29"/>
                </a:lnTo>
                <a:lnTo>
                  <a:pt x="4392" y="29"/>
                </a:lnTo>
                <a:lnTo>
                  <a:pt x="4392" y="0"/>
                </a:lnTo>
                <a:lnTo>
                  <a:pt x="4531" y="0"/>
                </a:lnTo>
                <a:moveTo>
                  <a:pt x="4763" y="0"/>
                </a:moveTo>
                <a:lnTo>
                  <a:pt x="4763" y="29"/>
                </a:lnTo>
                <a:lnTo>
                  <a:pt x="4624" y="29"/>
                </a:lnTo>
                <a:lnTo>
                  <a:pt x="4624" y="0"/>
                </a:lnTo>
                <a:lnTo>
                  <a:pt x="4763" y="0"/>
                </a:lnTo>
                <a:moveTo>
                  <a:pt x="4996" y="0"/>
                </a:moveTo>
                <a:lnTo>
                  <a:pt x="4996" y="29"/>
                </a:lnTo>
                <a:lnTo>
                  <a:pt x="4857" y="29"/>
                </a:lnTo>
                <a:lnTo>
                  <a:pt x="4857" y="0"/>
                </a:lnTo>
                <a:lnTo>
                  <a:pt x="4996" y="0"/>
                </a:lnTo>
                <a:moveTo>
                  <a:pt x="5229" y="0"/>
                </a:moveTo>
                <a:lnTo>
                  <a:pt x="5229" y="29"/>
                </a:lnTo>
                <a:lnTo>
                  <a:pt x="5089" y="29"/>
                </a:lnTo>
                <a:lnTo>
                  <a:pt x="5089" y="0"/>
                </a:lnTo>
                <a:lnTo>
                  <a:pt x="5229" y="0"/>
                </a:lnTo>
                <a:moveTo>
                  <a:pt x="5461" y="0"/>
                </a:moveTo>
                <a:lnTo>
                  <a:pt x="5461" y="29"/>
                </a:lnTo>
                <a:lnTo>
                  <a:pt x="5322" y="29"/>
                </a:lnTo>
                <a:lnTo>
                  <a:pt x="5322" y="0"/>
                </a:lnTo>
                <a:lnTo>
                  <a:pt x="5461" y="0"/>
                </a:lnTo>
                <a:moveTo>
                  <a:pt x="5695" y="0"/>
                </a:moveTo>
                <a:lnTo>
                  <a:pt x="5695" y="29"/>
                </a:lnTo>
                <a:lnTo>
                  <a:pt x="5555" y="29"/>
                </a:lnTo>
                <a:lnTo>
                  <a:pt x="5555" y="0"/>
                </a:lnTo>
                <a:lnTo>
                  <a:pt x="5695" y="0"/>
                </a:lnTo>
                <a:moveTo>
                  <a:pt x="5927" y="0"/>
                </a:moveTo>
                <a:lnTo>
                  <a:pt x="5927" y="29"/>
                </a:lnTo>
                <a:lnTo>
                  <a:pt x="5788" y="29"/>
                </a:lnTo>
                <a:lnTo>
                  <a:pt x="5788" y="0"/>
                </a:lnTo>
                <a:lnTo>
                  <a:pt x="5927" y="0"/>
                </a:lnTo>
                <a:moveTo>
                  <a:pt x="6160" y="0"/>
                </a:moveTo>
                <a:lnTo>
                  <a:pt x="6160" y="29"/>
                </a:lnTo>
                <a:lnTo>
                  <a:pt x="6021" y="29"/>
                </a:lnTo>
                <a:lnTo>
                  <a:pt x="6021" y="0"/>
                </a:lnTo>
                <a:lnTo>
                  <a:pt x="6160" y="0"/>
                </a:lnTo>
                <a:moveTo>
                  <a:pt x="6392" y="0"/>
                </a:moveTo>
                <a:lnTo>
                  <a:pt x="6392" y="29"/>
                </a:lnTo>
                <a:lnTo>
                  <a:pt x="6253" y="29"/>
                </a:lnTo>
                <a:lnTo>
                  <a:pt x="6253" y="0"/>
                </a:lnTo>
                <a:lnTo>
                  <a:pt x="6392" y="0"/>
                </a:lnTo>
                <a:moveTo>
                  <a:pt x="6625" y="0"/>
                </a:moveTo>
                <a:lnTo>
                  <a:pt x="6625" y="29"/>
                </a:lnTo>
                <a:lnTo>
                  <a:pt x="6486" y="29"/>
                </a:lnTo>
                <a:lnTo>
                  <a:pt x="6486" y="0"/>
                </a:lnTo>
                <a:lnTo>
                  <a:pt x="6625" y="0"/>
                </a:lnTo>
                <a:moveTo>
                  <a:pt x="6858" y="0"/>
                </a:moveTo>
                <a:lnTo>
                  <a:pt x="6858" y="29"/>
                </a:lnTo>
                <a:lnTo>
                  <a:pt x="6718" y="29"/>
                </a:lnTo>
                <a:lnTo>
                  <a:pt x="6718" y="0"/>
                </a:lnTo>
                <a:lnTo>
                  <a:pt x="6858" y="0"/>
                </a:lnTo>
                <a:moveTo>
                  <a:pt x="7090" y="0"/>
                </a:moveTo>
                <a:lnTo>
                  <a:pt x="7090" y="29"/>
                </a:lnTo>
                <a:lnTo>
                  <a:pt x="6951" y="29"/>
                </a:lnTo>
                <a:lnTo>
                  <a:pt x="6951" y="0"/>
                </a:lnTo>
                <a:lnTo>
                  <a:pt x="7090" y="0"/>
                </a:lnTo>
                <a:moveTo>
                  <a:pt x="7323" y="0"/>
                </a:moveTo>
                <a:lnTo>
                  <a:pt x="7323" y="29"/>
                </a:lnTo>
                <a:lnTo>
                  <a:pt x="7183" y="29"/>
                </a:lnTo>
                <a:lnTo>
                  <a:pt x="7183" y="0"/>
                </a:lnTo>
                <a:lnTo>
                  <a:pt x="7323" y="0"/>
                </a:lnTo>
                <a:moveTo>
                  <a:pt x="7555" y="0"/>
                </a:moveTo>
                <a:lnTo>
                  <a:pt x="7555" y="29"/>
                </a:lnTo>
                <a:lnTo>
                  <a:pt x="7416" y="29"/>
                </a:lnTo>
                <a:lnTo>
                  <a:pt x="7416" y="0"/>
                </a:lnTo>
                <a:lnTo>
                  <a:pt x="7555" y="0"/>
                </a:lnTo>
                <a:moveTo>
                  <a:pt x="7788" y="0"/>
                </a:moveTo>
                <a:lnTo>
                  <a:pt x="7788" y="29"/>
                </a:lnTo>
                <a:lnTo>
                  <a:pt x="7649" y="29"/>
                </a:lnTo>
                <a:lnTo>
                  <a:pt x="7649" y="0"/>
                </a:lnTo>
                <a:lnTo>
                  <a:pt x="7788" y="0"/>
                </a:lnTo>
                <a:moveTo>
                  <a:pt x="8020" y="0"/>
                </a:moveTo>
                <a:lnTo>
                  <a:pt x="8020" y="29"/>
                </a:lnTo>
                <a:lnTo>
                  <a:pt x="7881" y="29"/>
                </a:lnTo>
                <a:lnTo>
                  <a:pt x="7881" y="0"/>
                </a:lnTo>
                <a:lnTo>
                  <a:pt x="8020" y="0"/>
                </a:lnTo>
                <a:moveTo>
                  <a:pt x="8253" y="0"/>
                </a:moveTo>
                <a:lnTo>
                  <a:pt x="8253" y="29"/>
                </a:lnTo>
                <a:lnTo>
                  <a:pt x="8114" y="29"/>
                </a:lnTo>
                <a:lnTo>
                  <a:pt x="8114" y="0"/>
                </a:lnTo>
                <a:lnTo>
                  <a:pt x="8253" y="0"/>
                </a:lnTo>
                <a:moveTo>
                  <a:pt x="8486" y="0"/>
                </a:moveTo>
                <a:lnTo>
                  <a:pt x="8486" y="29"/>
                </a:lnTo>
                <a:lnTo>
                  <a:pt x="8346" y="29"/>
                </a:lnTo>
                <a:lnTo>
                  <a:pt x="8346" y="0"/>
                </a:lnTo>
                <a:lnTo>
                  <a:pt x="8486" y="0"/>
                </a:lnTo>
                <a:moveTo>
                  <a:pt x="8718" y="0"/>
                </a:moveTo>
                <a:lnTo>
                  <a:pt x="8718" y="29"/>
                </a:lnTo>
                <a:lnTo>
                  <a:pt x="8579" y="29"/>
                </a:lnTo>
                <a:lnTo>
                  <a:pt x="8579" y="0"/>
                </a:lnTo>
                <a:lnTo>
                  <a:pt x="8718" y="0"/>
                </a:lnTo>
                <a:moveTo>
                  <a:pt x="8951" y="0"/>
                </a:moveTo>
                <a:lnTo>
                  <a:pt x="8951" y="29"/>
                </a:lnTo>
                <a:lnTo>
                  <a:pt x="8811" y="29"/>
                </a:lnTo>
                <a:lnTo>
                  <a:pt x="8811" y="0"/>
                </a:lnTo>
                <a:lnTo>
                  <a:pt x="8951" y="0"/>
                </a:lnTo>
                <a:moveTo>
                  <a:pt x="9183" y="0"/>
                </a:moveTo>
                <a:lnTo>
                  <a:pt x="9183" y="29"/>
                </a:lnTo>
                <a:lnTo>
                  <a:pt x="9044" y="29"/>
                </a:lnTo>
                <a:lnTo>
                  <a:pt x="9044" y="0"/>
                </a:lnTo>
                <a:lnTo>
                  <a:pt x="9183" y="0"/>
                </a:lnTo>
                <a:moveTo>
                  <a:pt x="9416" y="0"/>
                </a:moveTo>
                <a:lnTo>
                  <a:pt x="9416" y="29"/>
                </a:lnTo>
                <a:lnTo>
                  <a:pt x="9276" y="29"/>
                </a:lnTo>
                <a:lnTo>
                  <a:pt x="9276" y="0"/>
                </a:lnTo>
                <a:lnTo>
                  <a:pt x="9416" y="0"/>
                </a:lnTo>
                <a:moveTo>
                  <a:pt x="9648" y="0"/>
                </a:moveTo>
                <a:lnTo>
                  <a:pt x="9648" y="29"/>
                </a:lnTo>
                <a:lnTo>
                  <a:pt x="9509" y="29"/>
                </a:lnTo>
                <a:lnTo>
                  <a:pt x="9509" y="0"/>
                </a:lnTo>
                <a:lnTo>
                  <a:pt x="9648" y="0"/>
                </a:lnTo>
                <a:moveTo>
                  <a:pt x="9881" y="0"/>
                </a:moveTo>
                <a:lnTo>
                  <a:pt x="9881" y="29"/>
                </a:lnTo>
                <a:lnTo>
                  <a:pt x="9742" y="29"/>
                </a:lnTo>
                <a:lnTo>
                  <a:pt x="9742" y="0"/>
                </a:lnTo>
                <a:lnTo>
                  <a:pt x="9881" y="0"/>
                </a:lnTo>
                <a:moveTo>
                  <a:pt x="10113" y="0"/>
                </a:moveTo>
                <a:lnTo>
                  <a:pt x="10113" y="29"/>
                </a:lnTo>
                <a:lnTo>
                  <a:pt x="9974" y="29"/>
                </a:lnTo>
                <a:lnTo>
                  <a:pt x="9974" y="0"/>
                </a:lnTo>
                <a:lnTo>
                  <a:pt x="10113" y="0"/>
                </a:lnTo>
                <a:moveTo>
                  <a:pt x="10346" y="0"/>
                </a:moveTo>
                <a:lnTo>
                  <a:pt x="10346" y="29"/>
                </a:lnTo>
                <a:lnTo>
                  <a:pt x="10207" y="29"/>
                </a:lnTo>
                <a:lnTo>
                  <a:pt x="10207" y="0"/>
                </a:lnTo>
                <a:lnTo>
                  <a:pt x="10346" y="0"/>
                </a:lnTo>
                <a:moveTo>
                  <a:pt x="10579" y="0"/>
                </a:moveTo>
                <a:lnTo>
                  <a:pt x="10579" y="29"/>
                </a:lnTo>
                <a:lnTo>
                  <a:pt x="10439" y="29"/>
                </a:lnTo>
                <a:lnTo>
                  <a:pt x="10439" y="0"/>
                </a:lnTo>
                <a:lnTo>
                  <a:pt x="10579" y="0"/>
                </a:lnTo>
                <a:moveTo>
                  <a:pt x="10811" y="0"/>
                </a:moveTo>
                <a:lnTo>
                  <a:pt x="10811" y="29"/>
                </a:lnTo>
                <a:lnTo>
                  <a:pt x="10672" y="29"/>
                </a:lnTo>
                <a:lnTo>
                  <a:pt x="10672" y="0"/>
                </a:lnTo>
                <a:lnTo>
                  <a:pt x="10811" y="0"/>
                </a:lnTo>
                <a:moveTo>
                  <a:pt x="11044" y="0"/>
                </a:moveTo>
                <a:lnTo>
                  <a:pt x="11044" y="29"/>
                </a:lnTo>
                <a:lnTo>
                  <a:pt x="10904" y="29"/>
                </a:lnTo>
                <a:lnTo>
                  <a:pt x="10904" y="0"/>
                </a:lnTo>
                <a:lnTo>
                  <a:pt x="11044" y="0"/>
                </a:lnTo>
                <a:moveTo>
                  <a:pt x="11276" y="0"/>
                </a:moveTo>
                <a:lnTo>
                  <a:pt x="11276" y="29"/>
                </a:lnTo>
                <a:lnTo>
                  <a:pt x="11137" y="29"/>
                </a:lnTo>
                <a:lnTo>
                  <a:pt x="11137" y="0"/>
                </a:lnTo>
                <a:lnTo>
                  <a:pt x="11276" y="0"/>
                </a:lnTo>
                <a:moveTo>
                  <a:pt x="11509" y="0"/>
                </a:moveTo>
                <a:lnTo>
                  <a:pt x="11509" y="29"/>
                </a:lnTo>
                <a:lnTo>
                  <a:pt x="11370" y="29"/>
                </a:lnTo>
                <a:lnTo>
                  <a:pt x="11370" y="0"/>
                </a:lnTo>
                <a:lnTo>
                  <a:pt x="11509" y="0"/>
                </a:lnTo>
                <a:moveTo>
                  <a:pt x="11741" y="0"/>
                </a:moveTo>
                <a:lnTo>
                  <a:pt x="11741" y="29"/>
                </a:lnTo>
                <a:lnTo>
                  <a:pt x="11602" y="29"/>
                </a:lnTo>
                <a:lnTo>
                  <a:pt x="11602" y="0"/>
                </a:lnTo>
                <a:lnTo>
                  <a:pt x="11741" y="0"/>
                </a:lnTo>
                <a:moveTo>
                  <a:pt x="11974" y="0"/>
                </a:moveTo>
                <a:lnTo>
                  <a:pt x="11974" y="29"/>
                </a:lnTo>
                <a:lnTo>
                  <a:pt x="11835" y="29"/>
                </a:lnTo>
                <a:lnTo>
                  <a:pt x="11835" y="0"/>
                </a:lnTo>
                <a:lnTo>
                  <a:pt x="11974" y="0"/>
                </a:lnTo>
                <a:moveTo>
                  <a:pt x="12207" y="0"/>
                </a:moveTo>
                <a:lnTo>
                  <a:pt x="12207" y="29"/>
                </a:lnTo>
                <a:lnTo>
                  <a:pt x="12067" y="29"/>
                </a:lnTo>
                <a:lnTo>
                  <a:pt x="12067" y="0"/>
                </a:lnTo>
                <a:lnTo>
                  <a:pt x="12207" y="0"/>
                </a:lnTo>
                <a:moveTo>
                  <a:pt x="12439" y="0"/>
                </a:moveTo>
                <a:lnTo>
                  <a:pt x="12439" y="29"/>
                </a:lnTo>
                <a:lnTo>
                  <a:pt x="12300" y="29"/>
                </a:lnTo>
                <a:lnTo>
                  <a:pt x="12300" y="0"/>
                </a:lnTo>
                <a:lnTo>
                  <a:pt x="12439" y="0"/>
                </a:lnTo>
                <a:moveTo>
                  <a:pt x="12672" y="0"/>
                </a:moveTo>
                <a:lnTo>
                  <a:pt x="12672" y="29"/>
                </a:lnTo>
                <a:lnTo>
                  <a:pt x="12532" y="29"/>
                </a:lnTo>
                <a:lnTo>
                  <a:pt x="12532" y="0"/>
                </a:lnTo>
                <a:lnTo>
                  <a:pt x="12672" y="0"/>
                </a:lnTo>
                <a:moveTo>
                  <a:pt x="12904" y="0"/>
                </a:moveTo>
                <a:lnTo>
                  <a:pt x="12904" y="29"/>
                </a:lnTo>
                <a:lnTo>
                  <a:pt x="12765" y="29"/>
                </a:lnTo>
                <a:lnTo>
                  <a:pt x="12765" y="0"/>
                </a:lnTo>
                <a:lnTo>
                  <a:pt x="12904" y="0"/>
                </a:lnTo>
                <a:moveTo>
                  <a:pt x="13020" y="0"/>
                </a:moveTo>
                <a:cubicBezTo>
                  <a:pt x="13057" y="0"/>
                  <a:pt x="13092" y="7"/>
                  <a:pt x="13127" y="20"/>
                </a:cubicBezTo>
                <a:lnTo>
                  <a:pt x="13117" y="46"/>
                </a:lnTo>
                <a:cubicBezTo>
                  <a:pt x="13086" y="34"/>
                  <a:pt x="13053" y="29"/>
                  <a:pt x="13020" y="29"/>
                </a:cubicBezTo>
                <a:lnTo>
                  <a:pt x="12998" y="29"/>
                </a:lnTo>
                <a:lnTo>
                  <a:pt x="12998" y="0"/>
                </a:lnTo>
                <a:lnTo>
                  <a:pt x="13020" y="0"/>
                </a:lnTo>
                <a:moveTo>
                  <a:pt x="13233" y="89"/>
                </a:moveTo>
                <a:lnTo>
                  <a:pt x="13214" y="109"/>
                </a:lnTo>
                <a:cubicBezTo>
                  <a:pt x="13205" y="100"/>
                  <a:pt x="13196" y="92"/>
                  <a:pt x="13186" y="84"/>
                </a:cubicBezTo>
                <a:lnTo>
                  <a:pt x="13202" y="62"/>
                </a:lnTo>
                <a:cubicBezTo>
                  <a:pt x="13213" y="70"/>
                  <a:pt x="13224" y="79"/>
                  <a:pt x="13233" y="89"/>
                </a:cubicBezTo>
                <a:close/>
              </a:path>
            </a:pathLst>
          </a:custGeom>
          <a:solidFill>
            <a:srgbClr val="4CD1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89" name="任意多邊形 1288"/>
          <p:cNvSpPr/>
          <p:nvPr/>
        </p:nvSpPr>
        <p:spPr>
          <a:xfrm>
            <a:off x="390960" y="3044520"/>
            <a:ext cx="4762800" cy="39240"/>
          </a:xfrm>
          <a:custGeom>
            <a:avLst/>
            <a:gdLst/>
            <a:ahLst/>
            <a:cxnLst/>
            <a:rect l="0" t="0" r="r" b="b"/>
            <a:pathLst>
              <a:path w="13230" h="109">
                <a:moveTo>
                  <a:pt x="13144" y="86"/>
                </a:moveTo>
                <a:cubicBezTo>
                  <a:pt x="13135" y="90"/>
                  <a:pt x="13126" y="93"/>
                  <a:pt x="13117" y="96"/>
                </a:cubicBezTo>
                <a:lnTo>
                  <a:pt x="13109" y="69"/>
                </a:lnTo>
                <a:cubicBezTo>
                  <a:pt x="13147" y="57"/>
                  <a:pt x="13182" y="38"/>
                  <a:pt x="13211" y="10"/>
                </a:cubicBezTo>
                <a:lnTo>
                  <a:pt x="13230" y="31"/>
                </a:lnTo>
                <a:cubicBezTo>
                  <a:pt x="13205" y="55"/>
                  <a:pt x="13176" y="73"/>
                  <a:pt x="13144" y="86"/>
                </a:cubicBezTo>
                <a:moveTo>
                  <a:pt x="13028" y="109"/>
                </a:moveTo>
                <a:lnTo>
                  <a:pt x="12893" y="109"/>
                </a:lnTo>
                <a:lnTo>
                  <a:pt x="12893" y="81"/>
                </a:lnTo>
                <a:lnTo>
                  <a:pt x="13028" y="81"/>
                </a:lnTo>
                <a:cubicBezTo>
                  <a:pt x="13029" y="81"/>
                  <a:pt x="13030" y="81"/>
                  <a:pt x="13032" y="81"/>
                </a:cubicBezTo>
                <a:lnTo>
                  <a:pt x="13032" y="109"/>
                </a:lnTo>
                <a:cubicBezTo>
                  <a:pt x="13031" y="109"/>
                  <a:pt x="13029" y="109"/>
                  <a:pt x="13028" y="109"/>
                </a:cubicBezTo>
                <a:moveTo>
                  <a:pt x="12661" y="109"/>
                </a:moveTo>
                <a:lnTo>
                  <a:pt x="12661" y="81"/>
                </a:lnTo>
                <a:lnTo>
                  <a:pt x="12800" y="81"/>
                </a:lnTo>
                <a:lnTo>
                  <a:pt x="12800" y="109"/>
                </a:lnTo>
                <a:lnTo>
                  <a:pt x="12661" y="109"/>
                </a:lnTo>
                <a:moveTo>
                  <a:pt x="12428" y="109"/>
                </a:moveTo>
                <a:lnTo>
                  <a:pt x="12428" y="81"/>
                </a:lnTo>
                <a:lnTo>
                  <a:pt x="12568" y="81"/>
                </a:lnTo>
                <a:lnTo>
                  <a:pt x="12568" y="109"/>
                </a:lnTo>
                <a:lnTo>
                  <a:pt x="12428" y="109"/>
                </a:lnTo>
                <a:moveTo>
                  <a:pt x="12196" y="109"/>
                </a:moveTo>
                <a:lnTo>
                  <a:pt x="12196" y="81"/>
                </a:lnTo>
                <a:lnTo>
                  <a:pt x="12335" y="81"/>
                </a:lnTo>
                <a:lnTo>
                  <a:pt x="12335" y="109"/>
                </a:lnTo>
                <a:lnTo>
                  <a:pt x="12196" y="109"/>
                </a:lnTo>
                <a:moveTo>
                  <a:pt x="11963" y="109"/>
                </a:moveTo>
                <a:lnTo>
                  <a:pt x="11963" y="81"/>
                </a:lnTo>
                <a:lnTo>
                  <a:pt x="12102" y="81"/>
                </a:lnTo>
                <a:lnTo>
                  <a:pt x="12102" y="109"/>
                </a:lnTo>
                <a:lnTo>
                  <a:pt x="11963" y="109"/>
                </a:lnTo>
                <a:moveTo>
                  <a:pt x="11731" y="109"/>
                </a:moveTo>
                <a:lnTo>
                  <a:pt x="11731" y="81"/>
                </a:lnTo>
                <a:lnTo>
                  <a:pt x="11870" y="81"/>
                </a:lnTo>
                <a:lnTo>
                  <a:pt x="11870" y="109"/>
                </a:lnTo>
                <a:lnTo>
                  <a:pt x="11731" y="109"/>
                </a:lnTo>
                <a:moveTo>
                  <a:pt x="11498" y="109"/>
                </a:moveTo>
                <a:lnTo>
                  <a:pt x="11498" y="81"/>
                </a:lnTo>
                <a:lnTo>
                  <a:pt x="11637" y="81"/>
                </a:lnTo>
                <a:lnTo>
                  <a:pt x="11637" y="109"/>
                </a:lnTo>
                <a:lnTo>
                  <a:pt x="11498" y="109"/>
                </a:lnTo>
                <a:moveTo>
                  <a:pt x="11265" y="109"/>
                </a:moveTo>
                <a:lnTo>
                  <a:pt x="11265" y="81"/>
                </a:lnTo>
                <a:lnTo>
                  <a:pt x="11405" y="81"/>
                </a:lnTo>
                <a:lnTo>
                  <a:pt x="11405" y="109"/>
                </a:lnTo>
                <a:lnTo>
                  <a:pt x="11265" y="109"/>
                </a:lnTo>
                <a:moveTo>
                  <a:pt x="11033" y="109"/>
                </a:moveTo>
                <a:lnTo>
                  <a:pt x="11033" y="81"/>
                </a:lnTo>
                <a:lnTo>
                  <a:pt x="11172" y="81"/>
                </a:lnTo>
                <a:lnTo>
                  <a:pt x="11172" y="109"/>
                </a:lnTo>
                <a:lnTo>
                  <a:pt x="11033" y="109"/>
                </a:lnTo>
                <a:moveTo>
                  <a:pt x="10800" y="109"/>
                </a:moveTo>
                <a:lnTo>
                  <a:pt x="10800" y="81"/>
                </a:lnTo>
                <a:lnTo>
                  <a:pt x="10940" y="81"/>
                </a:lnTo>
                <a:lnTo>
                  <a:pt x="10940" y="109"/>
                </a:lnTo>
                <a:lnTo>
                  <a:pt x="10800" y="109"/>
                </a:lnTo>
                <a:moveTo>
                  <a:pt x="10568" y="109"/>
                </a:moveTo>
                <a:lnTo>
                  <a:pt x="10568" y="81"/>
                </a:lnTo>
                <a:lnTo>
                  <a:pt x="10707" y="81"/>
                </a:lnTo>
                <a:lnTo>
                  <a:pt x="10707" y="109"/>
                </a:lnTo>
                <a:lnTo>
                  <a:pt x="10568" y="109"/>
                </a:lnTo>
                <a:moveTo>
                  <a:pt x="10335" y="109"/>
                </a:moveTo>
                <a:lnTo>
                  <a:pt x="10335" y="81"/>
                </a:lnTo>
                <a:lnTo>
                  <a:pt x="10474" y="81"/>
                </a:lnTo>
                <a:lnTo>
                  <a:pt x="10474" y="109"/>
                </a:lnTo>
                <a:lnTo>
                  <a:pt x="10335" y="109"/>
                </a:lnTo>
                <a:moveTo>
                  <a:pt x="10103" y="109"/>
                </a:moveTo>
                <a:lnTo>
                  <a:pt x="10103" y="81"/>
                </a:lnTo>
                <a:lnTo>
                  <a:pt x="10242" y="81"/>
                </a:lnTo>
                <a:lnTo>
                  <a:pt x="10242" y="109"/>
                </a:lnTo>
                <a:lnTo>
                  <a:pt x="10103" y="109"/>
                </a:lnTo>
                <a:moveTo>
                  <a:pt x="9870" y="109"/>
                </a:moveTo>
                <a:lnTo>
                  <a:pt x="9870" y="81"/>
                </a:lnTo>
                <a:lnTo>
                  <a:pt x="10009" y="81"/>
                </a:lnTo>
                <a:lnTo>
                  <a:pt x="10009" y="109"/>
                </a:lnTo>
                <a:lnTo>
                  <a:pt x="9870" y="109"/>
                </a:lnTo>
                <a:moveTo>
                  <a:pt x="9637" y="109"/>
                </a:moveTo>
                <a:lnTo>
                  <a:pt x="9637" y="81"/>
                </a:lnTo>
                <a:lnTo>
                  <a:pt x="9777" y="81"/>
                </a:lnTo>
                <a:lnTo>
                  <a:pt x="9777" y="109"/>
                </a:lnTo>
                <a:lnTo>
                  <a:pt x="9637" y="109"/>
                </a:lnTo>
                <a:moveTo>
                  <a:pt x="9405" y="109"/>
                </a:moveTo>
                <a:lnTo>
                  <a:pt x="9405" y="81"/>
                </a:lnTo>
                <a:lnTo>
                  <a:pt x="9544" y="81"/>
                </a:lnTo>
                <a:lnTo>
                  <a:pt x="9544" y="109"/>
                </a:lnTo>
                <a:lnTo>
                  <a:pt x="9405" y="109"/>
                </a:lnTo>
                <a:moveTo>
                  <a:pt x="9172" y="109"/>
                </a:moveTo>
                <a:lnTo>
                  <a:pt x="9172" y="81"/>
                </a:lnTo>
                <a:lnTo>
                  <a:pt x="9312" y="81"/>
                </a:lnTo>
                <a:lnTo>
                  <a:pt x="9312" y="109"/>
                </a:lnTo>
                <a:lnTo>
                  <a:pt x="9172" y="109"/>
                </a:lnTo>
                <a:moveTo>
                  <a:pt x="8940" y="109"/>
                </a:moveTo>
                <a:lnTo>
                  <a:pt x="8940" y="81"/>
                </a:lnTo>
                <a:lnTo>
                  <a:pt x="9079" y="81"/>
                </a:lnTo>
                <a:lnTo>
                  <a:pt x="9079" y="109"/>
                </a:lnTo>
                <a:lnTo>
                  <a:pt x="8940" y="109"/>
                </a:lnTo>
                <a:moveTo>
                  <a:pt x="8707" y="109"/>
                </a:moveTo>
                <a:lnTo>
                  <a:pt x="8707" y="81"/>
                </a:lnTo>
                <a:lnTo>
                  <a:pt x="8846" y="81"/>
                </a:lnTo>
                <a:lnTo>
                  <a:pt x="8846" y="109"/>
                </a:lnTo>
                <a:lnTo>
                  <a:pt x="8707" y="109"/>
                </a:lnTo>
                <a:moveTo>
                  <a:pt x="8475" y="109"/>
                </a:moveTo>
                <a:lnTo>
                  <a:pt x="8475" y="81"/>
                </a:lnTo>
                <a:lnTo>
                  <a:pt x="8614" y="81"/>
                </a:lnTo>
                <a:lnTo>
                  <a:pt x="8614" y="109"/>
                </a:lnTo>
                <a:lnTo>
                  <a:pt x="8475" y="109"/>
                </a:lnTo>
                <a:moveTo>
                  <a:pt x="8242" y="109"/>
                </a:moveTo>
                <a:lnTo>
                  <a:pt x="8242" y="81"/>
                </a:lnTo>
                <a:lnTo>
                  <a:pt x="8381" y="81"/>
                </a:lnTo>
                <a:lnTo>
                  <a:pt x="8381" y="109"/>
                </a:lnTo>
                <a:lnTo>
                  <a:pt x="8242" y="109"/>
                </a:lnTo>
                <a:moveTo>
                  <a:pt x="8009" y="109"/>
                </a:moveTo>
                <a:lnTo>
                  <a:pt x="8009" y="81"/>
                </a:lnTo>
                <a:lnTo>
                  <a:pt x="8149" y="81"/>
                </a:lnTo>
                <a:lnTo>
                  <a:pt x="8149" y="109"/>
                </a:lnTo>
                <a:lnTo>
                  <a:pt x="8009" y="109"/>
                </a:lnTo>
                <a:moveTo>
                  <a:pt x="7777" y="109"/>
                </a:moveTo>
                <a:lnTo>
                  <a:pt x="7777" y="81"/>
                </a:lnTo>
                <a:lnTo>
                  <a:pt x="7916" y="81"/>
                </a:lnTo>
                <a:lnTo>
                  <a:pt x="7916" y="109"/>
                </a:lnTo>
                <a:lnTo>
                  <a:pt x="7777" y="109"/>
                </a:lnTo>
                <a:moveTo>
                  <a:pt x="7544" y="109"/>
                </a:moveTo>
                <a:lnTo>
                  <a:pt x="7544" y="81"/>
                </a:lnTo>
                <a:lnTo>
                  <a:pt x="7684" y="81"/>
                </a:lnTo>
                <a:lnTo>
                  <a:pt x="7684" y="109"/>
                </a:lnTo>
                <a:lnTo>
                  <a:pt x="7544" y="109"/>
                </a:lnTo>
                <a:moveTo>
                  <a:pt x="7312" y="109"/>
                </a:moveTo>
                <a:lnTo>
                  <a:pt x="7312" y="81"/>
                </a:lnTo>
                <a:lnTo>
                  <a:pt x="7451" y="81"/>
                </a:lnTo>
                <a:lnTo>
                  <a:pt x="7451" y="109"/>
                </a:lnTo>
                <a:lnTo>
                  <a:pt x="7312" y="109"/>
                </a:lnTo>
                <a:moveTo>
                  <a:pt x="7079" y="109"/>
                </a:moveTo>
                <a:lnTo>
                  <a:pt x="7079" y="81"/>
                </a:lnTo>
                <a:lnTo>
                  <a:pt x="7219" y="81"/>
                </a:lnTo>
                <a:lnTo>
                  <a:pt x="7219" y="109"/>
                </a:lnTo>
                <a:lnTo>
                  <a:pt x="7079" y="109"/>
                </a:lnTo>
                <a:moveTo>
                  <a:pt x="6847" y="109"/>
                </a:moveTo>
                <a:lnTo>
                  <a:pt x="6847" y="81"/>
                </a:lnTo>
                <a:lnTo>
                  <a:pt x="6986" y="81"/>
                </a:lnTo>
                <a:lnTo>
                  <a:pt x="6986" y="109"/>
                </a:lnTo>
                <a:lnTo>
                  <a:pt x="6847" y="109"/>
                </a:lnTo>
                <a:moveTo>
                  <a:pt x="6614" y="109"/>
                </a:moveTo>
                <a:lnTo>
                  <a:pt x="6614" y="81"/>
                </a:lnTo>
                <a:lnTo>
                  <a:pt x="6753" y="81"/>
                </a:lnTo>
                <a:lnTo>
                  <a:pt x="6753" y="109"/>
                </a:lnTo>
                <a:lnTo>
                  <a:pt x="6614" y="109"/>
                </a:lnTo>
                <a:moveTo>
                  <a:pt x="6382" y="109"/>
                </a:moveTo>
                <a:lnTo>
                  <a:pt x="6382" y="81"/>
                </a:lnTo>
                <a:lnTo>
                  <a:pt x="6521" y="81"/>
                </a:lnTo>
                <a:lnTo>
                  <a:pt x="6521" y="109"/>
                </a:lnTo>
                <a:lnTo>
                  <a:pt x="6382" y="109"/>
                </a:lnTo>
                <a:moveTo>
                  <a:pt x="6149" y="109"/>
                </a:moveTo>
                <a:lnTo>
                  <a:pt x="6149" y="81"/>
                </a:lnTo>
                <a:lnTo>
                  <a:pt x="6288" y="81"/>
                </a:lnTo>
                <a:lnTo>
                  <a:pt x="6288" y="109"/>
                </a:lnTo>
                <a:lnTo>
                  <a:pt x="6149" y="109"/>
                </a:lnTo>
                <a:moveTo>
                  <a:pt x="5916" y="109"/>
                </a:moveTo>
                <a:lnTo>
                  <a:pt x="5916" y="81"/>
                </a:lnTo>
                <a:lnTo>
                  <a:pt x="6056" y="81"/>
                </a:lnTo>
                <a:lnTo>
                  <a:pt x="6056" y="109"/>
                </a:lnTo>
                <a:lnTo>
                  <a:pt x="5916" y="109"/>
                </a:lnTo>
                <a:moveTo>
                  <a:pt x="5684" y="109"/>
                </a:moveTo>
                <a:lnTo>
                  <a:pt x="5684" y="81"/>
                </a:lnTo>
                <a:lnTo>
                  <a:pt x="5823" y="81"/>
                </a:lnTo>
                <a:lnTo>
                  <a:pt x="5823" y="109"/>
                </a:lnTo>
                <a:lnTo>
                  <a:pt x="5684" y="109"/>
                </a:lnTo>
                <a:moveTo>
                  <a:pt x="5450" y="109"/>
                </a:moveTo>
                <a:lnTo>
                  <a:pt x="5450" y="81"/>
                </a:lnTo>
                <a:lnTo>
                  <a:pt x="5591" y="81"/>
                </a:lnTo>
                <a:lnTo>
                  <a:pt x="5591" y="109"/>
                </a:lnTo>
                <a:lnTo>
                  <a:pt x="5450" y="109"/>
                </a:lnTo>
                <a:moveTo>
                  <a:pt x="5218" y="109"/>
                </a:moveTo>
                <a:lnTo>
                  <a:pt x="5218" y="81"/>
                </a:lnTo>
                <a:lnTo>
                  <a:pt x="5357" y="81"/>
                </a:lnTo>
                <a:lnTo>
                  <a:pt x="5357" y="109"/>
                </a:lnTo>
                <a:lnTo>
                  <a:pt x="5218" y="109"/>
                </a:lnTo>
                <a:moveTo>
                  <a:pt x="4985" y="109"/>
                </a:moveTo>
                <a:lnTo>
                  <a:pt x="4985" y="81"/>
                </a:lnTo>
                <a:lnTo>
                  <a:pt x="5124" y="81"/>
                </a:lnTo>
                <a:lnTo>
                  <a:pt x="5124" y="109"/>
                </a:lnTo>
                <a:lnTo>
                  <a:pt x="4985" y="109"/>
                </a:lnTo>
                <a:moveTo>
                  <a:pt x="4753" y="109"/>
                </a:moveTo>
                <a:lnTo>
                  <a:pt x="4753" y="81"/>
                </a:lnTo>
                <a:lnTo>
                  <a:pt x="4892" y="81"/>
                </a:lnTo>
                <a:lnTo>
                  <a:pt x="4892" y="109"/>
                </a:lnTo>
                <a:lnTo>
                  <a:pt x="4753" y="109"/>
                </a:lnTo>
                <a:moveTo>
                  <a:pt x="4520" y="109"/>
                </a:moveTo>
                <a:lnTo>
                  <a:pt x="4520" y="81"/>
                </a:lnTo>
                <a:lnTo>
                  <a:pt x="4659" y="81"/>
                </a:lnTo>
                <a:lnTo>
                  <a:pt x="4659" y="109"/>
                </a:lnTo>
                <a:lnTo>
                  <a:pt x="4520" y="109"/>
                </a:lnTo>
                <a:moveTo>
                  <a:pt x="4287" y="109"/>
                </a:moveTo>
                <a:lnTo>
                  <a:pt x="4287" y="81"/>
                </a:lnTo>
                <a:lnTo>
                  <a:pt x="4427" y="81"/>
                </a:lnTo>
                <a:lnTo>
                  <a:pt x="4427" y="109"/>
                </a:lnTo>
                <a:lnTo>
                  <a:pt x="4287" y="109"/>
                </a:lnTo>
                <a:moveTo>
                  <a:pt x="4055" y="109"/>
                </a:moveTo>
                <a:lnTo>
                  <a:pt x="4055" y="81"/>
                </a:lnTo>
                <a:lnTo>
                  <a:pt x="4194" y="81"/>
                </a:lnTo>
                <a:lnTo>
                  <a:pt x="4194" y="109"/>
                </a:lnTo>
                <a:lnTo>
                  <a:pt x="4055" y="109"/>
                </a:lnTo>
                <a:moveTo>
                  <a:pt x="3822" y="109"/>
                </a:moveTo>
                <a:lnTo>
                  <a:pt x="3822" y="81"/>
                </a:lnTo>
                <a:lnTo>
                  <a:pt x="3962" y="81"/>
                </a:lnTo>
                <a:lnTo>
                  <a:pt x="3962" y="109"/>
                </a:lnTo>
                <a:lnTo>
                  <a:pt x="3822" y="109"/>
                </a:lnTo>
                <a:moveTo>
                  <a:pt x="3590" y="109"/>
                </a:moveTo>
                <a:lnTo>
                  <a:pt x="3590" y="81"/>
                </a:lnTo>
                <a:lnTo>
                  <a:pt x="3729" y="81"/>
                </a:lnTo>
                <a:lnTo>
                  <a:pt x="3729" y="109"/>
                </a:lnTo>
                <a:lnTo>
                  <a:pt x="3590" y="109"/>
                </a:lnTo>
                <a:moveTo>
                  <a:pt x="3357" y="109"/>
                </a:moveTo>
                <a:lnTo>
                  <a:pt x="3357" y="81"/>
                </a:lnTo>
                <a:lnTo>
                  <a:pt x="3496" y="81"/>
                </a:lnTo>
                <a:lnTo>
                  <a:pt x="3496" y="109"/>
                </a:lnTo>
                <a:lnTo>
                  <a:pt x="3357" y="109"/>
                </a:lnTo>
                <a:moveTo>
                  <a:pt x="3125" y="109"/>
                </a:moveTo>
                <a:lnTo>
                  <a:pt x="3125" y="81"/>
                </a:lnTo>
                <a:lnTo>
                  <a:pt x="3264" y="81"/>
                </a:lnTo>
                <a:lnTo>
                  <a:pt x="3264" y="109"/>
                </a:lnTo>
                <a:lnTo>
                  <a:pt x="3125" y="109"/>
                </a:lnTo>
                <a:moveTo>
                  <a:pt x="2892" y="109"/>
                </a:moveTo>
                <a:lnTo>
                  <a:pt x="2892" y="81"/>
                </a:lnTo>
                <a:lnTo>
                  <a:pt x="3031" y="81"/>
                </a:lnTo>
                <a:lnTo>
                  <a:pt x="3031" y="109"/>
                </a:lnTo>
                <a:lnTo>
                  <a:pt x="2892" y="109"/>
                </a:lnTo>
                <a:moveTo>
                  <a:pt x="2659" y="109"/>
                </a:moveTo>
                <a:lnTo>
                  <a:pt x="2659" y="81"/>
                </a:lnTo>
                <a:lnTo>
                  <a:pt x="2799" y="81"/>
                </a:lnTo>
                <a:lnTo>
                  <a:pt x="2799" y="109"/>
                </a:lnTo>
                <a:lnTo>
                  <a:pt x="2659" y="109"/>
                </a:lnTo>
                <a:moveTo>
                  <a:pt x="2427" y="109"/>
                </a:moveTo>
                <a:lnTo>
                  <a:pt x="2427" y="81"/>
                </a:lnTo>
                <a:lnTo>
                  <a:pt x="2566" y="81"/>
                </a:lnTo>
                <a:lnTo>
                  <a:pt x="2566" y="109"/>
                </a:lnTo>
                <a:lnTo>
                  <a:pt x="2427" y="109"/>
                </a:lnTo>
                <a:moveTo>
                  <a:pt x="2194" y="109"/>
                </a:moveTo>
                <a:lnTo>
                  <a:pt x="2194" y="81"/>
                </a:lnTo>
                <a:lnTo>
                  <a:pt x="2334" y="81"/>
                </a:lnTo>
                <a:lnTo>
                  <a:pt x="2334" y="109"/>
                </a:lnTo>
                <a:lnTo>
                  <a:pt x="2194" y="109"/>
                </a:lnTo>
                <a:moveTo>
                  <a:pt x="1962" y="109"/>
                </a:moveTo>
                <a:lnTo>
                  <a:pt x="1962" y="81"/>
                </a:lnTo>
                <a:lnTo>
                  <a:pt x="2101" y="81"/>
                </a:lnTo>
                <a:lnTo>
                  <a:pt x="2101" y="109"/>
                </a:lnTo>
                <a:lnTo>
                  <a:pt x="1962" y="109"/>
                </a:lnTo>
                <a:moveTo>
                  <a:pt x="1729" y="109"/>
                </a:moveTo>
                <a:lnTo>
                  <a:pt x="1729" y="81"/>
                </a:lnTo>
                <a:lnTo>
                  <a:pt x="1868" y="81"/>
                </a:lnTo>
                <a:lnTo>
                  <a:pt x="1868" y="109"/>
                </a:lnTo>
                <a:lnTo>
                  <a:pt x="1729" y="109"/>
                </a:lnTo>
                <a:moveTo>
                  <a:pt x="1497" y="109"/>
                </a:moveTo>
                <a:lnTo>
                  <a:pt x="1497" y="81"/>
                </a:lnTo>
                <a:lnTo>
                  <a:pt x="1636" y="81"/>
                </a:lnTo>
                <a:lnTo>
                  <a:pt x="1636" y="109"/>
                </a:lnTo>
                <a:lnTo>
                  <a:pt x="1497" y="109"/>
                </a:lnTo>
                <a:moveTo>
                  <a:pt x="1264" y="109"/>
                </a:moveTo>
                <a:lnTo>
                  <a:pt x="1264" y="81"/>
                </a:lnTo>
                <a:lnTo>
                  <a:pt x="1403" y="81"/>
                </a:lnTo>
                <a:lnTo>
                  <a:pt x="1403" y="109"/>
                </a:lnTo>
                <a:lnTo>
                  <a:pt x="1264" y="109"/>
                </a:lnTo>
                <a:moveTo>
                  <a:pt x="1032" y="109"/>
                </a:moveTo>
                <a:lnTo>
                  <a:pt x="1032" y="81"/>
                </a:lnTo>
                <a:lnTo>
                  <a:pt x="1171" y="81"/>
                </a:lnTo>
                <a:lnTo>
                  <a:pt x="1171" y="109"/>
                </a:lnTo>
                <a:lnTo>
                  <a:pt x="1032" y="109"/>
                </a:lnTo>
                <a:moveTo>
                  <a:pt x="799" y="109"/>
                </a:moveTo>
                <a:lnTo>
                  <a:pt x="799" y="81"/>
                </a:lnTo>
                <a:lnTo>
                  <a:pt x="938" y="81"/>
                </a:lnTo>
                <a:lnTo>
                  <a:pt x="938" y="109"/>
                </a:lnTo>
                <a:lnTo>
                  <a:pt x="799" y="109"/>
                </a:lnTo>
                <a:moveTo>
                  <a:pt x="566" y="109"/>
                </a:moveTo>
                <a:lnTo>
                  <a:pt x="566" y="81"/>
                </a:lnTo>
                <a:lnTo>
                  <a:pt x="706" y="81"/>
                </a:lnTo>
                <a:lnTo>
                  <a:pt x="706" y="109"/>
                </a:lnTo>
                <a:lnTo>
                  <a:pt x="566" y="109"/>
                </a:lnTo>
                <a:moveTo>
                  <a:pt x="334" y="109"/>
                </a:moveTo>
                <a:lnTo>
                  <a:pt x="334" y="81"/>
                </a:lnTo>
                <a:lnTo>
                  <a:pt x="473" y="81"/>
                </a:lnTo>
                <a:lnTo>
                  <a:pt x="473" y="109"/>
                </a:lnTo>
                <a:lnTo>
                  <a:pt x="334" y="109"/>
                </a:lnTo>
                <a:moveTo>
                  <a:pt x="213" y="109"/>
                </a:moveTo>
                <a:cubicBezTo>
                  <a:pt x="178" y="109"/>
                  <a:pt x="144" y="103"/>
                  <a:pt x="111" y="91"/>
                </a:cubicBezTo>
                <a:lnTo>
                  <a:pt x="121" y="65"/>
                </a:lnTo>
                <a:cubicBezTo>
                  <a:pt x="151" y="76"/>
                  <a:pt x="182" y="81"/>
                  <a:pt x="213" y="81"/>
                </a:cubicBezTo>
                <a:lnTo>
                  <a:pt x="241" y="81"/>
                </a:lnTo>
                <a:lnTo>
                  <a:pt x="241" y="109"/>
                </a:lnTo>
                <a:lnTo>
                  <a:pt x="213" y="109"/>
                </a:lnTo>
                <a:moveTo>
                  <a:pt x="0" y="20"/>
                </a:moveTo>
                <a:lnTo>
                  <a:pt x="20" y="0"/>
                </a:lnTo>
                <a:cubicBezTo>
                  <a:pt x="29" y="10"/>
                  <a:pt x="40" y="19"/>
                  <a:pt x="51" y="28"/>
                </a:cubicBezTo>
                <a:lnTo>
                  <a:pt x="35" y="50"/>
                </a:lnTo>
                <a:cubicBezTo>
                  <a:pt x="22" y="41"/>
                  <a:pt x="11" y="32"/>
                  <a:pt x="0" y="20"/>
                </a:cubicBezTo>
                <a:close/>
              </a:path>
            </a:pathLst>
          </a:custGeom>
          <a:solidFill>
            <a:srgbClr val="4CD1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90" name="任意多邊形 1289"/>
          <p:cNvSpPr/>
          <p:nvPr/>
        </p:nvSpPr>
        <p:spPr>
          <a:xfrm>
            <a:off x="5150520" y="1176480"/>
            <a:ext cx="39240" cy="1855080"/>
          </a:xfrm>
          <a:custGeom>
            <a:avLst/>
            <a:gdLst/>
            <a:ahLst/>
            <a:cxnLst/>
            <a:rect l="0" t="0" r="r" b="b"/>
            <a:pathLst>
              <a:path w="109" h="5153">
                <a:moveTo>
                  <a:pt x="20" y="0"/>
                </a:moveTo>
                <a:cubicBezTo>
                  <a:pt x="42" y="22"/>
                  <a:pt x="60" y="46"/>
                  <a:pt x="74" y="72"/>
                </a:cubicBezTo>
                <a:lnTo>
                  <a:pt x="49" y="85"/>
                </a:lnTo>
                <a:cubicBezTo>
                  <a:pt x="36" y="61"/>
                  <a:pt x="20" y="39"/>
                  <a:pt x="0" y="20"/>
                </a:cubicBezTo>
                <a:lnTo>
                  <a:pt x="20" y="0"/>
                </a:lnTo>
                <a:moveTo>
                  <a:pt x="109" y="213"/>
                </a:moveTo>
                <a:lnTo>
                  <a:pt x="109" y="288"/>
                </a:lnTo>
                <a:lnTo>
                  <a:pt x="81" y="288"/>
                </a:lnTo>
                <a:lnTo>
                  <a:pt x="81" y="213"/>
                </a:lnTo>
                <a:cubicBezTo>
                  <a:pt x="81" y="196"/>
                  <a:pt x="79" y="178"/>
                  <a:pt x="76" y="161"/>
                </a:cubicBezTo>
                <a:lnTo>
                  <a:pt x="103" y="155"/>
                </a:lnTo>
                <a:cubicBezTo>
                  <a:pt x="107" y="174"/>
                  <a:pt x="109" y="194"/>
                  <a:pt x="109" y="213"/>
                </a:cubicBezTo>
                <a:moveTo>
                  <a:pt x="109" y="521"/>
                </a:moveTo>
                <a:lnTo>
                  <a:pt x="81" y="521"/>
                </a:lnTo>
                <a:lnTo>
                  <a:pt x="81" y="381"/>
                </a:lnTo>
                <a:lnTo>
                  <a:pt x="109" y="381"/>
                </a:lnTo>
                <a:lnTo>
                  <a:pt x="109" y="521"/>
                </a:lnTo>
                <a:moveTo>
                  <a:pt x="109" y="753"/>
                </a:moveTo>
                <a:lnTo>
                  <a:pt x="81" y="753"/>
                </a:lnTo>
                <a:lnTo>
                  <a:pt x="81" y="614"/>
                </a:lnTo>
                <a:lnTo>
                  <a:pt x="109" y="614"/>
                </a:lnTo>
                <a:lnTo>
                  <a:pt x="109" y="753"/>
                </a:lnTo>
                <a:moveTo>
                  <a:pt x="109" y="986"/>
                </a:moveTo>
                <a:lnTo>
                  <a:pt x="81" y="986"/>
                </a:lnTo>
                <a:lnTo>
                  <a:pt x="81" y="847"/>
                </a:lnTo>
                <a:lnTo>
                  <a:pt x="109" y="847"/>
                </a:lnTo>
                <a:lnTo>
                  <a:pt x="109" y="986"/>
                </a:lnTo>
                <a:moveTo>
                  <a:pt x="109" y="1218"/>
                </a:moveTo>
                <a:lnTo>
                  <a:pt x="81" y="1218"/>
                </a:lnTo>
                <a:lnTo>
                  <a:pt x="81" y="1079"/>
                </a:lnTo>
                <a:lnTo>
                  <a:pt x="109" y="1079"/>
                </a:lnTo>
                <a:lnTo>
                  <a:pt x="109" y="1218"/>
                </a:lnTo>
                <a:moveTo>
                  <a:pt x="109" y="1451"/>
                </a:moveTo>
                <a:lnTo>
                  <a:pt x="81" y="1451"/>
                </a:lnTo>
                <a:lnTo>
                  <a:pt x="81" y="1312"/>
                </a:lnTo>
                <a:lnTo>
                  <a:pt x="109" y="1312"/>
                </a:lnTo>
                <a:lnTo>
                  <a:pt x="109" y="1451"/>
                </a:lnTo>
                <a:moveTo>
                  <a:pt x="109" y="1684"/>
                </a:moveTo>
                <a:lnTo>
                  <a:pt x="81" y="1684"/>
                </a:lnTo>
                <a:lnTo>
                  <a:pt x="81" y="1544"/>
                </a:lnTo>
                <a:lnTo>
                  <a:pt x="109" y="1544"/>
                </a:lnTo>
                <a:lnTo>
                  <a:pt x="109" y="1684"/>
                </a:lnTo>
                <a:moveTo>
                  <a:pt x="109" y="1916"/>
                </a:moveTo>
                <a:lnTo>
                  <a:pt x="81" y="1916"/>
                </a:lnTo>
                <a:lnTo>
                  <a:pt x="81" y="1777"/>
                </a:lnTo>
                <a:lnTo>
                  <a:pt x="109" y="1777"/>
                </a:lnTo>
                <a:lnTo>
                  <a:pt x="109" y="1916"/>
                </a:lnTo>
                <a:moveTo>
                  <a:pt x="109" y="2149"/>
                </a:moveTo>
                <a:lnTo>
                  <a:pt x="81" y="2149"/>
                </a:lnTo>
                <a:lnTo>
                  <a:pt x="81" y="2009"/>
                </a:lnTo>
                <a:lnTo>
                  <a:pt x="109" y="2009"/>
                </a:lnTo>
                <a:lnTo>
                  <a:pt x="109" y="2149"/>
                </a:lnTo>
                <a:moveTo>
                  <a:pt x="109" y="2381"/>
                </a:moveTo>
                <a:lnTo>
                  <a:pt x="81" y="2381"/>
                </a:lnTo>
                <a:lnTo>
                  <a:pt x="81" y="2242"/>
                </a:lnTo>
                <a:lnTo>
                  <a:pt x="109" y="2242"/>
                </a:lnTo>
                <a:lnTo>
                  <a:pt x="109" y="2381"/>
                </a:lnTo>
                <a:moveTo>
                  <a:pt x="109" y="2614"/>
                </a:moveTo>
                <a:lnTo>
                  <a:pt x="81" y="2614"/>
                </a:lnTo>
                <a:lnTo>
                  <a:pt x="81" y="2475"/>
                </a:lnTo>
                <a:lnTo>
                  <a:pt x="109" y="2475"/>
                </a:lnTo>
                <a:lnTo>
                  <a:pt x="109" y="2614"/>
                </a:lnTo>
                <a:moveTo>
                  <a:pt x="109" y="2846"/>
                </a:moveTo>
                <a:lnTo>
                  <a:pt x="81" y="2846"/>
                </a:lnTo>
                <a:lnTo>
                  <a:pt x="81" y="2707"/>
                </a:lnTo>
                <a:lnTo>
                  <a:pt x="109" y="2707"/>
                </a:lnTo>
                <a:lnTo>
                  <a:pt x="109" y="2846"/>
                </a:lnTo>
                <a:moveTo>
                  <a:pt x="109" y="3079"/>
                </a:moveTo>
                <a:lnTo>
                  <a:pt x="81" y="3079"/>
                </a:lnTo>
                <a:lnTo>
                  <a:pt x="81" y="2940"/>
                </a:lnTo>
                <a:lnTo>
                  <a:pt x="109" y="2940"/>
                </a:lnTo>
                <a:lnTo>
                  <a:pt x="109" y="3079"/>
                </a:lnTo>
                <a:moveTo>
                  <a:pt x="109" y="3312"/>
                </a:moveTo>
                <a:lnTo>
                  <a:pt x="81" y="3312"/>
                </a:lnTo>
                <a:lnTo>
                  <a:pt x="81" y="3172"/>
                </a:lnTo>
                <a:lnTo>
                  <a:pt x="109" y="3172"/>
                </a:lnTo>
                <a:lnTo>
                  <a:pt x="109" y="3312"/>
                </a:lnTo>
                <a:moveTo>
                  <a:pt x="109" y="3544"/>
                </a:moveTo>
                <a:lnTo>
                  <a:pt x="81" y="3544"/>
                </a:lnTo>
                <a:lnTo>
                  <a:pt x="81" y="3405"/>
                </a:lnTo>
                <a:lnTo>
                  <a:pt x="109" y="3405"/>
                </a:lnTo>
                <a:lnTo>
                  <a:pt x="109" y="3544"/>
                </a:lnTo>
                <a:moveTo>
                  <a:pt x="109" y="3777"/>
                </a:moveTo>
                <a:lnTo>
                  <a:pt x="81" y="3777"/>
                </a:lnTo>
                <a:lnTo>
                  <a:pt x="81" y="3637"/>
                </a:lnTo>
                <a:lnTo>
                  <a:pt x="109" y="3637"/>
                </a:lnTo>
                <a:lnTo>
                  <a:pt x="109" y="3777"/>
                </a:lnTo>
                <a:moveTo>
                  <a:pt x="109" y="4009"/>
                </a:moveTo>
                <a:lnTo>
                  <a:pt x="81" y="4009"/>
                </a:lnTo>
                <a:lnTo>
                  <a:pt x="81" y="3870"/>
                </a:lnTo>
                <a:lnTo>
                  <a:pt x="109" y="3870"/>
                </a:lnTo>
                <a:lnTo>
                  <a:pt x="109" y="4009"/>
                </a:lnTo>
                <a:moveTo>
                  <a:pt x="109" y="4242"/>
                </a:moveTo>
                <a:lnTo>
                  <a:pt x="81" y="4242"/>
                </a:lnTo>
                <a:lnTo>
                  <a:pt x="81" y="4103"/>
                </a:lnTo>
                <a:lnTo>
                  <a:pt x="109" y="4103"/>
                </a:lnTo>
                <a:lnTo>
                  <a:pt x="109" y="4242"/>
                </a:lnTo>
                <a:moveTo>
                  <a:pt x="109" y="4475"/>
                </a:moveTo>
                <a:lnTo>
                  <a:pt x="81" y="4475"/>
                </a:lnTo>
                <a:lnTo>
                  <a:pt x="81" y="4335"/>
                </a:lnTo>
                <a:lnTo>
                  <a:pt x="109" y="4335"/>
                </a:lnTo>
                <a:lnTo>
                  <a:pt x="109" y="4475"/>
                </a:lnTo>
                <a:moveTo>
                  <a:pt x="109" y="4708"/>
                </a:moveTo>
                <a:lnTo>
                  <a:pt x="81" y="4708"/>
                </a:lnTo>
                <a:lnTo>
                  <a:pt x="81" y="4569"/>
                </a:lnTo>
                <a:lnTo>
                  <a:pt x="109" y="4569"/>
                </a:lnTo>
                <a:lnTo>
                  <a:pt x="109" y="4708"/>
                </a:lnTo>
                <a:moveTo>
                  <a:pt x="109" y="4941"/>
                </a:moveTo>
                <a:lnTo>
                  <a:pt x="81" y="4941"/>
                </a:lnTo>
                <a:lnTo>
                  <a:pt x="81" y="4801"/>
                </a:lnTo>
                <a:lnTo>
                  <a:pt x="109" y="4801"/>
                </a:lnTo>
                <a:lnTo>
                  <a:pt x="109" y="4941"/>
                </a:lnTo>
                <a:moveTo>
                  <a:pt x="86" y="5112"/>
                </a:moveTo>
                <a:cubicBezTo>
                  <a:pt x="80" y="5126"/>
                  <a:pt x="73" y="5140"/>
                  <a:pt x="65" y="5153"/>
                </a:cubicBezTo>
                <a:lnTo>
                  <a:pt x="41" y="5138"/>
                </a:lnTo>
                <a:cubicBezTo>
                  <a:pt x="62" y="5104"/>
                  <a:pt x="75" y="5067"/>
                  <a:pt x="79" y="5027"/>
                </a:cubicBezTo>
                <a:lnTo>
                  <a:pt x="107" y="5030"/>
                </a:lnTo>
                <a:cubicBezTo>
                  <a:pt x="104" y="5058"/>
                  <a:pt x="97" y="5085"/>
                  <a:pt x="86" y="5112"/>
                </a:cubicBezTo>
                <a:close/>
              </a:path>
            </a:pathLst>
          </a:custGeom>
          <a:solidFill>
            <a:srgbClr val="4CD1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91" name="任意多邊形 1290"/>
          <p:cNvSpPr/>
          <p:nvPr/>
        </p:nvSpPr>
        <p:spPr>
          <a:xfrm>
            <a:off x="359280" y="1198440"/>
            <a:ext cx="39240" cy="1853640"/>
          </a:xfrm>
          <a:custGeom>
            <a:avLst/>
            <a:gdLst/>
            <a:ahLst/>
            <a:cxnLst/>
            <a:rect l="0" t="0" r="r" b="b"/>
            <a:pathLst>
              <a:path w="109" h="5149">
                <a:moveTo>
                  <a:pt x="89" y="5149"/>
                </a:moveTo>
                <a:cubicBezTo>
                  <a:pt x="69" y="5128"/>
                  <a:pt x="51" y="5105"/>
                  <a:pt x="38" y="5080"/>
                </a:cubicBezTo>
                <a:lnTo>
                  <a:pt x="62" y="5067"/>
                </a:lnTo>
                <a:cubicBezTo>
                  <a:pt x="75" y="5090"/>
                  <a:pt x="90" y="5111"/>
                  <a:pt x="109" y="5129"/>
                </a:cubicBezTo>
                <a:lnTo>
                  <a:pt x="89" y="5149"/>
                </a:lnTo>
                <a:moveTo>
                  <a:pt x="0" y="4935"/>
                </a:moveTo>
                <a:lnTo>
                  <a:pt x="0" y="4865"/>
                </a:lnTo>
                <a:lnTo>
                  <a:pt x="29" y="4865"/>
                </a:lnTo>
                <a:lnTo>
                  <a:pt x="29" y="4935"/>
                </a:lnTo>
                <a:cubicBezTo>
                  <a:pt x="29" y="4954"/>
                  <a:pt x="30" y="4973"/>
                  <a:pt x="34" y="4992"/>
                </a:cubicBezTo>
                <a:lnTo>
                  <a:pt x="6" y="4998"/>
                </a:lnTo>
                <a:cubicBezTo>
                  <a:pt x="2" y="4977"/>
                  <a:pt x="0" y="4957"/>
                  <a:pt x="0" y="4935"/>
                </a:cubicBezTo>
                <a:moveTo>
                  <a:pt x="0" y="4633"/>
                </a:moveTo>
                <a:lnTo>
                  <a:pt x="29" y="4633"/>
                </a:lnTo>
                <a:lnTo>
                  <a:pt x="29" y="4772"/>
                </a:lnTo>
                <a:lnTo>
                  <a:pt x="0" y="4772"/>
                </a:lnTo>
                <a:lnTo>
                  <a:pt x="0" y="4633"/>
                </a:lnTo>
                <a:moveTo>
                  <a:pt x="0" y="4400"/>
                </a:moveTo>
                <a:lnTo>
                  <a:pt x="29" y="4400"/>
                </a:lnTo>
                <a:lnTo>
                  <a:pt x="29" y="4539"/>
                </a:lnTo>
                <a:lnTo>
                  <a:pt x="0" y="4539"/>
                </a:lnTo>
                <a:lnTo>
                  <a:pt x="0" y="4400"/>
                </a:lnTo>
                <a:moveTo>
                  <a:pt x="0" y="4167"/>
                </a:moveTo>
                <a:lnTo>
                  <a:pt x="29" y="4167"/>
                </a:lnTo>
                <a:lnTo>
                  <a:pt x="29" y="4306"/>
                </a:lnTo>
                <a:lnTo>
                  <a:pt x="0" y="4306"/>
                </a:lnTo>
                <a:lnTo>
                  <a:pt x="0" y="4167"/>
                </a:lnTo>
                <a:moveTo>
                  <a:pt x="0" y="3934"/>
                </a:moveTo>
                <a:lnTo>
                  <a:pt x="29" y="3934"/>
                </a:lnTo>
                <a:lnTo>
                  <a:pt x="29" y="4073"/>
                </a:lnTo>
                <a:lnTo>
                  <a:pt x="0" y="4073"/>
                </a:lnTo>
                <a:lnTo>
                  <a:pt x="0" y="3934"/>
                </a:lnTo>
                <a:moveTo>
                  <a:pt x="0" y="3701"/>
                </a:moveTo>
                <a:lnTo>
                  <a:pt x="29" y="3701"/>
                </a:lnTo>
                <a:lnTo>
                  <a:pt x="29" y="3841"/>
                </a:lnTo>
                <a:lnTo>
                  <a:pt x="0" y="3841"/>
                </a:lnTo>
                <a:lnTo>
                  <a:pt x="0" y="3701"/>
                </a:lnTo>
                <a:moveTo>
                  <a:pt x="0" y="3469"/>
                </a:moveTo>
                <a:lnTo>
                  <a:pt x="29" y="3469"/>
                </a:lnTo>
                <a:lnTo>
                  <a:pt x="29" y="3608"/>
                </a:lnTo>
                <a:lnTo>
                  <a:pt x="0" y="3608"/>
                </a:lnTo>
                <a:lnTo>
                  <a:pt x="0" y="3469"/>
                </a:lnTo>
                <a:moveTo>
                  <a:pt x="0" y="3236"/>
                </a:moveTo>
                <a:lnTo>
                  <a:pt x="29" y="3236"/>
                </a:lnTo>
                <a:lnTo>
                  <a:pt x="29" y="3376"/>
                </a:lnTo>
                <a:lnTo>
                  <a:pt x="0" y="3376"/>
                </a:lnTo>
                <a:lnTo>
                  <a:pt x="0" y="3236"/>
                </a:lnTo>
                <a:moveTo>
                  <a:pt x="0" y="3004"/>
                </a:moveTo>
                <a:lnTo>
                  <a:pt x="29" y="3004"/>
                </a:lnTo>
                <a:lnTo>
                  <a:pt x="29" y="3143"/>
                </a:lnTo>
                <a:lnTo>
                  <a:pt x="0" y="3143"/>
                </a:lnTo>
                <a:lnTo>
                  <a:pt x="0" y="3004"/>
                </a:lnTo>
                <a:moveTo>
                  <a:pt x="0" y="2771"/>
                </a:moveTo>
                <a:lnTo>
                  <a:pt x="29" y="2771"/>
                </a:lnTo>
                <a:lnTo>
                  <a:pt x="29" y="2910"/>
                </a:lnTo>
                <a:lnTo>
                  <a:pt x="0" y="2910"/>
                </a:lnTo>
                <a:lnTo>
                  <a:pt x="0" y="2771"/>
                </a:lnTo>
                <a:moveTo>
                  <a:pt x="0" y="2539"/>
                </a:moveTo>
                <a:lnTo>
                  <a:pt x="29" y="2539"/>
                </a:lnTo>
                <a:lnTo>
                  <a:pt x="29" y="2678"/>
                </a:lnTo>
                <a:lnTo>
                  <a:pt x="0" y="2678"/>
                </a:lnTo>
                <a:lnTo>
                  <a:pt x="0" y="2539"/>
                </a:lnTo>
                <a:moveTo>
                  <a:pt x="0" y="2306"/>
                </a:moveTo>
                <a:lnTo>
                  <a:pt x="29" y="2306"/>
                </a:lnTo>
                <a:lnTo>
                  <a:pt x="29" y="2445"/>
                </a:lnTo>
                <a:lnTo>
                  <a:pt x="0" y="2445"/>
                </a:lnTo>
                <a:lnTo>
                  <a:pt x="0" y="2306"/>
                </a:lnTo>
                <a:moveTo>
                  <a:pt x="0" y="2073"/>
                </a:moveTo>
                <a:lnTo>
                  <a:pt x="29" y="2073"/>
                </a:lnTo>
                <a:lnTo>
                  <a:pt x="29" y="2213"/>
                </a:lnTo>
                <a:lnTo>
                  <a:pt x="0" y="2213"/>
                </a:lnTo>
                <a:lnTo>
                  <a:pt x="0" y="2073"/>
                </a:lnTo>
                <a:moveTo>
                  <a:pt x="0" y="1841"/>
                </a:moveTo>
                <a:lnTo>
                  <a:pt x="29" y="1841"/>
                </a:lnTo>
                <a:lnTo>
                  <a:pt x="29" y="1980"/>
                </a:lnTo>
                <a:lnTo>
                  <a:pt x="0" y="1980"/>
                </a:lnTo>
                <a:lnTo>
                  <a:pt x="0" y="1841"/>
                </a:lnTo>
                <a:moveTo>
                  <a:pt x="0" y="1608"/>
                </a:moveTo>
                <a:lnTo>
                  <a:pt x="29" y="1608"/>
                </a:lnTo>
                <a:lnTo>
                  <a:pt x="29" y="1748"/>
                </a:lnTo>
                <a:lnTo>
                  <a:pt x="0" y="1748"/>
                </a:lnTo>
                <a:lnTo>
                  <a:pt x="0" y="1608"/>
                </a:lnTo>
                <a:moveTo>
                  <a:pt x="0" y="1376"/>
                </a:moveTo>
                <a:lnTo>
                  <a:pt x="29" y="1376"/>
                </a:lnTo>
                <a:lnTo>
                  <a:pt x="29" y="1515"/>
                </a:lnTo>
                <a:lnTo>
                  <a:pt x="0" y="1515"/>
                </a:lnTo>
                <a:lnTo>
                  <a:pt x="0" y="1376"/>
                </a:lnTo>
                <a:moveTo>
                  <a:pt x="0" y="1143"/>
                </a:moveTo>
                <a:lnTo>
                  <a:pt x="29" y="1143"/>
                </a:lnTo>
                <a:lnTo>
                  <a:pt x="29" y="1282"/>
                </a:lnTo>
                <a:lnTo>
                  <a:pt x="0" y="1282"/>
                </a:lnTo>
                <a:lnTo>
                  <a:pt x="0" y="1143"/>
                </a:lnTo>
                <a:moveTo>
                  <a:pt x="0" y="911"/>
                </a:moveTo>
                <a:lnTo>
                  <a:pt x="29" y="911"/>
                </a:lnTo>
                <a:lnTo>
                  <a:pt x="29" y="1050"/>
                </a:lnTo>
                <a:lnTo>
                  <a:pt x="0" y="1050"/>
                </a:lnTo>
                <a:lnTo>
                  <a:pt x="0" y="911"/>
                </a:lnTo>
                <a:moveTo>
                  <a:pt x="0" y="678"/>
                </a:moveTo>
                <a:lnTo>
                  <a:pt x="29" y="678"/>
                </a:lnTo>
                <a:lnTo>
                  <a:pt x="29" y="817"/>
                </a:lnTo>
                <a:lnTo>
                  <a:pt x="0" y="817"/>
                </a:lnTo>
                <a:lnTo>
                  <a:pt x="0" y="678"/>
                </a:lnTo>
                <a:moveTo>
                  <a:pt x="0" y="445"/>
                </a:moveTo>
                <a:lnTo>
                  <a:pt x="29" y="445"/>
                </a:lnTo>
                <a:lnTo>
                  <a:pt x="29" y="585"/>
                </a:lnTo>
                <a:lnTo>
                  <a:pt x="0" y="585"/>
                </a:lnTo>
                <a:lnTo>
                  <a:pt x="0" y="445"/>
                </a:lnTo>
                <a:moveTo>
                  <a:pt x="0" y="213"/>
                </a:moveTo>
                <a:lnTo>
                  <a:pt x="29" y="213"/>
                </a:lnTo>
                <a:lnTo>
                  <a:pt x="29" y="352"/>
                </a:lnTo>
                <a:lnTo>
                  <a:pt x="0" y="352"/>
                </a:lnTo>
                <a:lnTo>
                  <a:pt x="0" y="213"/>
                </a:lnTo>
                <a:moveTo>
                  <a:pt x="23" y="37"/>
                </a:moveTo>
                <a:cubicBezTo>
                  <a:pt x="29" y="24"/>
                  <a:pt x="35" y="12"/>
                  <a:pt x="42" y="0"/>
                </a:cubicBezTo>
                <a:lnTo>
                  <a:pt x="66" y="14"/>
                </a:lnTo>
                <a:cubicBezTo>
                  <a:pt x="46" y="49"/>
                  <a:pt x="34" y="86"/>
                  <a:pt x="30" y="126"/>
                </a:cubicBezTo>
                <a:lnTo>
                  <a:pt x="1" y="123"/>
                </a:lnTo>
                <a:cubicBezTo>
                  <a:pt x="4" y="94"/>
                  <a:pt x="11" y="65"/>
                  <a:pt x="23" y="37"/>
                </a:cubicBezTo>
                <a:close/>
              </a:path>
            </a:pathLst>
          </a:custGeom>
          <a:solidFill>
            <a:srgbClr val="4CD1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92" name="任意多邊形 1291"/>
          <p:cNvSpPr/>
          <p:nvPr/>
        </p:nvSpPr>
        <p:spPr>
          <a:xfrm>
            <a:off x="5481720" y="1119600"/>
            <a:ext cx="4880880" cy="1989360"/>
          </a:xfrm>
          <a:custGeom>
            <a:avLst/>
            <a:gdLst/>
            <a:ahLst/>
            <a:cxnLst/>
            <a:rect l="0" t="0" r="r" b="b"/>
            <a:pathLst>
              <a:path w="13558" h="5526">
                <a:moveTo>
                  <a:pt x="27" y="215"/>
                </a:moveTo>
                <a:cubicBezTo>
                  <a:pt x="44" y="172"/>
                  <a:pt x="70" y="135"/>
                  <a:pt x="102" y="102"/>
                </a:cubicBezTo>
                <a:cubicBezTo>
                  <a:pt x="135" y="69"/>
                  <a:pt x="173" y="44"/>
                  <a:pt x="215" y="27"/>
                </a:cubicBezTo>
                <a:cubicBezTo>
                  <a:pt x="258" y="9"/>
                  <a:pt x="302" y="0"/>
                  <a:pt x="348" y="0"/>
                </a:cubicBezTo>
                <a:lnTo>
                  <a:pt x="13210" y="0"/>
                </a:lnTo>
                <a:cubicBezTo>
                  <a:pt x="13256" y="0"/>
                  <a:pt x="13300" y="9"/>
                  <a:pt x="13343" y="27"/>
                </a:cubicBezTo>
                <a:cubicBezTo>
                  <a:pt x="13385" y="44"/>
                  <a:pt x="13423" y="69"/>
                  <a:pt x="13456" y="102"/>
                </a:cubicBezTo>
                <a:cubicBezTo>
                  <a:pt x="13488" y="135"/>
                  <a:pt x="13514" y="172"/>
                  <a:pt x="13531" y="215"/>
                </a:cubicBezTo>
                <a:cubicBezTo>
                  <a:pt x="13549" y="258"/>
                  <a:pt x="13558" y="302"/>
                  <a:pt x="13558" y="348"/>
                </a:cubicBezTo>
                <a:lnTo>
                  <a:pt x="13558" y="5178"/>
                </a:lnTo>
                <a:cubicBezTo>
                  <a:pt x="13558" y="5224"/>
                  <a:pt x="13549" y="5268"/>
                  <a:pt x="13531" y="5311"/>
                </a:cubicBezTo>
                <a:cubicBezTo>
                  <a:pt x="13514" y="5353"/>
                  <a:pt x="13488" y="5391"/>
                  <a:pt x="13456" y="5424"/>
                </a:cubicBezTo>
                <a:cubicBezTo>
                  <a:pt x="13423" y="5456"/>
                  <a:pt x="13385" y="5482"/>
                  <a:pt x="13343" y="5499"/>
                </a:cubicBezTo>
                <a:cubicBezTo>
                  <a:pt x="13300" y="5517"/>
                  <a:pt x="13256" y="5526"/>
                  <a:pt x="13209" y="5526"/>
                </a:cubicBezTo>
                <a:lnTo>
                  <a:pt x="348" y="5526"/>
                </a:lnTo>
                <a:cubicBezTo>
                  <a:pt x="302" y="5526"/>
                  <a:pt x="258" y="5517"/>
                  <a:pt x="215" y="5499"/>
                </a:cubicBezTo>
                <a:cubicBezTo>
                  <a:pt x="173" y="5482"/>
                  <a:pt x="135" y="5456"/>
                  <a:pt x="102" y="5424"/>
                </a:cubicBezTo>
                <a:cubicBezTo>
                  <a:pt x="70" y="5391"/>
                  <a:pt x="44" y="5353"/>
                  <a:pt x="27" y="5311"/>
                </a:cubicBezTo>
                <a:cubicBezTo>
                  <a:pt x="9" y="5268"/>
                  <a:pt x="0" y="5224"/>
                  <a:pt x="0" y="5178"/>
                </a:cubicBezTo>
                <a:lnTo>
                  <a:pt x="0" y="348"/>
                </a:lnTo>
                <a:cubicBezTo>
                  <a:pt x="0" y="302"/>
                  <a:pt x="9" y="258"/>
                  <a:pt x="27" y="215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93" name="任意多邊形 1292"/>
          <p:cNvSpPr/>
          <p:nvPr/>
        </p:nvSpPr>
        <p:spPr>
          <a:xfrm>
            <a:off x="5481720" y="1119600"/>
            <a:ext cx="4880880" cy="1989360"/>
          </a:xfrm>
          <a:custGeom>
            <a:avLst/>
            <a:gdLst/>
            <a:ahLst/>
            <a:cxnLst/>
            <a:rect l="0" t="0" r="r" b="b"/>
            <a:pathLst>
              <a:path w="13558" h="5526">
                <a:moveTo>
                  <a:pt x="0" y="5178"/>
                </a:moveTo>
                <a:lnTo>
                  <a:pt x="0" y="348"/>
                </a:lnTo>
                <a:cubicBezTo>
                  <a:pt x="0" y="302"/>
                  <a:pt x="9" y="258"/>
                  <a:pt x="27" y="215"/>
                </a:cubicBezTo>
                <a:cubicBezTo>
                  <a:pt x="44" y="172"/>
                  <a:pt x="70" y="135"/>
                  <a:pt x="102" y="102"/>
                </a:cubicBezTo>
                <a:cubicBezTo>
                  <a:pt x="135" y="69"/>
                  <a:pt x="173" y="44"/>
                  <a:pt x="215" y="27"/>
                </a:cubicBezTo>
                <a:cubicBezTo>
                  <a:pt x="258" y="9"/>
                  <a:pt x="302" y="0"/>
                  <a:pt x="348" y="0"/>
                </a:cubicBezTo>
                <a:lnTo>
                  <a:pt x="13209" y="0"/>
                </a:lnTo>
                <a:cubicBezTo>
                  <a:pt x="13256" y="0"/>
                  <a:pt x="13300" y="9"/>
                  <a:pt x="13343" y="27"/>
                </a:cubicBezTo>
                <a:cubicBezTo>
                  <a:pt x="13385" y="44"/>
                  <a:pt x="13423" y="69"/>
                  <a:pt x="13456" y="102"/>
                </a:cubicBezTo>
                <a:cubicBezTo>
                  <a:pt x="13488" y="135"/>
                  <a:pt x="13514" y="172"/>
                  <a:pt x="13531" y="215"/>
                </a:cubicBezTo>
                <a:cubicBezTo>
                  <a:pt x="13549" y="258"/>
                  <a:pt x="13558" y="302"/>
                  <a:pt x="13558" y="348"/>
                </a:cubicBezTo>
                <a:lnTo>
                  <a:pt x="13558" y="5178"/>
                </a:lnTo>
                <a:cubicBezTo>
                  <a:pt x="13558" y="5224"/>
                  <a:pt x="13549" y="5268"/>
                  <a:pt x="13531" y="5311"/>
                </a:cubicBezTo>
                <a:cubicBezTo>
                  <a:pt x="13514" y="5353"/>
                  <a:pt x="13488" y="5391"/>
                  <a:pt x="13456" y="5424"/>
                </a:cubicBezTo>
                <a:cubicBezTo>
                  <a:pt x="13423" y="5456"/>
                  <a:pt x="13385" y="5482"/>
                  <a:pt x="13343" y="5499"/>
                </a:cubicBezTo>
                <a:cubicBezTo>
                  <a:pt x="13300" y="5517"/>
                  <a:pt x="13256" y="5526"/>
                  <a:pt x="13209" y="5526"/>
                </a:cubicBezTo>
                <a:lnTo>
                  <a:pt x="348" y="5526"/>
                </a:lnTo>
                <a:cubicBezTo>
                  <a:pt x="302" y="5526"/>
                  <a:pt x="258" y="5517"/>
                  <a:pt x="215" y="5499"/>
                </a:cubicBezTo>
                <a:cubicBezTo>
                  <a:pt x="173" y="5482"/>
                  <a:pt x="135" y="5456"/>
                  <a:pt x="102" y="5424"/>
                </a:cubicBezTo>
                <a:cubicBezTo>
                  <a:pt x="70" y="5391"/>
                  <a:pt x="44" y="5353"/>
                  <a:pt x="27" y="5311"/>
                </a:cubicBezTo>
                <a:cubicBezTo>
                  <a:pt x="9" y="5268"/>
                  <a:pt x="0" y="5224"/>
                  <a:pt x="0" y="5178"/>
                </a:cubicBezTo>
                <a:moveTo>
                  <a:pt x="23" y="348"/>
                </a:moveTo>
                <a:lnTo>
                  <a:pt x="23" y="5178"/>
                </a:lnTo>
                <a:cubicBezTo>
                  <a:pt x="23" y="5199"/>
                  <a:pt x="26" y="5220"/>
                  <a:pt x="30" y="5241"/>
                </a:cubicBezTo>
                <a:cubicBezTo>
                  <a:pt x="34" y="5262"/>
                  <a:pt x="40" y="5282"/>
                  <a:pt x="48" y="5302"/>
                </a:cubicBezTo>
                <a:cubicBezTo>
                  <a:pt x="56" y="5322"/>
                  <a:pt x="66" y="5340"/>
                  <a:pt x="78" y="5358"/>
                </a:cubicBezTo>
                <a:cubicBezTo>
                  <a:pt x="90" y="5376"/>
                  <a:pt x="104" y="5392"/>
                  <a:pt x="119" y="5407"/>
                </a:cubicBezTo>
                <a:cubicBezTo>
                  <a:pt x="134" y="5422"/>
                  <a:pt x="150" y="5436"/>
                  <a:pt x="168" y="5448"/>
                </a:cubicBezTo>
                <a:cubicBezTo>
                  <a:pt x="186" y="5460"/>
                  <a:pt x="204" y="5470"/>
                  <a:pt x="224" y="5478"/>
                </a:cubicBezTo>
                <a:cubicBezTo>
                  <a:pt x="244" y="5486"/>
                  <a:pt x="264" y="5492"/>
                  <a:pt x="285" y="5496"/>
                </a:cubicBezTo>
                <a:cubicBezTo>
                  <a:pt x="306" y="5500"/>
                  <a:pt x="327" y="5503"/>
                  <a:pt x="348" y="5503"/>
                </a:cubicBezTo>
                <a:lnTo>
                  <a:pt x="13209" y="5503"/>
                </a:lnTo>
                <a:cubicBezTo>
                  <a:pt x="13231" y="5503"/>
                  <a:pt x="13252" y="5500"/>
                  <a:pt x="13273" y="5496"/>
                </a:cubicBezTo>
                <a:cubicBezTo>
                  <a:pt x="13294" y="5492"/>
                  <a:pt x="13314" y="5486"/>
                  <a:pt x="13334" y="5478"/>
                </a:cubicBezTo>
                <a:cubicBezTo>
                  <a:pt x="13354" y="5470"/>
                  <a:pt x="13372" y="5460"/>
                  <a:pt x="13390" y="5448"/>
                </a:cubicBezTo>
                <a:cubicBezTo>
                  <a:pt x="13408" y="5436"/>
                  <a:pt x="13424" y="5422"/>
                  <a:pt x="13439" y="5407"/>
                </a:cubicBezTo>
                <a:cubicBezTo>
                  <a:pt x="13454" y="5392"/>
                  <a:pt x="13468" y="5376"/>
                  <a:pt x="13480" y="5358"/>
                </a:cubicBezTo>
                <a:cubicBezTo>
                  <a:pt x="13492" y="5340"/>
                  <a:pt x="13502" y="5322"/>
                  <a:pt x="13510" y="5302"/>
                </a:cubicBezTo>
                <a:cubicBezTo>
                  <a:pt x="13518" y="5282"/>
                  <a:pt x="13524" y="5262"/>
                  <a:pt x="13528" y="5241"/>
                </a:cubicBezTo>
                <a:cubicBezTo>
                  <a:pt x="13532" y="5220"/>
                  <a:pt x="13534" y="5199"/>
                  <a:pt x="13534" y="5178"/>
                </a:cubicBezTo>
                <a:lnTo>
                  <a:pt x="13534" y="348"/>
                </a:lnTo>
                <a:cubicBezTo>
                  <a:pt x="13534" y="327"/>
                  <a:pt x="13532" y="306"/>
                  <a:pt x="13528" y="285"/>
                </a:cubicBezTo>
                <a:cubicBezTo>
                  <a:pt x="13524" y="264"/>
                  <a:pt x="13518" y="244"/>
                  <a:pt x="13510" y="224"/>
                </a:cubicBezTo>
                <a:cubicBezTo>
                  <a:pt x="13502" y="204"/>
                  <a:pt x="13492" y="185"/>
                  <a:pt x="13480" y="168"/>
                </a:cubicBezTo>
                <a:cubicBezTo>
                  <a:pt x="13468" y="150"/>
                  <a:pt x="13454" y="134"/>
                  <a:pt x="13439" y="118"/>
                </a:cubicBezTo>
                <a:cubicBezTo>
                  <a:pt x="13424" y="103"/>
                  <a:pt x="13408" y="90"/>
                  <a:pt x="13390" y="78"/>
                </a:cubicBezTo>
                <a:cubicBezTo>
                  <a:pt x="13372" y="66"/>
                  <a:pt x="13354" y="56"/>
                  <a:pt x="13334" y="48"/>
                </a:cubicBezTo>
                <a:cubicBezTo>
                  <a:pt x="13314" y="40"/>
                  <a:pt x="13294" y="34"/>
                  <a:pt x="13273" y="30"/>
                </a:cubicBezTo>
                <a:cubicBezTo>
                  <a:pt x="13252" y="25"/>
                  <a:pt x="13231" y="23"/>
                  <a:pt x="13209" y="23"/>
                </a:cubicBezTo>
                <a:lnTo>
                  <a:pt x="348" y="23"/>
                </a:lnTo>
                <a:cubicBezTo>
                  <a:pt x="327" y="23"/>
                  <a:pt x="306" y="25"/>
                  <a:pt x="285" y="30"/>
                </a:cubicBezTo>
                <a:cubicBezTo>
                  <a:pt x="264" y="34"/>
                  <a:pt x="244" y="40"/>
                  <a:pt x="224" y="48"/>
                </a:cubicBezTo>
                <a:cubicBezTo>
                  <a:pt x="204" y="56"/>
                  <a:pt x="186" y="66"/>
                  <a:pt x="168" y="78"/>
                </a:cubicBezTo>
                <a:cubicBezTo>
                  <a:pt x="150" y="90"/>
                  <a:pt x="134" y="103"/>
                  <a:pt x="119" y="118"/>
                </a:cubicBezTo>
                <a:cubicBezTo>
                  <a:pt x="104" y="134"/>
                  <a:pt x="90" y="150"/>
                  <a:pt x="78" y="168"/>
                </a:cubicBezTo>
                <a:cubicBezTo>
                  <a:pt x="66" y="185"/>
                  <a:pt x="56" y="204"/>
                  <a:pt x="48" y="224"/>
                </a:cubicBezTo>
                <a:cubicBezTo>
                  <a:pt x="40" y="244"/>
                  <a:pt x="34" y="264"/>
                  <a:pt x="30" y="285"/>
                </a:cubicBezTo>
                <a:cubicBezTo>
                  <a:pt x="26" y="306"/>
                  <a:pt x="23" y="327"/>
                  <a:pt x="23" y="348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94" name="任意多邊形 1293"/>
          <p:cNvSpPr/>
          <p:nvPr/>
        </p:nvSpPr>
        <p:spPr>
          <a:xfrm>
            <a:off x="5690880" y="1328400"/>
            <a:ext cx="459720" cy="501840"/>
          </a:xfrm>
          <a:custGeom>
            <a:avLst/>
            <a:gdLst/>
            <a:ahLst/>
            <a:cxnLst/>
            <a:rect l="0" t="0" r="r" b="b"/>
            <a:pathLst>
              <a:path w="1277" h="1394">
                <a:moveTo>
                  <a:pt x="0" y="698"/>
                </a:moveTo>
                <a:lnTo>
                  <a:pt x="0" y="695"/>
                </a:lnTo>
                <a:cubicBezTo>
                  <a:pt x="0" y="672"/>
                  <a:pt x="1" y="650"/>
                  <a:pt x="3" y="627"/>
                </a:cubicBezTo>
                <a:cubicBezTo>
                  <a:pt x="5" y="604"/>
                  <a:pt x="8" y="582"/>
                  <a:pt x="12" y="560"/>
                </a:cubicBezTo>
                <a:cubicBezTo>
                  <a:pt x="16" y="537"/>
                  <a:pt x="21" y="515"/>
                  <a:pt x="27" y="493"/>
                </a:cubicBezTo>
                <a:cubicBezTo>
                  <a:pt x="33" y="472"/>
                  <a:pt x="40" y="450"/>
                  <a:pt x="48" y="429"/>
                </a:cubicBezTo>
                <a:cubicBezTo>
                  <a:pt x="56" y="408"/>
                  <a:pt x="65" y="388"/>
                  <a:pt x="75" y="368"/>
                </a:cubicBezTo>
                <a:cubicBezTo>
                  <a:pt x="85" y="348"/>
                  <a:pt x="96" y="328"/>
                  <a:pt x="107" y="309"/>
                </a:cubicBezTo>
                <a:cubicBezTo>
                  <a:pt x="119" y="290"/>
                  <a:pt x="131" y="272"/>
                  <a:pt x="145" y="254"/>
                </a:cubicBezTo>
                <a:cubicBezTo>
                  <a:pt x="159" y="237"/>
                  <a:pt x="173" y="220"/>
                  <a:pt x="188" y="204"/>
                </a:cubicBezTo>
                <a:cubicBezTo>
                  <a:pt x="202" y="188"/>
                  <a:pt x="218" y="173"/>
                  <a:pt x="234" y="158"/>
                </a:cubicBezTo>
                <a:cubicBezTo>
                  <a:pt x="250" y="144"/>
                  <a:pt x="267" y="130"/>
                  <a:pt x="284" y="117"/>
                </a:cubicBezTo>
                <a:cubicBezTo>
                  <a:pt x="302" y="105"/>
                  <a:pt x="320" y="93"/>
                  <a:pt x="338" y="82"/>
                </a:cubicBezTo>
                <a:cubicBezTo>
                  <a:pt x="356" y="72"/>
                  <a:pt x="375" y="62"/>
                  <a:pt x="395" y="53"/>
                </a:cubicBezTo>
                <a:cubicBezTo>
                  <a:pt x="414" y="45"/>
                  <a:pt x="434" y="37"/>
                  <a:pt x="454" y="30"/>
                </a:cubicBezTo>
                <a:cubicBezTo>
                  <a:pt x="474" y="24"/>
                  <a:pt x="494" y="18"/>
                  <a:pt x="514" y="14"/>
                </a:cubicBezTo>
                <a:cubicBezTo>
                  <a:pt x="535" y="9"/>
                  <a:pt x="556" y="6"/>
                  <a:pt x="576" y="4"/>
                </a:cubicBezTo>
                <a:cubicBezTo>
                  <a:pt x="597" y="1"/>
                  <a:pt x="618" y="0"/>
                  <a:pt x="639" y="0"/>
                </a:cubicBezTo>
                <a:cubicBezTo>
                  <a:pt x="660" y="0"/>
                  <a:pt x="681" y="1"/>
                  <a:pt x="702" y="4"/>
                </a:cubicBezTo>
                <a:cubicBezTo>
                  <a:pt x="722" y="6"/>
                  <a:pt x="743" y="9"/>
                  <a:pt x="763" y="14"/>
                </a:cubicBezTo>
                <a:cubicBezTo>
                  <a:pt x="784" y="18"/>
                  <a:pt x="804" y="24"/>
                  <a:pt x="824" y="30"/>
                </a:cubicBezTo>
                <a:cubicBezTo>
                  <a:pt x="844" y="37"/>
                  <a:pt x="864" y="45"/>
                  <a:pt x="883" y="53"/>
                </a:cubicBezTo>
                <a:cubicBezTo>
                  <a:pt x="903" y="62"/>
                  <a:pt x="921" y="72"/>
                  <a:pt x="940" y="82"/>
                </a:cubicBezTo>
                <a:cubicBezTo>
                  <a:pt x="958" y="93"/>
                  <a:pt x="976" y="105"/>
                  <a:pt x="994" y="117"/>
                </a:cubicBezTo>
                <a:cubicBezTo>
                  <a:pt x="1011" y="130"/>
                  <a:pt x="1028" y="144"/>
                  <a:pt x="1044" y="158"/>
                </a:cubicBezTo>
                <a:cubicBezTo>
                  <a:pt x="1060" y="173"/>
                  <a:pt x="1076" y="188"/>
                  <a:pt x="1090" y="204"/>
                </a:cubicBezTo>
                <a:cubicBezTo>
                  <a:pt x="1105" y="220"/>
                  <a:pt x="1119" y="237"/>
                  <a:pt x="1132" y="254"/>
                </a:cubicBezTo>
                <a:cubicBezTo>
                  <a:pt x="1146" y="272"/>
                  <a:pt x="1158" y="290"/>
                  <a:pt x="1170" y="309"/>
                </a:cubicBezTo>
                <a:cubicBezTo>
                  <a:pt x="1181" y="328"/>
                  <a:pt x="1192" y="348"/>
                  <a:pt x="1202" y="368"/>
                </a:cubicBezTo>
                <a:cubicBezTo>
                  <a:pt x="1212" y="388"/>
                  <a:pt x="1221" y="408"/>
                  <a:pt x="1229" y="429"/>
                </a:cubicBezTo>
                <a:cubicBezTo>
                  <a:pt x="1237" y="450"/>
                  <a:pt x="1244" y="472"/>
                  <a:pt x="1250" y="493"/>
                </a:cubicBezTo>
                <a:cubicBezTo>
                  <a:pt x="1256" y="515"/>
                  <a:pt x="1261" y="537"/>
                  <a:pt x="1265" y="560"/>
                </a:cubicBezTo>
                <a:cubicBezTo>
                  <a:pt x="1269" y="582"/>
                  <a:pt x="1272" y="604"/>
                  <a:pt x="1274" y="627"/>
                </a:cubicBezTo>
                <a:cubicBezTo>
                  <a:pt x="1276" y="650"/>
                  <a:pt x="1277" y="672"/>
                  <a:pt x="1277" y="695"/>
                </a:cubicBezTo>
                <a:lnTo>
                  <a:pt x="1277" y="698"/>
                </a:lnTo>
                <a:cubicBezTo>
                  <a:pt x="1277" y="721"/>
                  <a:pt x="1276" y="744"/>
                  <a:pt x="1274" y="766"/>
                </a:cubicBezTo>
                <a:cubicBezTo>
                  <a:pt x="1272" y="789"/>
                  <a:pt x="1269" y="812"/>
                  <a:pt x="1265" y="834"/>
                </a:cubicBezTo>
                <a:cubicBezTo>
                  <a:pt x="1261" y="856"/>
                  <a:pt x="1256" y="878"/>
                  <a:pt x="1250" y="900"/>
                </a:cubicBezTo>
                <a:cubicBezTo>
                  <a:pt x="1244" y="922"/>
                  <a:pt x="1237" y="943"/>
                  <a:pt x="1229" y="964"/>
                </a:cubicBezTo>
                <a:cubicBezTo>
                  <a:pt x="1221" y="985"/>
                  <a:pt x="1212" y="1006"/>
                  <a:pt x="1202" y="1026"/>
                </a:cubicBezTo>
                <a:cubicBezTo>
                  <a:pt x="1192" y="1046"/>
                  <a:pt x="1181" y="1065"/>
                  <a:pt x="1170" y="1084"/>
                </a:cubicBezTo>
                <a:cubicBezTo>
                  <a:pt x="1158" y="1103"/>
                  <a:pt x="1146" y="1122"/>
                  <a:pt x="1132" y="1139"/>
                </a:cubicBezTo>
                <a:cubicBezTo>
                  <a:pt x="1119" y="1157"/>
                  <a:pt x="1105" y="1174"/>
                  <a:pt x="1090" y="1191"/>
                </a:cubicBezTo>
                <a:cubicBezTo>
                  <a:pt x="1076" y="1207"/>
                  <a:pt x="1060" y="1222"/>
                  <a:pt x="1044" y="1236"/>
                </a:cubicBezTo>
                <a:cubicBezTo>
                  <a:pt x="1028" y="1251"/>
                  <a:pt x="1011" y="1264"/>
                  <a:pt x="994" y="1277"/>
                </a:cubicBezTo>
                <a:cubicBezTo>
                  <a:pt x="976" y="1290"/>
                  <a:pt x="958" y="1301"/>
                  <a:pt x="940" y="1312"/>
                </a:cubicBezTo>
                <a:cubicBezTo>
                  <a:pt x="921" y="1323"/>
                  <a:pt x="903" y="1333"/>
                  <a:pt x="883" y="1341"/>
                </a:cubicBezTo>
                <a:cubicBezTo>
                  <a:pt x="864" y="1350"/>
                  <a:pt x="844" y="1358"/>
                  <a:pt x="824" y="1364"/>
                </a:cubicBezTo>
                <a:cubicBezTo>
                  <a:pt x="804" y="1371"/>
                  <a:pt x="784" y="1376"/>
                  <a:pt x="763" y="1381"/>
                </a:cubicBezTo>
                <a:cubicBezTo>
                  <a:pt x="743" y="1385"/>
                  <a:pt x="722" y="1389"/>
                  <a:pt x="702" y="1391"/>
                </a:cubicBezTo>
                <a:cubicBezTo>
                  <a:pt x="681" y="1393"/>
                  <a:pt x="660" y="1394"/>
                  <a:pt x="639" y="1394"/>
                </a:cubicBezTo>
                <a:cubicBezTo>
                  <a:pt x="618" y="1394"/>
                  <a:pt x="597" y="1393"/>
                  <a:pt x="576" y="1391"/>
                </a:cubicBezTo>
                <a:cubicBezTo>
                  <a:pt x="556" y="1389"/>
                  <a:pt x="535" y="1385"/>
                  <a:pt x="514" y="1381"/>
                </a:cubicBezTo>
                <a:cubicBezTo>
                  <a:pt x="494" y="1376"/>
                  <a:pt x="474" y="1371"/>
                  <a:pt x="454" y="1364"/>
                </a:cubicBezTo>
                <a:cubicBezTo>
                  <a:pt x="434" y="1358"/>
                  <a:pt x="414" y="1350"/>
                  <a:pt x="395" y="1341"/>
                </a:cubicBezTo>
                <a:cubicBezTo>
                  <a:pt x="375" y="1333"/>
                  <a:pt x="356" y="1323"/>
                  <a:pt x="338" y="1312"/>
                </a:cubicBezTo>
                <a:cubicBezTo>
                  <a:pt x="320" y="1301"/>
                  <a:pt x="302" y="1290"/>
                  <a:pt x="284" y="1277"/>
                </a:cubicBezTo>
                <a:cubicBezTo>
                  <a:pt x="267" y="1264"/>
                  <a:pt x="250" y="1251"/>
                  <a:pt x="234" y="1236"/>
                </a:cubicBezTo>
                <a:cubicBezTo>
                  <a:pt x="218" y="1222"/>
                  <a:pt x="202" y="1207"/>
                  <a:pt x="188" y="1191"/>
                </a:cubicBezTo>
                <a:cubicBezTo>
                  <a:pt x="173" y="1174"/>
                  <a:pt x="159" y="1157"/>
                  <a:pt x="145" y="1139"/>
                </a:cubicBezTo>
                <a:cubicBezTo>
                  <a:pt x="131" y="1122"/>
                  <a:pt x="119" y="1103"/>
                  <a:pt x="107" y="1084"/>
                </a:cubicBezTo>
                <a:cubicBezTo>
                  <a:pt x="96" y="1065"/>
                  <a:pt x="85" y="1046"/>
                  <a:pt x="75" y="1026"/>
                </a:cubicBezTo>
                <a:cubicBezTo>
                  <a:pt x="65" y="1006"/>
                  <a:pt x="56" y="985"/>
                  <a:pt x="48" y="964"/>
                </a:cubicBezTo>
                <a:cubicBezTo>
                  <a:pt x="40" y="943"/>
                  <a:pt x="33" y="922"/>
                  <a:pt x="27" y="900"/>
                </a:cubicBezTo>
                <a:cubicBezTo>
                  <a:pt x="21" y="878"/>
                  <a:pt x="16" y="856"/>
                  <a:pt x="12" y="834"/>
                </a:cubicBezTo>
                <a:cubicBezTo>
                  <a:pt x="8" y="812"/>
                  <a:pt x="5" y="789"/>
                  <a:pt x="3" y="766"/>
                </a:cubicBezTo>
                <a:cubicBezTo>
                  <a:pt x="1" y="744"/>
                  <a:pt x="0" y="721"/>
                  <a:pt x="0" y="698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95" name="文字框 1294"/>
          <p:cNvSpPr txBox="1"/>
          <p:nvPr/>
        </p:nvSpPr>
        <p:spPr>
          <a:xfrm>
            <a:off x="1133280" y="2712600"/>
            <a:ext cx="403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下进行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296" name="圖片 1295"/>
          <p:cNvPicPr/>
          <p:nvPr/>
        </p:nvPicPr>
        <p:blipFill>
          <a:blip r:embed="rId6"/>
          <a:stretch>
            <a:fillRect/>
          </a:stretch>
        </p:blipFill>
        <p:spPr>
          <a:xfrm>
            <a:off x="6284160" y="172152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7" name="文字框 1296"/>
          <p:cNvSpPr txBox="1"/>
          <p:nvPr/>
        </p:nvSpPr>
        <p:spPr>
          <a:xfrm>
            <a:off x="6285240" y="1335960"/>
            <a:ext cx="16099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资本管制与反洗钱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98" name="文字框 1297"/>
          <p:cNvSpPr txBox="1"/>
          <p:nvPr/>
        </p:nvSpPr>
        <p:spPr>
          <a:xfrm>
            <a:off x="6485760" y="1714320"/>
            <a:ext cx="450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e-CNY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99" name="文字框 1298"/>
          <p:cNvSpPr txBox="1"/>
          <p:nvPr/>
        </p:nvSpPr>
        <p:spPr>
          <a:xfrm>
            <a:off x="6933960" y="1709640"/>
            <a:ext cx="26830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跨境试点设置了严格的钱包限额（如余额上限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00" name="文字框 1299"/>
          <p:cNvSpPr txBox="1"/>
          <p:nvPr/>
        </p:nvSpPr>
        <p:spPr>
          <a:xfrm>
            <a:off x="9608040" y="171432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01" name="文字框 1300"/>
          <p:cNvSpPr txBox="1"/>
          <p:nvPr/>
        </p:nvSpPr>
        <p:spPr>
          <a:xfrm>
            <a:off x="9693000" y="1709640"/>
            <a:ext cx="403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万元人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302" name="圖片 1301"/>
          <p:cNvPicPr/>
          <p:nvPr/>
        </p:nvPicPr>
        <p:blipFill>
          <a:blip r:embed="rId7"/>
          <a:stretch>
            <a:fillRect/>
          </a:stretch>
        </p:blipFill>
        <p:spPr>
          <a:xfrm>
            <a:off x="6284160" y="218952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3" name="文字框 1302"/>
          <p:cNvSpPr txBox="1"/>
          <p:nvPr/>
        </p:nvSpPr>
        <p:spPr>
          <a:xfrm>
            <a:off x="6285240" y="1910160"/>
            <a:ext cx="403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民币）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04" name="文字框 1303"/>
          <p:cNvSpPr txBox="1"/>
          <p:nvPr/>
        </p:nvSpPr>
        <p:spPr>
          <a:xfrm>
            <a:off x="6485760" y="218232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305" name="圖片 1304"/>
          <p:cNvPicPr/>
          <p:nvPr/>
        </p:nvPicPr>
        <p:blipFill>
          <a:blip r:embed="rId8"/>
          <a:stretch>
            <a:fillRect/>
          </a:stretch>
        </p:blipFill>
        <p:spPr>
          <a:xfrm>
            <a:off x="6284160" y="2457000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6" name="文字框 1305"/>
          <p:cNvSpPr txBox="1"/>
          <p:nvPr/>
        </p:nvSpPr>
        <p:spPr>
          <a:xfrm>
            <a:off x="6528240" y="2177640"/>
            <a:ext cx="33534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功能限制（不支持转账）是为了防范资本外流和洗钱风险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07" name="文字框 1306"/>
          <p:cNvSpPr txBox="1"/>
          <p:nvPr/>
        </p:nvSpPr>
        <p:spPr>
          <a:xfrm>
            <a:off x="6469200" y="244980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08" name="文字框 1307"/>
          <p:cNvSpPr txBox="1"/>
          <p:nvPr/>
        </p:nvSpPr>
        <p:spPr>
          <a:xfrm>
            <a:off x="6511680" y="2445120"/>
            <a:ext cx="1878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稳定币交易的匿名性给反洗钱（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09" name="文字框 1308"/>
          <p:cNvSpPr txBox="1"/>
          <p:nvPr/>
        </p:nvSpPr>
        <p:spPr>
          <a:xfrm>
            <a:off x="8383680" y="2449800"/>
            <a:ext cx="2829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AML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310" name="圖片 1309"/>
          <p:cNvPicPr/>
          <p:nvPr/>
        </p:nvPicPr>
        <p:blipFill>
          <a:blip r:embed="rId9"/>
          <a:stretch>
            <a:fillRect/>
          </a:stretch>
        </p:blipFill>
        <p:spPr>
          <a:xfrm>
            <a:off x="6284160" y="2724120"/>
            <a:ext cx="1666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1" name="文字框 1310"/>
          <p:cNvSpPr txBox="1"/>
          <p:nvPr/>
        </p:nvSpPr>
        <p:spPr>
          <a:xfrm>
            <a:off x="8664840" y="2445120"/>
            <a:ext cx="9396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）带来巨大挑战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12" name="文字框 1311"/>
          <p:cNvSpPr txBox="1"/>
          <p:nvPr/>
        </p:nvSpPr>
        <p:spPr>
          <a:xfrm>
            <a:off x="6519240" y="271728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13" name="任意多邊形 1312"/>
          <p:cNvSpPr/>
          <p:nvPr/>
        </p:nvSpPr>
        <p:spPr>
          <a:xfrm>
            <a:off x="5480280" y="1117800"/>
            <a:ext cx="4883760" cy="1992600"/>
          </a:xfrm>
          <a:custGeom>
            <a:avLst/>
            <a:gdLst/>
            <a:ahLst/>
            <a:cxnLst/>
            <a:rect l="0" t="0" r="r" b="b"/>
            <a:pathLst>
              <a:path w="13566" h="5535">
                <a:moveTo>
                  <a:pt x="608" y="0"/>
                </a:moveTo>
                <a:lnTo>
                  <a:pt x="748" y="0"/>
                </a:lnTo>
                <a:lnTo>
                  <a:pt x="748" y="103"/>
                </a:lnTo>
                <a:lnTo>
                  <a:pt x="608" y="103"/>
                </a:lnTo>
                <a:lnTo>
                  <a:pt x="608" y="0"/>
                </a:lnTo>
                <a:moveTo>
                  <a:pt x="841" y="0"/>
                </a:moveTo>
                <a:lnTo>
                  <a:pt x="980" y="0"/>
                </a:lnTo>
                <a:lnTo>
                  <a:pt x="980" y="103"/>
                </a:lnTo>
                <a:lnTo>
                  <a:pt x="841" y="103"/>
                </a:lnTo>
                <a:lnTo>
                  <a:pt x="841" y="0"/>
                </a:lnTo>
                <a:moveTo>
                  <a:pt x="1073" y="0"/>
                </a:moveTo>
                <a:lnTo>
                  <a:pt x="1213" y="0"/>
                </a:lnTo>
                <a:lnTo>
                  <a:pt x="1213" y="103"/>
                </a:lnTo>
                <a:lnTo>
                  <a:pt x="1073" y="103"/>
                </a:lnTo>
                <a:lnTo>
                  <a:pt x="1073" y="0"/>
                </a:lnTo>
                <a:moveTo>
                  <a:pt x="1306" y="0"/>
                </a:moveTo>
                <a:lnTo>
                  <a:pt x="1445" y="0"/>
                </a:lnTo>
                <a:lnTo>
                  <a:pt x="1445" y="103"/>
                </a:lnTo>
                <a:lnTo>
                  <a:pt x="1306" y="103"/>
                </a:lnTo>
                <a:lnTo>
                  <a:pt x="1306" y="0"/>
                </a:lnTo>
                <a:moveTo>
                  <a:pt x="1539" y="0"/>
                </a:moveTo>
                <a:lnTo>
                  <a:pt x="1678" y="0"/>
                </a:lnTo>
                <a:lnTo>
                  <a:pt x="1678" y="103"/>
                </a:lnTo>
                <a:lnTo>
                  <a:pt x="1539" y="103"/>
                </a:lnTo>
                <a:lnTo>
                  <a:pt x="1539" y="0"/>
                </a:lnTo>
                <a:moveTo>
                  <a:pt x="1771" y="0"/>
                </a:moveTo>
                <a:lnTo>
                  <a:pt x="1910" y="0"/>
                </a:lnTo>
                <a:lnTo>
                  <a:pt x="1910" y="103"/>
                </a:lnTo>
                <a:lnTo>
                  <a:pt x="1771" y="103"/>
                </a:lnTo>
                <a:lnTo>
                  <a:pt x="1771" y="0"/>
                </a:lnTo>
                <a:moveTo>
                  <a:pt x="2004" y="0"/>
                </a:moveTo>
                <a:lnTo>
                  <a:pt x="2143" y="0"/>
                </a:lnTo>
                <a:lnTo>
                  <a:pt x="2143" y="103"/>
                </a:lnTo>
                <a:lnTo>
                  <a:pt x="2004" y="103"/>
                </a:lnTo>
                <a:lnTo>
                  <a:pt x="2004" y="0"/>
                </a:lnTo>
                <a:moveTo>
                  <a:pt x="2236" y="0"/>
                </a:moveTo>
                <a:lnTo>
                  <a:pt x="2375" y="0"/>
                </a:lnTo>
                <a:lnTo>
                  <a:pt x="2375" y="103"/>
                </a:lnTo>
                <a:lnTo>
                  <a:pt x="2236" y="103"/>
                </a:lnTo>
                <a:lnTo>
                  <a:pt x="2236" y="0"/>
                </a:lnTo>
                <a:moveTo>
                  <a:pt x="2469" y="0"/>
                </a:moveTo>
                <a:lnTo>
                  <a:pt x="2608" y="0"/>
                </a:lnTo>
                <a:lnTo>
                  <a:pt x="2608" y="103"/>
                </a:lnTo>
                <a:lnTo>
                  <a:pt x="2469" y="103"/>
                </a:lnTo>
                <a:lnTo>
                  <a:pt x="2469" y="0"/>
                </a:lnTo>
                <a:moveTo>
                  <a:pt x="2701" y="0"/>
                </a:moveTo>
                <a:lnTo>
                  <a:pt x="2841" y="0"/>
                </a:lnTo>
                <a:lnTo>
                  <a:pt x="2841" y="103"/>
                </a:lnTo>
                <a:lnTo>
                  <a:pt x="2701" y="103"/>
                </a:lnTo>
                <a:lnTo>
                  <a:pt x="2701" y="0"/>
                </a:lnTo>
                <a:moveTo>
                  <a:pt x="2934" y="0"/>
                </a:moveTo>
                <a:lnTo>
                  <a:pt x="3073" y="0"/>
                </a:lnTo>
                <a:lnTo>
                  <a:pt x="3073" y="103"/>
                </a:lnTo>
                <a:lnTo>
                  <a:pt x="2934" y="103"/>
                </a:lnTo>
                <a:lnTo>
                  <a:pt x="2934" y="0"/>
                </a:lnTo>
                <a:moveTo>
                  <a:pt x="3166" y="0"/>
                </a:moveTo>
                <a:lnTo>
                  <a:pt x="3306" y="0"/>
                </a:lnTo>
                <a:lnTo>
                  <a:pt x="3306" y="103"/>
                </a:lnTo>
                <a:lnTo>
                  <a:pt x="3166" y="103"/>
                </a:lnTo>
                <a:lnTo>
                  <a:pt x="3166" y="0"/>
                </a:lnTo>
                <a:moveTo>
                  <a:pt x="3399" y="0"/>
                </a:moveTo>
                <a:lnTo>
                  <a:pt x="3538" y="0"/>
                </a:lnTo>
                <a:lnTo>
                  <a:pt x="3538" y="103"/>
                </a:lnTo>
                <a:lnTo>
                  <a:pt x="3399" y="103"/>
                </a:lnTo>
                <a:lnTo>
                  <a:pt x="3399" y="0"/>
                </a:lnTo>
                <a:moveTo>
                  <a:pt x="3632" y="0"/>
                </a:moveTo>
                <a:lnTo>
                  <a:pt x="3771" y="0"/>
                </a:lnTo>
                <a:lnTo>
                  <a:pt x="3771" y="103"/>
                </a:lnTo>
                <a:lnTo>
                  <a:pt x="3632" y="103"/>
                </a:lnTo>
                <a:lnTo>
                  <a:pt x="3632" y="0"/>
                </a:lnTo>
                <a:moveTo>
                  <a:pt x="3864" y="0"/>
                </a:moveTo>
                <a:lnTo>
                  <a:pt x="4003" y="0"/>
                </a:lnTo>
                <a:lnTo>
                  <a:pt x="4003" y="103"/>
                </a:lnTo>
                <a:lnTo>
                  <a:pt x="3864" y="103"/>
                </a:lnTo>
                <a:lnTo>
                  <a:pt x="3864" y="0"/>
                </a:lnTo>
                <a:moveTo>
                  <a:pt x="4097" y="0"/>
                </a:moveTo>
                <a:lnTo>
                  <a:pt x="4236" y="0"/>
                </a:lnTo>
                <a:lnTo>
                  <a:pt x="4236" y="103"/>
                </a:lnTo>
                <a:lnTo>
                  <a:pt x="4097" y="103"/>
                </a:lnTo>
                <a:lnTo>
                  <a:pt x="4097" y="0"/>
                </a:lnTo>
                <a:moveTo>
                  <a:pt x="4329" y="0"/>
                </a:moveTo>
                <a:lnTo>
                  <a:pt x="4469" y="0"/>
                </a:lnTo>
                <a:lnTo>
                  <a:pt x="4469" y="103"/>
                </a:lnTo>
                <a:lnTo>
                  <a:pt x="4329" y="103"/>
                </a:lnTo>
                <a:lnTo>
                  <a:pt x="4329" y="0"/>
                </a:lnTo>
                <a:moveTo>
                  <a:pt x="4562" y="0"/>
                </a:moveTo>
                <a:lnTo>
                  <a:pt x="4701" y="0"/>
                </a:lnTo>
                <a:lnTo>
                  <a:pt x="4701" y="103"/>
                </a:lnTo>
                <a:lnTo>
                  <a:pt x="4562" y="103"/>
                </a:lnTo>
                <a:lnTo>
                  <a:pt x="4562" y="0"/>
                </a:lnTo>
                <a:moveTo>
                  <a:pt x="4794" y="0"/>
                </a:moveTo>
                <a:lnTo>
                  <a:pt x="4934" y="0"/>
                </a:lnTo>
                <a:lnTo>
                  <a:pt x="4934" y="103"/>
                </a:lnTo>
                <a:lnTo>
                  <a:pt x="4794" y="103"/>
                </a:lnTo>
                <a:lnTo>
                  <a:pt x="4794" y="0"/>
                </a:lnTo>
                <a:moveTo>
                  <a:pt x="5027" y="0"/>
                </a:moveTo>
                <a:lnTo>
                  <a:pt x="5167" y="0"/>
                </a:lnTo>
                <a:lnTo>
                  <a:pt x="5167" y="103"/>
                </a:lnTo>
                <a:lnTo>
                  <a:pt x="5027" y="103"/>
                </a:lnTo>
                <a:lnTo>
                  <a:pt x="5027" y="0"/>
                </a:lnTo>
                <a:moveTo>
                  <a:pt x="5261" y="0"/>
                </a:moveTo>
                <a:lnTo>
                  <a:pt x="5400" y="0"/>
                </a:lnTo>
                <a:lnTo>
                  <a:pt x="5400" y="103"/>
                </a:lnTo>
                <a:lnTo>
                  <a:pt x="5261" y="103"/>
                </a:lnTo>
                <a:lnTo>
                  <a:pt x="5261" y="0"/>
                </a:lnTo>
                <a:moveTo>
                  <a:pt x="5493" y="0"/>
                </a:moveTo>
                <a:lnTo>
                  <a:pt x="5632" y="0"/>
                </a:lnTo>
                <a:lnTo>
                  <a:pt x="5632" y="103"/>
                </a:lnTo>
                <a:lnTo>
                  <a:pt x="5493" y="103"/>
                </a:lnTo>
                <a:lnTo>
                  <a:pt x="5493" y="0"/>
                </a:lnTo>
                <a:moveTo>
                  <a:pt x="5726" y="0"/>
                </a:moveTo>
                <a:lnTo>
                  <a:pt x="5865" y="0"/>
                </a:lnTo>
                <a:lnTo>
                  <a:pt x="5865" y="103"/>
                </a:lnTo>
                <a:lnTo>
                  <a:pt x="5726" y="103"/>
                </a:lnTo>
                <a:lnTo>
                  <a:pt x="5726" y="0"/>
                </a:lnTo>
                <a:moveTo>
                  <a:pt x="5958" y="0"/>
                </a:moveTo>
                <a:lnTo>
                  <a:pt x="6098" y="0"/>
                </a:lnTo>
                <a:lnTo>
                  <a:pt x="6098" y="103"/>
                </a:lnTo>
                <a:lnTo>
                  <a:pt x="5958" y="103"/>
                </a:lnTo>
                <a:lnTo>
                  <a:pt x="5958" y="0"/>
                </a:lnTo>
                <a:moveTo>
                  <a:pt x="6191" y="0"/>
                </a:moveTo>
                <a:lnTo>
                  <a:pt x="6330" y="0"/>
                </a:lnTo>
                <a:lnTo>
                  <a:pt x="6330" y="103"/>
                </a:lnTo>
                <a:lnTo>
                  <a:pt x="6191" y="103"/>
                </a:lnTo>
                <a:lnTo>
                  <a:pt x="6191" y="0"/>
                </a:lnTo>
                <a:moveTo>
                  <a:pt x="6423" y="0"/>
                </a:moveTo>
                <a:lnTo>
                  <a:pt x="6563" y="0"/>
                </a:lnTo>
                <a:lnTo>
                  <a:pt x="6563" y="103"/>
                </a:lnTo>
                <a:lnTo>
                  <a:pt x="6423" y="103"/>
                </a:lnTo>
                <a:lnTo>
                  <a:pt x="6423" y="0"/>
                </a:lnTo>
                <a:moveTo>
                  <a:pt x="6656" y="0"/>
                </a:moveTo>
                <a:lnTo>
                  <a:pt x="6795" y="0"/>
                </a:lnTo>
                <a:lnTo>
                  <a:pt x="6795" y="103"/>
                </a:lnTo>
                <a:lnTo>
                  <a:pt x="6656" y="103"/>
                </a:lnTo>
                <a:lnTo>
                  <a:pt x="6656" y="0"/>
                </a:lnTo>
                <a:moveTo>
                  <a:pt x="6889" y="0"/>
                </a:moveTo>
                <a:lnTo>
                  <a:pt x="7028" y="0"/>
                </a:lnTo>
                <a:lnTo>
                  <a:pt x="7028" y="103"/>
                </a:lnTo>
                <a:lnTo>
                  <a:pt x="6889" y="103"/>
                </a:lnTo>
                <a:lnTo>
                  <a:pt x="6889" y="0"/>
                </a:lnTo>
                <a:moveTo>
                  <a:pt x="7121" y="0"/>
                </a:moveTo>
                <a:lnTo>
                  <a:pt x="7260" y="0"/>
                </a:lnTo>
                <a:lnTo>
                  <a:pt x="7260" y="103"/>
                </a:lnTo>
                <a:lnTo>
                  <a:pt x="7121" y="103"/>
                </a:lnTo>
                <a:lnTo>
                  <a:pt x="7121" y="0"/>
                </a:lnTo>
                <a:moveTo>
                  <a:pt x="7354" y="0"/>
                </a:moveTo>
                <a:lnTo>
                  <a:pt x="7493" y="0"/>
                </a:lnTo>
                <a:lnTo>
                  <a:pt x="7493" y="103"/>
                </a:lnTo>
                <a:lnTo>
                  <a:pt x="7354" y="103"/>
                </a:lnTo>
                <a:lnTo>
                  <a:pt x="7354" y="0"/>
                </a:lnTo>
                <a:moveTo>
                  <a:pt x="7586" y="0"/>
                </a:moveTo>
                <a:lnTo>
                  <a:pt x="7725" y="0"/>
                </a:lnTo>
                <a:lnTo>
                  <a:pt x="7725" y="103"/>
                </a:lnTo>
                <a:lnTo>
                  <a:pt x="7586" y="103"/>
                </a:lnTo>
                <a:lnTo>
                  <a:pt x="7586" y="0"/>
                </a:lnTo>
                <a:moveTo>
                  <a:pt x="7819" y="0"/>
                </a:moveTo>
                <a:lnTo>
                  <a:pt x="7958" y="0"/>
                </a:lnTo>
                <a:lnTo>
                  <a:pt x="7958" y="103"/>
                </a:lnTo>
                <a:lnTo>
                  <a:pt x="7819" y="103"/>
                </a:lnTo>
                <a:lnTo>
                  <a:pt x="7819" y="0"/>
                </a:lnTo>
                <a:moveTo>
                  <a:pt x="8051" y="0"/>
                </a:moveTo>
                <a:lnTo>
                  <a:pt x="8191" y="0"/>
                </a:lnTo>
                <a:lnTo>
                  <a:pt x="8191" y="103"/>
                </a:lnTo>
                <a:lnTo>
                  <a:pt x="8051" y="103"/>
                </a:lnTo>
                <a:lnTo>
                  <a:pt x="8051" y="0"/>
                </a:lnTo>
                <a:moveTo>
                  <a:pt x="8284" y="0"/>
                </a:moveTo>
                <a:lnTo>
                  <a:pt x="8423" y="0"/>
                </a:lnTo>
                <a:lnTo>
                  <a:pt x="8423" y="103"/>
                </a:lnTo>
                <a:lnTo>
                  <a:pt x="8284" y="103"/>
                </a:lnTo>
                <a:lnTo>
                  <a:pt x="8284" y="0"/>
                </a:lnTo>
                <a:moveTo>
                  <a:pt x="8516" y="0"/>
                </a:moveTo>
                <a:lnTo>
                  <a:pt x="8656" y="0"/>
                </a:lnTo>
                <a:lnTo>
                  <a:pt x="8656" y="103"/>
                </a:lnTo>
                <a:lnTo>
                  <a:pt x="8516" y="103"/>
                </a:lnTo>
                <a:lnTo>
                  <a:pt x="8516" y="0"/>
                </a:lnTo>
                <a:moveTo>
                  <a:pt x="8749" y="0"/>
                </a:moveTo>
                <a:lnTo>
                  <a:pt x="8888" y="0"/>
                </a:lnTo>
                <a:lnTo>
                  <a:pt x="8888" y="103"/>
                </a:lnTo>
                <a:lnTo>
                  <a:pt x="8749" y="103"/>
                </a:lnTo>
                <a:lnTo>
                  <a:pt x="8749" y="0"/>
                </a:lnTo>
                <a:moveTo>
                  <a:pt x="8982" y="0"/>
                </a:moveTo>
                <a:lnTo>
                  <a:pt x="9121" y="0"/>
                </a:lnTo>
                <a:lnTo>
                  <a:pt x="9121" y="103"/>
                </a:lnTo>
                <a:lnTo>
                  <a:pt x="8982" y="103"/>
                </a:lnTo>
                <a:lnTo>
                  <a:pt x="8982" y="0"/>
                </a:lnTo>
                <a:moveTo>
                  <a:pt x="9214" y="0"/>
                </a:moveTo>
                <a:lnTo>
                  <a:pt x="9353" y="0"/>
                </a:lnTo>
                <a:lnTo>
                  <a:pt x="9353" y="103"/>
                </a:lnTo>
                <a:lnTo>
                  <a:pt x="9214" y="103"/>
                </a:lnTo>
                <a:lnTo>
                  <a:pt x="9214" y="0"/>
                </a:lnTo>
                <a:moveTo>
                  <a:pt x="9447" y="0"/>
                </a:moveTo>
                <a:lnTo>
                  <a:pt x="9586" y="0"/>
                </a:lnTo>
                <a:lnTo>
                  <a:pt x="9586" y="103"/>
                </a:lnTo>
                <a:lnTo>
                  <a:pt x="9447" y="103"/>
                </a:lnTo>
                <a:lnTo>
                  <a:pt x="9447" y="0"/>
                </a:lnTo>
                <a:moveTo>
                  <a:pt x="9679" y="0"/>
                </a:moveTo>
                <a:lnTo>
                  <a:pt x="9819" y="0"/>
                </a:lnTo>
                <a:lnTo>
                  <a:pt x="9819" y="103"/>
                </a:lnTo>
                <a:lnTo>
                  <a:pt x="9679" y="103"/>
                </a:lnTo>
                <a:lnTo>
                  <a:pt x="9679" y="0"/>
                </a:lnTo>
                <a:moveTo>
                  <a:pt x="9912" y="0"/>
                </a:moveTo>
                <a:lnTo>
                  <a:pt x="10051" y="0"/>
                </a:lnTo>
                <a:lnTo>
                  <a:pt x="10051" y="103"/>
                </a:lnTo>
                <a:lnTo>
                  <a:pt x="9912" y="103"/>
                </a:lnTo>
                <a:lnTo>
                  <a:pt x="9912" y="0"/>
                </a:lnTo>
                <a:moveTo>
                  <a:pt x="10144" y="0"/>
                </a:moveTo>
                <a:lnTo>
                  <a:pt x="10284" y="0"/>
                </a:lnTo>
                <a:lnTo>
                  <a:pt x="10284" y="103"/>
                </a:lnTo>
                <a:lnTo>
                  <a:pt x="10144" y="103"/>
                </a:lnTo>
                <a:lnTo>
                  <a:pt x="10144" y="0"/>
                </a:lnTo>
                <a:moveTo>
                  <a:pt x="10377" y="0"/>
                </a:moveTo>
                <a:lnTo>
                  <a:pt x="10516" y="0"/>
                </a:lnTo>
                <a:lnTo>
                  <a:pt x="10516" y="103"/>
                </a:lnTo>
                <a:lnTo>
                  <a:pt x="10377" y="103"/>
                </a:lnTo>
                <a:lnTo>
                  <a:pt x="10377" y="0"/>
                </a:lnTo>
                <a:moveTo>
                  <a:pt x="10610" y="0"/>
                </a:moveTo>
                <a:lnTo>
                  <a:pt x="10749" y="0"/>
                </a:lnTo>
                <a:lnTo>
                  <a:pt x="10749" y="103"/>
                </a:lnTo>
                <a:lnTo>
                  <a:pt x="10610" y="103"/>
                </a:lnTo>
                <a:lnTo>
                  <a:pt x="10610" y="0"/>
                </a:lnTo>
                <a:moveTo>
                  <a:pt x="10842" y="0"/>
                </a:moveTo>
                <a:lnTo>
                  <a:pt x="10981" y="0"/>
                </a:lnTo>
                <a:lnTo>
                  <a:pt x="10981" y="103"/>
                </a:lnTo>
                <a:lnTo>
                  <a:pt x="10842" y="103"/>
                </a:lnTo>
                <a:lnTo>
                  <a:pt x="10842" y="0"/>
                </a:lnTo>
                <a:moveTo>
                  <a:pt x="11075" y="0"/>
                </a:moveTo>
                <a:lnTo>
                  <a:pt x="11214" y="0"/>
                </a:lnTo>
                <a:lnTo>
                  <a:pt x="11214" y="103"/>
                </a:lnTo>
                <a:lnTo>
                  <a:pt x="11075" y="103"/>
                </a:lnTo>
                <a:lnTo>
                  <a:pt x="11075" y="0"/>
                </a:lnTo>
                <a:moveTo>
                  <a:pt x="11307" y="0"/>
                </a:moveTo>
                <a:lnTo>
                  <a:pt x="11447" y="0"/>
                </a:lnTo>
                <a:lnTo>
                  <a:pt x="11447" y="103"/>
                </a:lnTo>
                <a:lnTo>
                  <a:pt x="11307" y="103"/>
                </a:lnTo>
                <a:lnTo>
                  <a:pt x="11307" y="0"/>
                </a:lnTo>
                <a:moveTo>
                  <a:pt x="11540" y="0"/>
                </a:moveTo>
                <a:lnTo>
                  <a:pt x="11679" y="0"/>
                </a:lnTo>
                <a:lnTo>
                  <a:pt x="11679" y="103"/>
                </a:lnTo>
                <a:lnTo>
                  <a:pt x="11540" y="103"/>
                </a:lnTo>
                <a:lnTo>
                  <a:pt x="11540" y="0"/>
                </a:lnTo>
                <a:moveTo>
                  <a:pt x="11772" y="0"/>
                </a:moveTo>
                <a:lnTo>
                  <a:pt x="11912" y="0"/>
                </a:lnTo>
                <a:lnTo>
                  <a:pt x="11912" y="103"/>
                </a:lnTo>
                <a:lnTo>
                  <a:pt x="11772" y="103"/>
                </a:lnTo>
                <a:lnTo>
                  <a:pt x="11772" y="0"/>
                </a:lnTo>
                <a:moveTo>
                  <a:pt x="12005" y="0"/>
                </a:moveTo>
                <a:lnTo>
                  <a:pt x="12144" y="0"/>
                </a:lnTo>
                <a:lnTo>
                  <a:pt x="12144" y="103"/>
                </a:lnTo>
                <a:lnTo>
                  <a:pt x="12005" y="103"/>
                </a:lnTo>
                <a:lnTo>
                  <a:pt x="12005" y="0"/>
                </a:lnTo>
                <a:moveTo>
                  <a:pt x="12238" y="0"/>
                </a:moveTo>
                <a:lnTo>
                  <a:pt x="12377" y="0"/>
                </a:lnTo>
                <a:lnTo>
                  <a:pt x="12377" y="103"/>
                </a:lnTo>
                <a:lnTo>
                  <a:pt x="12238" y="103"/>
                </a:lnTo>
                <a:lnTo>
                  <a:pt x="12238" y="0"/>
                </a:lnTo>
                <a:moveTo>
                  <a:pt x="12470" y="0"/>
                </a:moveTo>
                <a:lnTo>
                  <a:pt x="12609" y="0"/>
                </a:lnTo>
                <a:lnTo>
                  <a:pt x="12609" y="103"/>
                </a:lnTo>
                <a:lnTo>
                  <a:pt x="12470" y="103"/>
                </a:lnTo>
                <a:lnTo>
                  <a:pt x="12470" y="0"/>
                </a:lnTo>
                <a:moveTo>
                  <a:pt x="12703" y="0"/>
                </a:moveTo>
                <a:lnTo>
                  <a:pt x="12842" y="0"/>
                </a:lnTo>
                <a:lnTo>
                  <a:pt x="12842" y="103"/>
                </a:lnTo>
                <a:lnTo>
                  <a:pt x="12703" y="103"/>
                </a:lnTo>
                <a:lnTo>
                  <a:pt x="12703" y="0"/>
                </a:lnTo>
                <a:moveTo>
                  <a:pt x="12935" y="0"/>
                </a:moveTo>
                <a:lnTo>
                  <a:pt x="13075" y="0"/>
                </a:lnTo>
                <a:lnTo>
                  <a:pt x="13075" y="103"/>
                </a:lnTo>
                <a:lnTo>
                  <a:pt x="12935" y="103"/>
                </a:lnTo>
                <a:lnTo>
                  <a:pt x="12935" y="0"/>
                </a:lnTo>
                <a:moveTo>
                  <a:pt x="13168" y="0"/>
                </a:moveTo>
                <a:lnTo>
                  <a:pt x="13190" y="0"/>
                </a:lnTo>
                <a:cubicBezTo>
                  <a:pt x="13236" y="0"/>
                  <a:pt x="13280" y="8"/>
                  <a:pt x="13323" y="25"/>
                </a:cubicBezTo>
                <a:lnTo>
                  <a:pt x="13287" y="120"/>
                </a:lnTo>
                <a:cubicBezTo>
                  <a:pt x="13256" y="108"/>
                  <a:pt x="13224" y="103"/>
                  <a:pt x="13190" y="103"/>
                </a:cubicBezTo>
                <a:lnTo>
                  <a:pt x="13168" y="103"/>
                </a:lnTo>
                <a:lnTo>
                  <a:pt x="13168" y="0"/>
                </a:lnTo>
                <a:moveTo>
                  <a:pt x="13418" y="77"/>
                </a:moveTo>
                <a:cubicBezTo>
                  <a:pt x="13462" y="110"/>
                  <a:pt x="13497" y="152"/>
                  <a:pt x="13523" y="201"/>
                </a:cubicBezTo>
                <a:lnTo>
                  <a:pt x="13432" y="248"/>
                </a:lnTo>
                <a:cubicBezTo>
                  <a:pt x="13414" y="213"/>
                  <a:pt x="13388" y="183"/>
                  <a:pt x="13356" y="158"/>
                </a:cubicBezTo>
                <a:lnTo>
                  <a:pt x="13418" y="77"/>
                </a:lnTo>
                <a:moveTo>
                  <a:pt x="13559" y="304"/>
                </a:moveTo>
                <a:cubicBezTo>
                  <a:pt x="13564" y="328"/>
                  <a:pt x="13566" y="352"/>
                  <a:pt x="13566" y="376"/>
                </a:cubicBezTo>
                <a:lnTo>
                  <a:pt x="13566" y="451"/>
                </a:lnTo>
                <a:lnTo>
                  <a:pt x="13464" y="451"/>
                </a:lnTo>
                <a:lnTo>
                  <a:pt x="13464" y="376"/>
                </a:lnTo>
                <a:cubicBezTo>
                  <a:pt x="13464" y="359"/>
                  <a:pt x="13462" y="341"/>
                  <a:pt x="13459" y="324"/>
                </a:cubicBezTo>
                <a:lnTo>
                  <a:pt x="13559" y="304"/>
                </a:lnTo>
                <a:moveTo>
                  <a:pt x="13566" y="544"/>
                </a:moveTo>
                <a:lnTo>
                  <a:pt x="13566" y="684"/>
                </a:lnTo>
                <a:lnTo>
                  <a:pt x="13464" y="684"/>
                </a:lnTo>
                <a:lnTo>
                  <a:pt x="13464" y="544"/>
                </a:lnTo>
                <a:lnTo>
                  <a:pt x="13566" y="544"/>
                </a:lnTo>
                <a:moveTo>
                  <a:pt x="13566" y="777"/>
                </a:moveTo>
                <a:lnTo>
                  <a:pt x="13566" y="916"/>
                </a:lnTo>
                <a:lnTo>
                  <a:pt x="13464" y="916"/>
                </a:lnTo>
                <a:lnTo>
                  <a:pt x="13464" y="777"/>
                </a:lnTo>
                <a:lnTo>
                  <a:pt x="13566" y="777"/>
                </a:lnTo>
                <a:moveTo>
                  <a:pt x="13566" y="1010"/>
                </a:moveTo>
                <a:lnTo>
                  <a:pt x="13566" y="1149"/>
                </a:lnTo>
                <a:lnTo>
                  <a:pt x="13464" y="1149"/>
                </a:lnTo>
                <a:lnTo>
                  <a:pt x="13464" y="1010"/>
                </a:lnTo>
                <a:lnTo>
                  <a:pt x="13566" y="1010"/>
                </a:lnTo>
                <a:moveTo>
                  <a:pt x="13566" y="1242"/>
                </a:moveTo>
                <a:lnTo>
                  <a:pt x="13566" y="1381"/>
                </a:lnTo>
                <a:lnTo>
                  <a:pt x="13464" y="1381"/>
                </a:lnTo>
                <a:lnTo>
                  <a:pt x="13464" y="1242"/>
                </a:lnTo>
                <a:lnTo>
                  <a:pt x="13566" y="1242"/>
                </a:lnTo>
                <a:moveTo>
                  <a:pt x="13566" y="1475"/>
                </a:moveTo>
                <a:lnTo>
                  <a:pt x="13566" y="1614"/>
                </a:lnTo>
                <a:lnTo>
                  <a:pt x="13464" y="1614"/>
                </a:lnTo>
                <a:lnTo>
                  <a:pt x="13464" y="1475"/>
                </a:lnTo>
                <a:lnTo>
                  <a:pt x="13566" y="1475"/>
                </a:lnTo>
                <a:moveTo>
                  <a:pt x="13566" y="1707"/>
                </a:moveTo>
                <a:lnTo>
                  <a:pt x="13566" y="1847"/>
                </a:lnTo>
                <a:lnTo>
                  <a:pt x="13464" y="1847"/>
                </a:lnTo>
                <a:lnTo>
                  <a:pt x="13464" y="1707"/>
                </a:lnTo>
                <a:lnTo>
                  <a:pt x="13566" y="1707"/>
                </a:lnTo>
                <a:moveTo>
                  <a:pt x="13566" y="1940"/>
                </a:moveTo>
                <a:lnTo>
                  <a:pt x="13566" y="2079"/>
                </a:lnTo>
                <a:lnTo>
                  <a:pt x="13464" y="2079"/>
                </a:lnTo>
                <a:lnTo>
                  <a:pt x="13464" y="1940"/>
                </a:lnTo>
                <a:lnTo>
                  <a:pt x="13566" y="1940"/>
                </a:lnTo>
                <a:moveTo>
                  <a:pt x="13566" y="2172"/>
                </a:moveTo>
                <a:lnTo>
                  <a:pt x="13566" y="2312"/>
                </a:lnTo>
                <a:lnTo>
                  <a:pt x="13464" y="2312"/>
                </a:lnTo>
                <a:lnTo>
                  <a:pt x="13464" y="2172"/>
                </a:lnTo>
                <a:lnTo>
                  <a:pt x="13566" y="2172"/>
                </a:lnTo>
                <a:moveTo>
                  <a:pt x="13566" y="2405"/>
                </a:moveTo>
                <a:lnTo>
                  <a:pt x="13566" y="2544"/>
                </a:lnTo>
                <a:lnTo>
                  <a:pt x="13464" y="2544"/>
                </a:lnTo>
                <a:lnTo>
                  <a:pt x="13464" y="2405"/>
                </a:lnTo>
                <a:lnTo>
                  <a:pt x="13566" y="2405"/>
                </a:lnTo>
                <a:moveTo>
                  <a:pt x="13566" y="2638"/>
                </a:moveTo>
                <a:lnTo>
                  <a:pt x="13566" y="2777"/>
                </a:lnTo>
                <a:lnTo>
                  <a:pt x="13464" y="2777"/>
                </a:lnTo>
                <a:lnTo>
                  <a:pt x="13464" y="2638"/>
                </a:lnTo>
                <a:lnTo>
                  <a:pt x="13566" y="2638"/>
                </a:lnTo>
                <a:moveTo>
                  <a:pt x="13566" y="2870"/>
                </a:moveTo>
                <a:lnTo>
                  <a:pt x="13566" y="3009"/>
                </a:lnTo>
                <a:lnTo>
                  <a:pt x="13464" y="3009"/>
                </a:lnTo>
                <a:lnTo>
                  <a:pt x="13464" y="2870"/>
                </a:lnTo>
                <a:lnTo>
                  <a:pt x="13566" y="2870"/>
                </a:lnTo>
                <a:moveTo>
                  <a:pt x="13566" y="3103"/>
                </a:moveTo>
                <a:lnTo>
                  <a:pt x="13566" y="3242"/>
                </a:lnTo>
                <a:lnTo>
                  <a:pt x="13464" y="3242"/>
                </a:lnTo>
                <a:lnTo>
                  <a:pt x="13464" y="3103"/>
                </a:lnTo>
                <a:lnTo>
                  <a:pt x="13566" y="3103"/>
                </a:lnTo>
                <a:moveTo>
                  <a:pt x="13566" y="3335"/>
                </a:moveTo>
                <a:lnTo>
                  <a:pt x="13566" y="3475"/>
                </a:lnTo>
                <a:lnTo>
                  <a:pt x="13464" y="3475"/>
                </a:lnTo>
                <a:lnTo>
                  <a:pt x="13464" y="3335"/>
                </a:lnTo>
                <a:lnTo>
                  <a:pt x="13566" y="3335"/>
                </a:lnTo>
                <a:moveTo>
                  <a:pt x="13566" y="3568"/>
                </a:moveTo>
                <a:lnTo>
                  <a:pt x="13566" y="3707"/>
                </a:lnTo>
                <a:lnTo>
                  <a:pt x="13464" y="3707"/>
                </a:lnTo>
                <a:lnTo>
                  <a:pt x="13464" y="3568"/>
                </a:lnTo>
                <a:lnTo>
                  <a:pt x="13566" y="3568"/>
                </a:lnTo>
                <a:moveTo>
                  <a:pt x="13566" y="3800"/>
                </a:moveTo>
                <a:lnTo>
                  <a:pt x="13566" y="3940"/>
                </a:lnTo>
                <a:lnTo>
                  <a:pt x="13464" y="3940"/>
                </a:lnTo>
                <a:lnTo>
                  <a:pt x="13464" y="3800"/>
                </a:lnTo>
                <a:lnTo>
                  <a:pt x="13566" y="3800"/>
                </a:lnTo>
                <a:moveTo>
                  <a:pt x="13566" y="4033"/>
                </a:moveTo>
                <a:lnTo>
                  <a:pt x="13566" y="4172"/>
                </a:lnTo>
                <a:lnTo>
                  <a:pt x="13464" y="4172"/>
                </a:lnTo>
                <a:lnTo>
                  <a:pt x="13464" y="4033"/>
                </a:lnTo>
                <a:lnTo>
                  <a:pt x="13566" y="4033"/>
                </a:lnTo>
                <a:moveTo>
                  <a:pt x="13566" y="4266"/>
                </a:moveTo>
                <a:lnTo>
                  <a:pt x="13566" y="4405"/>
                </a:lnTo>
                <a:lnTo>
                  <a:pt x="13464" y="4405"/>
                </a:lnTo>
                <a:lnTo>
                  <a:pt x="13464" y="4266"/>
                </a:lnTo>
                <a:lnTo>
                  <a:pt x="13566" y="4266"/>
                </a:lnTo>
                <a:moveTo>
                  <a:pt x="13566" y="4498"/>
                </a:moveTo>
                <a:lnTo>
                  <a:pt x="13566" y="4637"/>
                </a:lnTo>
                <a:lnTo>
                  <a:pt x="13464" y="4637"/>
                </a:lnTo>
                <a:lnTo>
                  <a:pt x="13464" y="4498"/>
                </a:lnTo>
                <a:lnTo>
                  <a:pt x="13566" y="4498"/>
                </a:lnTo>
                <a:moveTo>
                  <a:pt x="13566" y="4731"/>
                </a:moveTo>
                <a:lnTo>
                  <a:pt x="13566" y="4870"/>
                </a:lnTo>
                <a:lnTo>
                  <a:pt x="13464" y="4870"/>
                </a:lnTo>
                <a:lnTo>
                  <a:pt x="13464" y="4731"/>
                </a:lnTo>
                <a:lnTo>
                  <a:pt x="13566" y="4731"/>
                </a:lnTo>
                <a:moveTo>
                  <a:pt x="13566" y="4963"/>
                </a:moveTo>
                <a:lnTo>
                  <a:pt x="13566" y="5103"/>
                </a:lnTo>
                <a:lnTo>
                  <a:pt x="13464" y="5103"/>
                </a:lnTo>
                <a:lnTo>
                  <a:pt x="13464" y="4963"/>
                </a:lnTo>
                <a:lnTo>
                  <a:pt x="13566" y="4963"/>
                </a:lnTo>
                <a:moveTo>
                  <a:pt x="13564" y="5201"/>
                </a:moveTo>
                <a:cubicBezTo>
                  <a:pt x="13558" y="5256"/>
                  <a:pt x="13540" y="5307"/>
                  <a:pt x="13512" y="5354"/>
                </a:cubicBezTo>
                <a:lnTo>
                  <a:pt x="13425" y="5301"/>
                </a:lnTo>
                <a:cubicBezTo>
                  <a:pt x="13445" y="5267"/>
                  <a:pt x="13458" y="5230"/>
                  <a:pt x="13463" y="5189"/>
                </a:cubicBezTo>
                <a:lnTo>
                  <a:pt x="13564" y="5201"/>
                </a:lnTo>
                <a:moveTo>
                  <a:pt x="13442" y="5439"/>
                </a:moveTo>
                <a:cubicBezTo>
                  <a:pt x="13401" y="5476"/>
                  <a:pt x="13354" y="5502"/>
                  <a:pt x="13301" y="5519"/>
                </a:cubicBezTo>
                <a:lnTo>
                  <a:pt x="13271" y="5421"/>
                </a:lnTo>
                <a:cubicBezTo>
                  <a:pt x="13310" y="5409"/>
                  <a:pt x="13344" y="5390"/>
                  <a:pt x="13374" y="5363"/>
                </a:cubicBezTo>
                <a:lnTo>
                  <a:pt x="13442" y="5439"/>
                </a:lnTo>
                <a:moveTo>
                  <a:pt x="13195" y="5535"/>
                </a:moveTo>
                <a:cubicBezTo>
                  <a:pt x="13194" y="5535"/>
                  <a:pt x="13192" y="5535"/>
                  <a:pt x="13190" y="5535"/>
                </a:cubicBezTo>
                <a:lnTo>
                  <a:pt x="13056" y="5535"/>
                </a:lnTo>
                <a:lnTo>
                  <a:pt x="13056" y="5433"/>
                </a:lnTo>
                <a:lnTo>
                  <a:pt x="13190" y="5433"/>
                </a:lnTo>
                <a:cubicBezTo>
                  <a:pt x="13192" y="5433"/>
                  <a:pt x="13193" y="5433"/>
                  <a:pt x="13194" y="5433"/>
                </a:cubicBezTo>
                <a:lnTo>
                  <a:pt x="13195" y="5535"/>
                </a:lnTo>
                <a:moveTo>
                  <a:pt x="12962" y="5535"/>
                </a:moveTo>
                <a:lnTo>
                  <a:pt x="12823" y="5535"/>
                </a:lnTo>
                <a:lnTo>
                  <a:pt x="12823" y="5433"/>
                </a:lnTo>
                <a:lnTo>
                  <a:pt x="12962" y="5433"/>
                </a:lnTo>
                <a:lnTo>
                  <a:pt x="12962" y="5535"/>
                </a:lnTo>
                <a:moveTo>
                  <a:pt x="12730" y="5535"/>
                </a:moveTo>
                <a:lnTo>
                  <a:pt x="12590" y="5535"/>
                </a:lnTo>
                <a:lnTo>
                  <a:pt x="12590" y="5433"/>
                </a:lnTo>
                <a:lnTo>
                  <a:pt x="12730" y="5433"/>
                </a:lnTo>
                <a:lnTo>
                  <a:pt x="12730" y="5535"/>
                </a:lnTo>
                <a:moveTo>
                  <a:pt x="12497" y="5535"/>
                </a:moveTo>
                <a:lnTo>
                  <a:pt x="12358" y="5535"/>
                </a:lnTo>
                <a:lnTo>
                  <a:pt x="12358" y="5433"/>
                </a:lnTo>
                <a:lnTo>
                  <a:pt x="12497" y="5433"/>
                </a:lnTo>
                <a:lnTo>
                  <a:pt x="12497" y="5535"/>
                </a:lnTo>
                <a:moveTo>
                  <a:pt x="12265" y="5535"/>
                </a:moveTo>
                <a:lnTo>
                  <a:pt x="12125" y="5535"/>
                </a:lnTo>
                <a:lnTo>
                  <a:pt x="12125" y="5433"/>
                </a:lnTo>
                <a:lnTo>
                  <a:pt x="12265" y="5433"/>
                </a:lnTo>
                <a:lnTo>
                  <a:pt x="12265" y="5535"/>
                </a:lnTo>
                <a:moveTo>
                  <a:pt x="12032" y="5535"/>
                </a:moveTo>
                <a:lnTo>
                  <a:pt x="11893" y="5535"/>
                </a:lnTo>
                <a:lnTo>
                  <a:pt x="11893" y="5433"/>
                </a:lnTo>
                <a:lnTo>
                  <a:pt x="12032" y="5433"/>
                </a:lnTo>
                <a:lnTo>
                  <a:pt x="12032" y="5535"/>
                </a:lnTo>
                <a:moveTo>
                  <a:pt x="11799" y="5535"/>
                </a:moveTo>
                <a:lnTo>
                  <a:pt x="11660" y="5535"/>
                </a:lnTo>
                <a:lnTo>
                  <a:pt x="11660" y="5433"/>
                </a:lnTo>
                <a:lnTo>
                  <a:pt x="11799" y="5433"/>
                </a:lnTo>
                <a:lnTo>
                  <a:pt x="11799" y="5535"/>
                </a:lnTo>
                <a:moveTo>
                  <a:pt x="11567" y="5535"/>
                </a:moveTo>
                <a:lnTo>
                  <a:pt x="11428" y="5535"/>
                </a:lnTo>
                <a:lnTo>
                  <a:pt x="11428" y="5433"/>
                </a:lnTo>
                <a:lnTo>
                  <a:pt x="11567" y="5433"/>
                </a:lnTo>
                <a:lnTo>
                  <a:pt x="11567" y="5535"/>
                </a:lnTo>
                <a:moveTo>
                  <a:pt x="11334" y="5535"/>
                </a:moveTo>
                <a:lnTo>
                  <a:pt x="11195" y="5535"/>
                </a:lnTo>
                <a:lnTo>
                  <a:pt x="11195" y="5433"/>
                </a:lnTo>
                <a:lnTo>
                  <a:pt x="11334" y="5433"/>
                </a:lnTo>
                <a:lnTo>
                  <a:pt x="11334" y="5535"/>
                </a:lnTo>
                <a:moveTo>
                  <a:pt x="11102" y="5535"/>
                </a:moveTo>
                <a:lnTo>
                  <a:pt x="10963" y="5535"/>
                </a:lnTo>
                <a:lnTo>
                  <a:pt x="10963" y="5433"/>
                </a:lnTo>
                <a:lnTo>
                  <a:pt x="11102" y="5433"/>
                </a:lnTo>
                <a:lnTo>
                  <a:pt x="11102" y="5535"/>
                </a:lnTo>
                <a:moveTo>
                  <a:pt x="10869" y="5535"/>
                </a:moveTo>
                <a:lnTo>
                  <a:pt x="10730" y="5535"/>
                </a:lnTo>
                <a:lnTo>
                  <a:pt x="10730" y="5433"/>
                </a:lnTo>
                <a:lnTo>
                  <a:pt x="10869" y="5433"/>
                </a:lnTo>
                <a:lnTo>
                  <a:pt x="10869" y="5535"/>
                </a:lnTo>
                <a:moveTo>
                  <a:pt x="10637" y="5535"/>
                </a:moveTo>
                <a:lnTo>
                  <a:pt x="10497" y="5535"/>
                </a:lnTo>
                <a:lnTo>
                  <a:pt x="10497" y="5433"/>
                </a:lnTo>
                <a:lnTo>
                  <a:pt x="10637" y="5433"/>
                </a:lnTo>
                <a:lnTo>
                  <a:pt x="10637" y="5535"/>
                </a:lnTo>
                <a:moveTo>
                  <a:pt x="10404" y="5535"/>
                </a:moveTo>
                <a:lnTo>
                  <a:pt x="10265" y="5535"/>
                </a:lnTo>
                <a:lnTo>
                  <a:pt x="10265" y="5433"/>
                </a:lnTo>
                <a:lnTo>
                  <a:pt x="10404" y="5433"/>
                </a:lnTo>
                <a:lnTo>
                  <a:pt x="10404" y="5535"/>
                </a:lnTo>
                <a:moveTo>
                  <a:pt x="10172" y="5535"/>
                </a:moveTo>
                <a:lnTo>
                  <a:pt x="10032" y="5535"/>
                </a:lnTo>
                <a:lnTo>
                  <a:pt x="10032" y="5433"/>
                </a:lnTo>
                <a:lnTo>
                  <a:pt x="10172" y="5433"/>
                </a:lnTo>
                <a:lnTo>
                  <a:pt x="10172" y="5535"/>
                </a:lnTo>
                <a:moveTo>
                  <a:pt x="9939" y="5535"/>
                </a:moveTo>
                <a:lnTo>
                  <a:pt x="9800" y="5535"/>
                </a:lnTo>
                <a:lnTo>
                  <a:pt x="9800" y="5433"/>
                </a:lnTo>
                <a:lnTo>
                  <a:pt x="9939" y="5433"/>
                </a:lnTo>
                <a:lnTo>
                  <a:pt x="9939" y="5535"/>
                </a:lnTo>
                <a:moveTo>
                  <a:pt x="9706" y="5535"/>
                </a:moveTo>
                <a:lnTo>
                  <a:pt x="9567" y="5535"/>
                </a:lnTo>
                <a:lnTo>
                  <a:pt x="9567" y="5433"/>
                </a:lnTo>
                <a:lnTo>
                  <a:pt x="9706" y="5433"/>
                </a:lnTo>
                <a:lnTo>
                  <a:pt x="9706" y="5535"/>
                </a:lnTo>
                <a:moveTo>
                  <a:pt x="9474" y="5535"/>
                </a:moveTo>
                <a:lnTo>
                  <a:pt x="9335" y="5535"/>
                </a:lnTo>
                <a:lnTo>
                  <a:pt x="9335" y="5433"/>
                </a:lnTo>
                <a:lnTo>
                  <a:pt x="9474" y="5433"/>
                </a:lnTo>
                <a:lnTo>
                  <a:pt x="9474" y="5535"/>
                </a:lnTo>
                <a:moveTo>
                  <a:pt x="9241" y="5535"/>
                </a:moveTo>
                <a:lnTo>
                  <a:pt x="9102" y="5535"/>
                </a:lnTo>
                <a:lnTo>
                  <a:pt x="9102" y="5433"/>
                </a:lnTo>
                <a:lnTo>
                  <a:pt x="9241" y="5433"/>
                </a:lnTo>
                <a:lnTo>
                  <a:pt x="9241" y="5535"/>
                </a:lnTo>
                <a:moveTo>
                  <a:pt x="9009" y="5535"/>
                </a:moveTo>
                <a:lnTo>
                  <a:pt x="8869" y="5535"/>
                </a:lnTo>
                <a:lnTo>
                  <a:pt x="8869" y="5433"/>
                </a:lnTo>
                <a:lnTo>
                  <a:pt x="9009" y="5433"/>
                </a:lnTo>
                <a:lnTo>
                  <a:pt x="9009" y="5535"/>
                </a:lnTo>
                <a:moveTo>
                  <a:pt x="8776" y="5535"/>
                </a:moveTo>
                <a:lnTo>
                  <a:pt x="8637" y="5535"/>
                </a:lnTo>
                <a:lnTo>
                  <a:pt x="8637" y="5433"/>
                </a:lnTo>
                <a:lnTo>
                  <a:pt x="8776" y="5433"/>
                </a:lnTo>
                <a:lnTo>
                  <a:pt x="8776" y="5535"/>
                </a:lnTo>
                <a:moveTo>
                  <a:pt x="8544" y="5535"/>
                </a:moveTo>
                <a:lnTo>
                  <a:pt x="8404" y="5535"/>
                </a:lnTo>
                <a:lnTo>
                  <a:pt x="8404" y="5433"/>
                </a:lnTo>
                <a:lnTo>
                  <a:pt x="8544" y="5433"/>
                </a:lnTo>
                <a:lnTo>
                  <a:pt x="8544" y="5535"/>
                </a:lnTo>
                <a:moveTo>
                  <a:pt x="8311" y="5535"/>
                </a:moveTo>
                <a:lnTo>
                  <a:pt x="8172" y="5535"/>
                </a:lnTo>
                <a:lnTo>
                  <a:pt x="8172" y="5433"/>
                </a:lnTo>
                <a:lnTo>
                  <a:pt x="8311" y="5433"/>
                </a:lnTo>
                <a:lnTo>
                  <a:pt x="8311" y="5535"/>
                </a:lnTo>
                <a:moveTo>
                  <a:pt x="8078" y="5535"/>
                </a:moveTo>
                <a:lnTo>
                  <a:pt x="7939" y="5535"/>
                </a:lnTo>
                <a:lnTo>
                  <a:pt x="7939" y="5433"/>
                </a:lnTo>
                <a:lnTo>
                  <a:pt x="8078" y="5433"/>
                </a:lnTo>
                <a:lnTo>
                  <a:pt x="8078" y="5535"/>
                </a:lnTo>
                <a:moveTo>
                  <a:pt x="7846" y="5535"/>
                </a:moveTo>
                <a:lnTo>
                  <a:pt x="7707" y="5535"/>
                </a:lnTo>
                <a:lnTo>
                  <a:pt x="7707" y="5433"/>
                </a:lnTo>
                <a:lnTo>
                  <a:pt x="7846" y="5433"/>
                </a:lnTo>
                <a:lnTo>
                  <a:pt x="7846" y="5535"/>
                </a:lnTo>
                <a:moveTo>
                  <a:pt x="7613" y="5535"/>
                </a:moveTo>
                <a:lnTo>
                  <a:pt x="7474" y="5535"/>
                </a:lnTo>
                <a:lnTo>
                  <a:pt x="7474" y="5433"/>
                </a:lnTo>
                <a:lnTo>
                  <a:pt x="7613" y="5433"/>
                </a:lnTo>
                <a:lnTo>
                  <a:pt x="7613" y="5535"/>
                </a:lnTo>
                <a:moveTo>
                  <a:pt x="7381" y="5535"/>
                </a:moveTo>
                <a:lnTo>
                  <a:pt x="7241" y="5535"/>
                </a:lnTo>
                <a:lnTo>
                  <a:pt x="7241" y="5433"/>
                </a:lnTo>
                <a:lnTo>
                  <a:pt x="7381" y="5433"/>
                </a:lnTo>
                <a:lnTo>
                  <a:pt x="7381" y="5535"/>
                </a:lnTo>
                <a:moveTo>
                  <a:pt x="7148" y="5535"/>
                </a:moveTo>
                <a:lnTo>
                  <a:pt x="7009" y="5535"/>
                </a:lnTo>
                <a:lnTo>
                  <a:pt x="7009" y="5433"/>
                </a:lnTo>
                <a:lnTo>
                  <a:pt x="7148" y="5433"/>
                </a:lnTo>
                <a:lnTo>
                  <a:pt x="7148" y="5535"/>
                </a:lnTo>
                <a:moveTo>
                  <a:pt x="6916" y="5535"/>
                </a:moveTo>
                <a:lnTo>
                  <a:pt x="6776" y="5535"/>
                </a:lnTo>
                <a:lnTo>
                  <a:pt x="6776" y="5433"/>
                </a:lnTo>
                <a:lnTo>
                  <a:pt x="6916" y="5433"/>
                </a:lnTo>
                <a:lnTo>
                  <a:pt x="6916" y="5535"/>
                </a:lnTo>
                <a:moveTo>
                  <a:pt x="6683" y="5535"/>
                </a:moveTo>
                <a:lnTo>
                  <a:pt x="6544" y="5535"/>
                </a:lnTo>
                <a:lnTo>
                  <a:pt x="6544" y="5433"/>
                </a:lnTo>
                <a:lnTo>
                  <a:pt x="6683" y="5433"/>
                </a:lnTo>
                <a:lnTo>
                  <a:pt x="6683" y="5535"/>
                </a:lnTo>
                <a:moveTo>
                  <a:pt x="6450" y="5535"/>
                </a:moveTo>
                <a:lnTo>
                  <a:pt x="6311" y="5535"/>
                </a:lnTo>
                <a:lnTo>
                  <a:pt x="6311" y="5433"/>
                </a:lnTo>
                <a:lnTo>
                  <a:pt x="6450" y="5433"/>
                </a:lnTo>
                <a:lnTo>
                  <a:pt x="6450" y="5535"/>
                </a:lnTo>
                <a:moveTo>
                  <a:pt x="6218" y="5535"/>
                </a:moveTo>
                <a:lnTo>
                  <a:pt x="6079" y="5535"/>
                </a:lnTo>
                <a:lnTo>
                  <a:pt x="6079" y="5433"/>
                </a:lnTo>
                <a:lnTo>
                  <a:pt x="6218" y="5433"/>
                </a:lnTo>
                <a:lnTo>
                  <a:pt x="6218" y="5535"/>
                </a:lnTo>
                <a:moveTo>
                  <a:pt x="5985" y="5535"/>
                </a:moveTo>
                <a:lnTo>
                  <a:pt x="5846" y="5535"/>
                </a:lnTo>
                <a:lnTo>
                  <a:pt x="5846" y="5433"/>
                </a:lnTo>
                <a:lnTo>
                  <a:pt x="5985" y="5433"/>
                </a:lnTo>
                <a:lnTo>
                  <a:pt x="5985" y="5535"/>
                </a:lnTo>
                <a:moveTo>
                  <a:pt x="5753" y="5535"/>
                </a:moveTo>
                <a:lnTo>
                  <a:pt x="5614" y="5535"/>
                </a:lnTo>
                <a:lnTo>
                  <a:pt x="5614" y="5433"/>
                </a:lnTo>
                <a:lnTo>
                  <a:pt x="5753" y="5433"/>
                </a:lnTo>
                <a:lnTo>
                  <a:pt x="5753" y="5535"/>
                </a:lnTo>
                <a:moveTo>
                  <a:pt x="5520" y="5535"/>
                </a:moveTo>
                <a:lnTo>
                  <a:pt x="5381" y="5535"/>
                </a:lnTo>
                <a:lnTo>
                  <a:pt x="5381" y="5433"/>
                </a:lnTo>
                <a:lnTo>
                  <a:pt x="5520" y="5433"/>
                </a:lnTo>
                <a:lnTo>
                  <a:pt x="5520" y="5535"/>
                </a:lnTo>
                <a:moveTo>
                  <a:pt x="5288" y="5535"/>
                </a:moveTo>
                <a:lnTo>
                  <a:pt x="5148" y="5535"/>
                </a:lnTo>
                <a:lnTo>
                  <a:pt x="5148" y="5433"/>
                </a:lnTo>
                <a:lnTo>
                  <a:pt x="5288" y="5433"/>
                </a:lnTo>
                <a:lnTo>
                  <a:pt x="5288" y="5535"/>
                </a:lnTo>
                <a:moveTo>
                  <a:pt x="5054" y="5535"/>
                </a:moveTo>
                <a:lnTo>
                  <a:pt x="4915" y="5535"/>
                </a:lnTo>
                <a:lnTo>
                  <a:pt x="4915" y="5433"/>
                </a:lnTo>
                <a:lnTo>
                  <a:pt x="5054" y="5433"/>
                </a:lnTo>
                <a:lnTo>
                  <a:pt x="5054" y="5535"/>
                </a:lnTo>
                <a:moveTo>
                  <a:pt x="4822" y="5535"/>
                </a:moveTo>
                <a:lnTo>
                  <a:pt x="4682" y="5535"/>
                </a:lnTo>
                <a:lnTo>
                  <a:pt x="4682" y="5433"/>
                </a:lnTo>
                <a:lnTo>
                  <a:pt x="4822" y="5433"/>
                </a:lnTo>
                <a:lnTo>
                  <a:pt x="4822" y="5535"/>
                </a:lnTo>
                <a:moveTo>
                  <a:pt x="4589" y="5535"/>
                </a:moveTo>
                <a:lnTo>
                  <a:pt x="4450" y="5535"/>
                </a:lnTo>
                <a:lnTo>
                  <a:pt x="4450" y="5433"/>
                </a:lnTo>
                <a:lnTo>
                  <a:pt x="4589" y="5433"/>
                </a:lnTo>
                <a:lnTo>
                  <a:pt x="4589" y="5535"/>
                </a:lnTo>
                <a:moveTo>
                  <a:pt x="4356" y="5535"/>
                </a:moveTo>
                <a:lnTo>
                  <a:pt x="4217" y="5535"/>
                </a:lnTo>
                <a:lnTo>
                  <a:pt x="4217" y="5433"/>
                </a:lnTo>
                <a:lnTo>
                  <a:pt x="4356" y="5433"/>
                </a:lnTo>
                <a:lnTo>
                  <a:pt x="4356" y="5535"/>
                </a:lnTo>
                <a:moveTo>
                  <a:pt x="4124" y="5535"/>
                </a:moveTo>
                <a:lnTo>
                  <a:pt x="3985" y="5535"/>
                </a:lnTo>
                <a:lnTo>
                  <a:pt x="3985" y="5433"/>
                </a:lnTo>
                <a:lnTo>
                  <a:pt x="4124" y="5433"/>
                </a:lnTo>
                <a:lnTo>
                  <a:pt x="4124" y="5535"/>
                </a:lnTo>
                <a:moveTo>
                  <a:pt x="3891" y="5535"/>
                </a:moveTo>
                <a:lnTo>
                  <a:pt x="3752" y="5535"/>
                </a:lnTo>
                <a:lnTo>
                  <a:pt x="3752" y="5433"/>
                </a:lnTo>
                <a:lnTo>
                  <a:pt x="3891" y="5433"/>
                </a:lnTo>
                <a:lnTo>
                  <a:pt x="3891" y="5535"/>
                </a:lnTo>
                <a:moveTo>
                  <a:pt x="3659" y="5535"/>
                </a:moveTo>
                <a:lnTo>
                  <a:pt x="3519" y="5535"/>
                </a:lnTo>
                <a:lnTo>
                  <a:pt x="3519" y="5433"/>
                </a:lnTo>
                <a:lnTo>
                  <a:pt x="3659" y="5433"/>
                </a:lnTo>
                <a:lnTo>
                  <a:pt x="3659" y="5535"/>
                </a:lnTo>
                <a:moveTo>
                  <a:pt x="3426" y="5535"/>
                </a:moveTo>
                <a:lnTo>
                  <a:pt x="3287" y="5535"/>
                </a:lnTo>
                <a:lnTo>
                  <a:pt x="3287" y="5433"/>
                </a:lnTo>
                <a:lnTo>
                  <a:pt x="3426" y="5433"/>
                </a:lnTo>
                <a:lnTo>
                  <a:pt x="3426" y="5535"/>
                </a:lnTo>
                <a:moveTo>
                  <a:pt x="3194" y="5535"/>
                </a:moveTo>
                <a:lnTo>
                  <a:pt x="3054" y="5535"/>
                </a:lnTo>
                <a:lnTo>
                  <a:pt x="3054" y="5433"/>
                </a:lnTo>
                <a:lnTo>
                  <a:pt x="3194" y="5433"/>
                </a:lnTo>
                <a:lnTo>
                  <a:pt x="3194" y="5535"/>
                </a:lnTo>
                <a:moveTo>
                  <a:pt x="2961" y="5535"/>
                </a:moveTo>
                <a:lnTo>
                  <a:pt x="2822" y="5535"/>
                </a:lnTo>
                <a:lnTo>
                  <a:pt x="2822" y="5433"/>
                </a:lnTo>
                <a:lnTo>
                  <a:pt x="2961" y="5433"/>
                </a:lnTo>
                <a:lnTo>
                  <a:pt x="2961" y="5535"/>
                </a:lnTo>
                <a:moveTo>
                  <a:pt x="2728" y="5535"/>
                </a:moveTo>
                <a:lnTo>
                  <a:pt x="2589" y="5535"/>
                </a:lnTo>
                <a:lnTo>
                  <a:pt x="2589" y="5433"/>
                </a:lnTo>
                <a:lnTo>
                  <a:pt x="2728" y="5433"/>
                </a:lnTo>
                <a:lnTo>
                  <a:pt x="2728" y="5535"/>
                </a:lnTo>
                <a:moveTo>
                  <a:pt x="2496" y="5535"/>
                </a:moveTo>
                <a:lnTo>
                  <a:pt x="2357" y="5535"/>
                </a:lnTo>
                <a:lnTo>
                  <a:pt x="2357" y="5433"/>
                </a:lnTo>
                <a:lnTo>
                  <a:pt x="2496" y="5433"/>
                </a:lnTo>
                <a:lnTo>
                  <a:pt x="2496" y="5535"/>
                </a:lnTo>
                <a:moveTo>
                  <a:pt x="2263" y="5535"/>
                </a:moveTo>
                <a:lnTo>
                  <a:pt x="2124" y="5535"/>
                </a:lnTo>
                <a:lnTo>
                  <a:pt x="2124" y="5433"/>
                </a:lnTo>
                <a:lnTo>
                  <a:pt x="2263" y="5433"/>
                </a:lnTo>
                <a:lnTo>
                  <a:pt x="2263" y="5535"/>
                </a:lnTo>
                <a:moveTo>
                  <a:pt x="2031" y="5535"/>
                </a:moveTo>
                <a:lnTo>
                  <a:pt x="1891" y="5535"/>
                </a:lnTo>
                <a:lnTo>
                  <a:pt x="1891" y="5433"/>
                </a:lnTo>
                <a:lnTo>
                  <a:pt x="2031" y="5433"/>
                </a:lnTo>
                <a:lnTo>
                  <a:pt x="2031" y="5535"/>
                </a:lnTo>
                <a:moveTo>
                  <a:pt x="1798" y="5535"/>
                </a:moveTo>
                <a:lnTo>
                  <a:pt x="1659" y="5535"/>
                </a:lnTo>
                <a:lnTo>
                  <a:pt x="1659" y="5433"/>
                </a:lnTo>
                <a:lnTo>
                  <a:pt x="1798" y="5433"/>
                </a:lnTo>
                <a:lnTo>
                  <a:pt x="1798" y="5535"/>
                </a:lnTo>
                <a:moveTo>
                  <a:pt x="1566" y="5535"/>
                </a:moveTo>
                <a:lnTo>
                  <a:pt x="1426" y="5535"/>
                </a:lnTo>
                <a:lnTo>
                  <a:pt x="1426" y="5433"/>
                </a:lnTo>
                <a:lnTo>
                  <a:pt x="1566" y="5433"/>
                </a:lnTo>
                <a:lnTo>
                  <a:pt x="1566" y="5535"/>
                </a:lnTo>
                <a:moveTo>
                  <a:pt x="1333" y="5535"/>
                </a:moveTo>
                <a:lnTo>
                  <a:pt x="1194" y="5535"/>
                </a:lnTo>
                <a:lnTo>
                  <a:pt x="1194" y="5433"/>
                </a:lnTo>
                <a:lnTo>
                  <a:pt x="1333" y="5433"/>
                </a:lnTo>
                <a:lnTo>
                  <a:pt x="1333" y="5535"/>
                </a:lnTo>
                <a:moveTo>
                  <a:pt x="1100" y="5535"/>
                </a:moveTo>
                <a:lnTo>
                  <a:pt x="961" y="5535"/>
                </a:lnTo>
                <a:lnTo>
                  <a:pt x="961" y="5433"/>
                </a:lnTo>
                <a:lnTo>
                  <a:pt x="1100" y="5433"/>
                </a:lnTo>
                <a:lnTo>
                  <a:pt x="1100" y="5535"/>
                </a:lnTo>
                <a:moveTo>
                  <a:pt x="868" y="5535"/>
                </a:moveTo>
                <a:lnTo>
                  <a:pt x="729" y="5535"/>
                </a:lnTo>
                <a:lnTo>
                  <a:pt x="729" y="5433"/>
                </a:lnTo>
                <a:lnTo>
                  <a:pt x="868" y="5433"/>
                </a:lnTo>
                <a:lnTo>
                  <a:pt x="868" y="5535"/>
                </a:lnTo>
                <a:moveTo>
                  <a:pt x="635" y="5535"/>
                </a:moveTo>
                <a:lnTo>
                  <a:pt x="496" y="5535"/>
                </a:lnTo>
                <a:lnTo>
                  <a:pt x="496" y="5433"/>
                </a:lnTo>
                <a:lnTo>
                  <a:pt x="635" y="5433"/>
                </a:lnTo>
                <a:lnTo>
                  <a:pt x="635" y="5535"/>
                </a:lnTo>
                <a:moveTo>
                  <a:pt x="403" y="5535"/>
                </a:moveTo>
                <a:lnTo>
                  <a:pt x="376" y="5535"/>
                </a:lnTo>
                <a:cubicBezTo>
                  <a:pt x="332" y="5535"/>
                  <a:pt x="289" y="5528"/>
                  <a:pt x="248" y="5513"/>
                </a:cubicBezTo>
                <a:lnTo>
                  <a:pt x="283" y="5417"/>
                </a:lnTo>
                <a:cubicBezTo>
                  <a:pt x="313" y="5428"/>
                  <a:pt x="344" y="5433"/>
                  <a:pt x="376" y="5433"/>
                </a:cubicBezTo>
                <a:lnTo>
                  <a:pt x="403" y="5433"/>
                </a:lnTo>
                <a:lnTo>
                  <a:pt x="403" y="5535"/>
                </a:lnTo>
                <a:moveTo>
                  <a:pt x="153" y="5462"/>
                </a:moveTo>
                <a:cubicBezTo>
                  <a:pt x="108" y="5429"/>
                  <a:pt x="72" y="5389"/>
                  <a:pt x="46" y="5340"/>
                </a:cubicBezTo>
                <a:lnTo>
                  <a:pt x="135" y="5291"/>
                </a:lnTo>
                <a:cubicBezTo>
                  <a:pt x="155" y="5326"/>
                  <a:pt x="181" y="5356"/>
                  <a:pt x="213" y="5380"/>
                </a:cubicBezTo>
                <a:lnTo>
                  <a:pt x="153" y="5462"/>
                </a:lnTo>
                <a:moveTo>
                  <a:pt x="8" y="5237"/>
                </a:moveTo>
                <a:cubicBezTo>
                  <a:pt x="2" y="5212"/>
                  <a:pt x="0" y="5185"/>
                  <a:pt x="0" y="5158"/>
                </a:cubicBezTo>
                <a:lnTo>
                  <a:pt x="0" y="5088"/>
                </a:lnTo>
                <a:lnTo>
                  <a:pt x="102" y="5088"/>
                </a:lnTo>
                <a:lnTo>
                  <a:pt x="102" y="5158"/>
                </a:lnTo>
                <a:cubicBezTo>
                  <a:pt x="102" y="5177"/>
                  <a:pt x="104" y="5197"/>
                  <a:pt x="108" y="5216"/>
                </a:cubicBezTo>
                <a:lnTo>
                  <a:pt x="8" y="5237"/>
                </a:lnTo>
                <a:moveTo>
                  <a:pt x="0" y="4995"/>
                </a:moveTo>
                <a:lnTo>
                  <a:pt x="0" y="4856"/>
                </a:lnTo>
                <a:lnTo>
                  <a:pt x="102" y="4856"/>
                </a:lnTo>
                <a:lnTo>
                  <a:pt x="102" y="4995"/>
                </a:lnTo>
                <a:lnTo>
                  <a:pt x="0" y="4995"/>
                </a:lnTo>
                <a:moveTo>
                  <a:pt x="0" y="4762"/>
                </a:moveTo>
                <a:lnTo>
                  <a:pt x="0" y="4623"/>
                </a:lnTo>
                <a:lnTo>
                  <a:pt x="102" y="4623"/>
                </a:lnTo>
                <a:lnTo>
                  <a:pt x="102" y="4762"/>
                </a:lnTo>
                <a:lnTo>
                  <a:pt x="0" y="4762"/>
                </a:lnTo>
                <a:moveTo>
                  <a:pt x="0" y="4530"/>
                </a:moveTo>
                <a:lnTo>
                  <a:pt x="0" y="4391"/>
                </a:lnTo>
                <a:lnTo>
                  <a:pt x="102" y="4391"/>
                </a:lnTo>
                <a:lnTo>
                  <a:pt x="102" y="4530"/>
                </a:lnTo>
                <a:lnTo>
                  <a:pt x="0" y="4530"/>
                </a:lnTo>
                <a:moveTo>
                  <a:pt x="0" y="4297"/>
                </a:moveTo>
                <a:lnTo>
                  <a:pt x="0" y="4158"/>
                </a:lnTo>
                <a:lnTo>
                  <a:pt x="102" y="4158"/>
                </a:lnTo>
                <a:lnTo>
                  <a:pt x="102" y="4297"/>
                </a:lnTo>
                <a:lnTo>
                  <a:pt x="0" y="4297"/>
                </a:lnTo>
                <a:moveTo>
                  <a:pt x="0" y="4065"/>
                </a:moveTo>
                <a:lnTo>
                  <a:pt x="0" y="3925"/>
                </a:lnTo>
                <a:lnTo>
                  <a:pt x="102" y="3925"/>
                </a:lnTo>
                <a:lnTo>
                  <a:pt x="102" y="4065"/>
                </a:lnTo>
                <a:lnTo>
                  <a:pt x="0" y="4065"/>
                </a:lnTo>
                <a:moveTo>
                  <a:pt x="0" y="3832"/>
                </a:moveTo>
                <a:lnTo>
                  <a:pt x="0" y="3693"/>
                </a:lnTo>
                <a:lnTo>
                  <a:pt x="102" y="3693"/>
                </a:lnTo>
                <a:lnTo>
                  <a:pt x="102" y="3832"/>
                </a:lnTo>
                <a:lnTo>
                  <a:pt x="0" y="3832"/>
                </a:lnTo>
                <a:moveTo>
                  <a:pt x="0" y="3600"/>
                </a:moveTo>
                <a:lnTo>
                  <a:pt x="0" y="3460"/>
                </a:lnTo>
                <a:lnTo>
                  <a:pt x="102" y="3460"/>
                </a:lnTo>
                <a:lnTo>
                  <a:pt x="102" y="3600"/>
                </a:lnTo>
                <a:lnTo>
                  <a:pt x="0" y="3600"/>
                </a:lnTo>
                <a:moveTo>
                  <a:pt x="0" y="3367"/>
                </a:moveTo>
                <a:lnTo>
                  <a:pt x="0" y="3228"/>
                </a:lnTo>
                <a:lnTo>
                  <a:pt x="102" y="3228"/>
                </a:lnTo>
                <a:lnTo>
                  <a:pt x="102" y="3367"/>
                </a:lnTo>
                <a:lnTo>
                  <a:pt x="0" y="3367"/>
                </a:lnTo>
                <a:moveTo>
                  <a:pt x="0" y="3134"/>
                </a:moveTo>
                <a:lnTo>
                  <a:pt x="0" y="2995"/>
                </a:lnTo>
                <a:lnTo>
                  <a:pt x="102" y="2995"/>
                </a:lnTo>
                <a:lnTo>
                  <a:pt x="102" y="3134"/>
                </a:lnTo>
                <a:lnTo>
                  <a:pt x="0" y="3134"/>
                </a:lnTo>
                <a:moveTo>
                  <a:pt x="0" y="2902"/>
                </a:moveTo>
                <a:lnTo>
                  <a:pt x="0" y="2763"/>
                </a:lnTo>
                <a:lnTo>
                  <a:pt x="102" y="2763"/>
                </a:lnTo>
                <a:lnTo>
                  <a:pt x="102" y="2902"/>
                </a:lnTo>
                <a:lnTo>
                  <a:pt x="0" y="2902"/>
                </a:lnTo>
                <a:moveTo>
                  <a:pt x="0" y="2669"/>
                </a:moveTo>
                <a:lnTo>
                  <a:pt x="0" y="2530"/>
                </a:lnTo>
                <a:lnTo>
                  <a:pt x="102" y="2530"/>
                </a:lnTo>
                <a:lnTo>
                  <a:pt x="102" y="2669"/>
                </a:lnTo>
                <a:lnTo>
                  <a:pt x="0" y="2669"/>
                </a:lnTo>
                <a:moveTo>
                  <a:pt x="0" y="2437"/>
                </a:moveTo>
                <a:lnTo>
                  <a:pt x="0" y="2297"/>
                </a:lnTo>
                <a:lnTo>
                  <a:pt x="102" y="2297"/>
                </a:lnTo>
                <a:lnTo>
                  <a:pt x="102" y="2437"/>
                </a:lnTo>
                <a:lnTo>
                  <a:pt x="0" y="2437"/>
                </a:lnTo>
                <a:moveTo>
                  <a:pt x="0" y="2204"/>
                </a:moveTo>
                <a:lnTo>
                  <a:pt x="0" y="2065"/>
                </a:lnTo>
                <a:lnTo>
                  <a:pt x="102" y="2065"/>
                </a:lnTo>
                <a:lnTo>
                  <a:pt x="102" y="2204"/>
                </a:lnTo>
                <a:lnTo>
                  <a:pt x="0" y="2204"/>
                </a:lnTo>
                <a:moveTo>
                  <a:pt x="0" y="1972"/>
                </a:moveTo>
                <a:lnTo>
                  <a:pt x="0" y="1832"/>
                </a:lnTo>
                <a:lnTo>
                  <a:pt x="102" y="1832"/>
                </a:lnTo>
                <a:lnTo>
                  <a:pt x="102" y="1972"/>
                </a:lnTo>
                <a:lnTo>
                  <a:pt x="0" y="1972"/>
                </a:lnTo>
                <a:moveTo>
                  <a:pt x="0" y="1739"/>
                </a:moveTo>
                <a:lnTo>
                  <a:pt x="0" y="1600"/>
                </a:lnTo>
                <a:lnTo>
                  <a:pt x="102" y="1600"/>
                </a:lnTo>
                <a:lnTo>
                  <a:pt x="102" y="1739"/>
                </a:lnTo>
                <a:lnTo>
                  <a:pt x="0" y="1739"/>
                </a:lnTo>
                <a:moveTo>
                  <a:pt x="0" y="1506"/>
                </a:moveTo>
                <a:lnTo>
                  <a:pt x="0" y="1367"/>
                </a:lnTo>
                <a:lnTo>
                  <a:pt x="102" y="1367"/>
                </a:lnTo>
                <a:lnTo>
                  <a:pt x="102" y="1506"/>
                </a:lnTo>
                <a:lnTo>
                  <a:pt x="0" y="1506"/>
                </a:lnTo>
                <a:moveTo>
                  <a:pt x="0" y="1274"/>
                </a:moveTo>
                <a:lnTo>
                  <a:pt x="0" y="1135"/>
                </a:lnTo>
                <a:lnTo>
                  <a:pt x="102" y="1135"/>
                </a:lnTo>
                <a:lnTo>
                  <a:pt x="102" y="1274"/>
                </a:lnTo>
                <a:lnTo>
                  <a:pt x="0" y="1274"/>
                </a:lnTo>
                <a:moveTo>
                  <a:pt x="0" y="1041"/>
                </a:moveTo>
                <a:lnTo>
                  <a:pt x="0" y="902"/>
                </a:lnTo>
                <a:lnTo>
                  <a:pt x="102" y="902"/>
                </a:lnTo>
                <a:lnTo>
                  <a:pt x="102" y="1041"/>
                </a:lnTo>
                <a:lnTo>
                  <a:pt x="0" y="1041"/>
                </a:lnTo>
                <a:moveTo>
                  <a:pt x="0" y="809"/>
                </a:moveTo>
                <a:lnTo>
                  <a:pt x="0" y="669"/>
                </a:lnTo>
                <a:lnTo>
                  <a:pt x="102" y="669"/>
                </a:lnTo>
                <a:lnTo>
                  <a:pt x="102" y="809"/>
                </a:lnTo>
                <a:lnTo>
                  <a:pt x="0" y="809"/>
                </a:lnTo>
                <a:moveTo>
                  <a:pt x="0" y="576"/>
                </a:moveTo>
                <a:lnTo>
                  <a:pt x="0" y="437"/>
                </a:lnTo>
                <a:lnTo>
                  <a:pt x="102" y="437"/>
                </a:lnTo>
                <a:lnTo>
                  <a:pt x="102" y="576"/>
                </a:lnTo>
                <a:lnTo>
                  <a:pt x="0" y="576"/>
                </a:lnTo>
                <a:moveTo>
                  <a:pt x="1" y="340"/>
                </a:moveTo>
                <a:cubicBezTo>
                  <a:pt x="7" y="285"/>
                  <a:pt x="23" y="234"/>
                  <a:pt x="51" y="186"/>
                </a:cubicBezTo>
                <a:lnTo>
                  <a:pt x="139" y="238"/>
                </a:lnTo>
                <a:cubicBezTo>
                  <a:pt x="119" y="273"/>
                  <a:pt x="107" y="310"/>
                  <a:pt x="103" y="350"/>
                </a:cubicBezTo>
                <a:lnTo>
                  <a:pt x="1" y="340"/>
                </a:lnTo>
                <a:moveTo>
                  <a:pt x="120" y="101"/>
                </a:moveTo>
                <a:cubicBezTo>
                  <a:pt x="160" y="63"/>
                  <a:pt x="207" y="36"/>
                  <a:pt x="259" y="19"/>
                </a:cubicBezTo>
                <a:lnTo>
                  <a:pt x="291" y="116"/>
                </a:lnTo>
                <a:cubicBezTo>
                  <a:pt x="253" y="128"/>
                  <a:pt x="219" y="148"/>
                  <a:pt x="189" y="176"/>
                </a:cubicBezTo>
                <a:lnTo>
                  <a:pt x="120" y="101"/>
                </a:lnTo>
                <a:moveTo>
                  <a:pt x="366" y="1"/>
                </a:moveTo>
                <a:cubicBezTo>
                  <a:pt x="369" y="0"/>
                  <a:pt x="372" y="0"/>
                  <a:pt x="376" y="0"/>
                </a:cubicBezTo>
                <a:lnTo>
                  <a:pt x="515" y="0"/>
                </a:lnTo>
                <a:lnTo>
                  <a:pt x="515" y="103"/>
                </a:lnTo>
                <a:lnTo>
                  <a:pt x="376" y="103"/>
                </a:lnTo>
                <a:cubicBezTo>
                  <a:pt x="373" y="103"/>
                  <a:pt x="371" y="103"/>
                  <a:pt x="368" y="103"/>
                </a:cubicBezTo>
                <a:lnTo>
                  <a:pt x="366" y="1"/>
                </a:lnTo>
                <a:close/>
              </a:path>
            </a:pathLst>
          </a:custGeom>
          <a:solidFill>
            <a:srgbClr val="4CD1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14" name="任意多邊形 1313"/>
          <p:cNvSpPr/>
          <p:nvPr/>
        </p:nvSpPr>
        <p:spPr>
          <a:xfrm>
            <a:off x="5526720" y="3051720"/>
            <a:ext cx="4785840" cy="48960"/>
          </a:xfrm>
          <a:custGeom>
            <a:avLst/>
            <a:gdLst/>
            <a:ahLst/>
            <a:cxnLst/>
            <a:rect l="0" t="0" r="r" b="b"/>
            <a:pathLst>
              <a:path w="13294" h="136">
                <a:moveTo>
                  <a:pt x="33" y="0"/>
                </a:moveTo>
                <a:cubicBezTo>
                  <a:pt x="44" y="11"/>
                  <a:pt x="56" y="20"/>
                  <a:pt x="68" y="29"/>
                </a:cubicBezTo>
                <a:lnTo>
                  <a:pt x="40" y="68"/>
                </a:lnTo>
                <a:cubicBezTo>
                  <a:pt x="26" y="58"/>
                  <a:pt x="13" y="46"/>
                  <a:pt x="0" y="34"/>
                </a:cubicBezTo>
                <a:lnTo>
                  <a:pt x="33" y="0"/>
                </a:lnTo>
                <a:moveTo>
                  <a:pt x="247" y="89"/>
                </a:moveTo>
                <a:lnTo>
                  <a:pt x="274" y="89"/>
                </a:lnTo>
                <a:lnTo>
                  <a:pt x="274" y="136"/>
                </a:lnTo>
                <a:lnTo>
                  <a:pt x="247" y="136"/>
                </a:lnTo>
                <a:cubicBezTo>
                  <a:pt x="206" y="136"/>
                  <a:pt x="167" y="129"/>
                  <a:pt x="129" y="115"/>
                </a:cubicBezTo>
                <a:lnTo>
                  <a:pt x="144" y="71"/>
                </a:lnTo>
                <a:cubicBezTo>
                  <a:pt x="177" y="83"/>
                  <a:pt x="211" y="89"/>
                  <a:pt x="247" y="89"/>
                </a:cubicBezTo>
                <a:moveTo>
                  <a:pt x="506" y="89"/>
                </a:moveTo>
                <a:lnTo>
                  <a:pt x="506" y="136"/>
                </a:lnTo>
                <a:lnTo>
                  <a:pt x="367" y="136"/>
                </a:lnTo>
                <a:lnTo>
                  <a:pt x="367" y="89"/>
                </a:lnTo>
                <a:lnTo>
                  <a:pt x="506" y="89"/>
                </a:lnTo>
                <a:moveTo>
                  <a:pt x="739" y="89"/>
                </a:moveTo>
                <a:lnTo>
                  <a:pt x="739" y="136"/>
                </a:lnTo>
                <a:lnTo>
                  <a:pt x="600" y="136"/>
                </a:lnTo>
                <a:lnTo>
                  <a:pt x="600" y="89"/>
                </a:lnTo>
                <a:lnTo>
                  <a:pt x="739" y="89"/>
                </a:lnTo>
                <a:moveTo>
                  <a:pt x="971" y="89"/>
                </a:moveTo>
                <a:lnTo>
                  <a:pt x="971" y="136"/>
                </a:lnTo>
                <a:lnTo>
                  <a:pt x="832" y="136"/>
                </a:lnTo>
                <a:lnTo>
                  <a:pt x="832" y="89"/>
                </a:lnTo>
                <a:lnTo>
                  <a:pt x="971" y="89"/>
                </a:lnTo>
                <a:moveTo>
                  <a:pt x="1204" y="89"/>
                </a:moveTo>
                <a:lnTo>
                  <a:pt x="1204" y="136"/>
                </a:lnTo>
                <a:lnTo>
                  <a:pt x="1065" y="136"/>
                </a:lnTo>
                <a:lnTo>
                  <a:pt x="1065" y="89"/>
                </a:lnTo>
                <a:lnTo>
                  <a:pt x="1204" y="89"/>
                </a:lnTo>
                <a:moveTo>
                  <a:pt x="1437" y="89"/>
                </a:moveTo>
                <a:lnTo>
                  <a:pt x="1437" y="136"/>
                </a:lnTo>
                <a:lnTo>
                  <a:pt x="1297" y="136"/>
                </a:lnTo>
                <a:lnTo>
                  <a:pt x="1297" y="89"/>
                </a:lnTo>
                <a:lnTo>
                  <a:pt x="1437" y="89"/>
                </a:lnTo>
                <a:moveTo>
                  <a:pt x="1669" y="89"/>
                </a:moveTo>
                <a:lnTo>
                  <a:pt x="1669" y="136"/>
                </a:lnTo>
                <a:lnTo>
                  <a:pt x="1530" y="136"/>
                </a:lnTo>
                <a:lnTo>
                  <a:pt x="1530" y="89"/>
                </a:lnTo>
                <a:lnTo>
                  <a:pt x="1669" y="89"/>
                </a:lnTo>
                <a:moveTo>
                  <a:pt x="1902" y="89"/>
                </a:moveTo>
                <a:lnTo>
                  <a:pt x="1902" y="136"/>
                </a:lnTo>
                <a:lnTo>
                  <a:pt x="1762" y="136"/>
                </a:lnTo>
                <a:lnTo>
                  <a:pt x="1762" y="89"/>
                </a:lnTo>
                <a:lnTo>
                  <a:pt x="1902" y="89"/>
                </a:lnTo>
                <a:moveTo>
                  <a:pt x="2134" y="89"/>
                </a:moveTo>
                <a:lnTo>
                  <a:pt x="2134" y="136"/>
                </a:lnTo>
                <a:lnTo>
                  <a:pt x="1995" y="136"/>
                </a:lnTo>
                <a:lnTo>
                  <a:pt x="1995" y="89"/>
                </a:lnTo>
                <a:lnTo>
                  <a:pt x="2134" y="89"/>
                </a:lnTo>
                <a:moveTo>
                  <a:pt x="2367" y="89"/>
                </a:moveTo>
                <a:lnTo>
                  <a:pt x="2367" y="136"/>
                </a:lnTo>
                <a:lnTo>
                  <a:pt x="2228" y="136"/>
                </a:lnTo>
                <a:lnTo>
                  <a:pt x="2228" y="89"/>
                </a:lnTo>
                <a:lnTo>
                  <a:pt x="2367" y="89"/>
                </a:lnTo>
                <a:moveTo>
                  <a:pt x="2599" y="89"/>
                </a:moveTo>
                <a:lnTo>
                  <a:pt x="2599" y="136"/>
                </a:lnTo>
                <a:lnTo>
                  <a:pt x="2460" y="136"/>
                </a:lnTo>
                <a:lnTo>
                  <a:pt x="2460" y="89"/>
                </a:lnTo>
                <a:lnTo>
                  <a:pt x="2599" y="89"/>
                </a:lnTo>
                <a:moveTo>
                  <a:pt x="2832" y="89"/>
                </a:moveTo>
                <a:lnTo>
                  <a:pt x="2832" y="136"/>
                </a:lnTo>
                <a:lnTo>
                  <a:pt x="2693" y="136"/>
                </a:lnTo>
                <a:lnTo>
                  <a:pt x="2693" y="89"/>
                </a:lnTo>
                <a:lnTo>
                  <a:pt x="2832" y="89"/>
                </a:lnTo>
                <a:moveTo>
                  <a:pt x="3065" y="89"/>
                </a:moveTo>
                <a:lnTo>
                  <a:pt x="3065" y="136"/>
                </a:lnTo>
                <a:lnTo>
                  <a:pt x="2925" y="136"/>
                </a:lnTo>
                <a:lnTo>
                  <a:pt x="2925" y="89"/>
                </a:lnTo>
                <a:lnTo>
                  <a:pt x="3065" y="89"/>
                </a:lnTo>
                <a:moveTo>
                  <a:pt x="3297" y="89"/>
                </a:moveTo>
                <a:lnTo>
                  <a:pt x="3297" y="136"/>
                </a:lnTo>
                <a:lnTo>
                  <a:pt x="3158" y="136"/>
                </a:lnTo>
                <a:lnTo>
                  <a:pt x="3158" y="89"/>
                </a:lnTo>
                <a:lnTo>
                  <a:pt x="3297" y="89"/>
                </a:lnTo>
                <a:moveTo>
                  <a:pt x="3530" y="89"/>
                </a:moveTo>
                <a:lnTo>
                  <a:pt x="3530" y="136"/>
                </a:lnTo>
                <a:lnTo>
                  <a:pt x="3390" y="136"/>
                </a:lnTo>
                <a:lnTo>
                  <a:pt x="3390" y="89"/>
                </a:lnTo>
                <a:lnTo>
                  <a:pt x="3530" y="89"/>
                </a:lnTo>
                <a:moveTo>
                  <a:pt x="3762" y="89"/>
                </a:moveTo>
                <a:lnTo>
                  <a:pt x="3762" y="136"/>
                </a:lnTo>
                <a:lnTo>
                  <a:pt x="3623" y="136"/>
                </a:lnTo>
                <a:lnTo>
                  <a:pt x="3623" y="89"/>
                </a:lnTo>
                <a:lnTo>
                  <a:pt x="3762" y="89"/>
                </a:lnTo>
                <a:moveTo>
                  <a:pt x="3995" y="89"/>
                </a:moveTo>
                <a:lnTo>
                  <a:pt x="3995" y="136"/>
                </a:lnTo>
                <a:lnTo>
                  <a:pt x="3856" y="136"/>
                </a:lnTo>
                <a:lnTo>
                  <a:pt x="3856" y="89"/>
                </a:lnTo>
                <a:lnTo>
                  <a:pt x="3995" y="89"/>
                </a:lnTo>
                <a:moveTo>
                  <a:pt x="4227" y="89"/>
                </a:moveTo>
                <a:lnTo>
                  <a:pt x="4227" y="136"/>
                </a:lnTo>
                <a:lnTo>
                  <a:pt x="4088" y="136"/>
                </a:lnTo>
                <a:lnTo>
                  <a:pt x="4088" y="89"/>
                </a:lnTo>
                <a:lnTo>
                  <a:pt x="4227" y="89"/>
                </a:lnTo>
                <a:moveTo>
                  <a:pt x="4460" y="89"/>
                </a:moveTo>
                <a:lnTo>
                  <a:pt x="4460" y="136"/>
                </a:lnTo>
                <a:lnTo>
                  <a:pt x="4321" y="136"/>
                </a:lnTo>
                <a:lnTo>
                  <a:pt x="4321" y="89"/>
                </a:lnTo>
                <a:lnTo>
                  <a:pt x="4460" y="89"/>
                </a:lnTo>
                <a:moveTo>
                  <a:pt x="4694" y="89"/>
                </a:moveTo>
                <a:lnTo>
                  <a:pt x="4694" y="136"/>
                </a:lnTo>
                <a:lnTo>
                  <a:pt x="4553" y="136"/>
                </a:lnTo>
                <a:lnTo>
                  <a:pt x="4553" y="89"/>
                </a:lnTo>
                <a:lnTo>
                  <a:pt x="4694" y="89"/>
                </a:lnTo>
                <a:moveTo>
                  <a:pt x="4926" y="89"/>
                </a:moveTo>
                <a:lnTo>
                  <a:pt x="4926" y="136"/>
                </a:lnTo>
                <a:lnTo>
                  <a:pt x="4787" y="136"/>
                </a:lnTo>
                <a:lnTo>
                  <a:pt x="4787" y="89"/>
                </a:lnTo>
                <a:lnTo>
                  <a:pt x="4926" y="89"/>
                </a:lnTo>
                <a:moveTo>
                  <a:pt x="5159" y="89"/>
                </a:moveTo>
                <a:lnTo>
                  <a:pt x="5159" y="136"/>
                </a:lnTo>
                <a:lnTo>
                  <a:pt x="5019" y="136"/>
                </a:lnTo>
                <a:lnTo>
                  <a:pt x="5019" y="89"/>
                </a:lnTo>
                <a:lnTo>
                  <a:pt x="5159" y="89"/>
                </a:lnTo>
                <a:moveTo>
                  <a:pt x="5391" y="89"/>
                </a:moveTo>
                <a:lnTo>
                  <a:pt x="5391" y="136"/>
                </a:lnTo>
                <a:lnTo>
                  <a:pt x="5252" y="136"/>
                </a:lnTo>
                <a:lnTo>
                  <a:pt x="5252" y="89"/>
                </a:lnTo>
                <a:lnTo>
                  <a:pt x="5391" y="89"/>
                </a:lnTo>
                <a:moveTo>
                  <a:pt x="5624" y="89"/>
                </a:moveTo>
                <a:lnTo>
                  <a:pt x="5624" y="136"/>
                </a:lnTo>
                <a:lnTo>
                  <a:pt x="5485" y="136"/>
                </a:lnTo>
                <a:lnTo>
                  <a:pt x="5485" y="89"/>
                </a:lnTo>
                <a:lnTo>
                  <a:pt x="5624" y="89"/>
                </a:lnTo>
                <a:moveTo>
                  <a:pt x="5856" y="89"/>
                </a:moveTo>
                <a:lnTo>
                  <a:pt x="5856" y="136"/>
                </a:lnTo>
                <a:lnTo>
                  <a:pt x="5717" y="136"/>
                </a:lnTo>
                <a:lnTo>
                  <a:pt x="5717" y="89"/>
                </a:lnTo>
                <a:lnTo>
                  <a:pt x="5856" y="89"/>
                </a:lnTo>
                <a:moveTo>
                  <a:pt x="6089" y="89"/>
                </a:moveTo>
                <a:lnTo>
                  <a:pt x="6089" y="136"/>
                </a:lnTo>
                <a:lnTo>
                  <a:pt x="5950" y="136"/>
                </a:lnTo>
                <a:lnTo>
                  <a:pt x="5950" y="89"/>
                </a:lnTo>
                <a:lnTo>
                  <a:pt x="6089" y="89"/>
                </a:lnTo>
                <a:moveTo>
                  <a:pt x="6321" y="89"/>
                </a:moveTo>
                <a:lnTo>
                  <a:pt x="6321" y="136"/>
                </a:lnTo>
                <a:lnTo>
                  <a:pt x="6182" y="136"/>
                </a:lnTo>
                <a:lnTo>
                  <a:pt x="6182" y="89"/>
                </a:lnTo>
                <a:lnTo>
                  <a:pt x="6321" y="89"/>
                </a:lnTo>
                <a:moveTo>
                  <a:pt x="6554" y="89"/>
                </a:moveTo>
                <a:lnTo>
                  <a:pt x="6554" y="136"/>
                </a:lnTo>
                <a:lnTo>
                  <a:pt x="6415" y="136"/>
                </a:lnTo>
                <a:lnTo>
                  <a:pt x="6415" y="89"/>
                </a:lnTo>
                <a:lnTo>
                  <a:pt x="6554" y="89"/>
                </a:lnTo>
                <a:moveTo>
                  <a:pt x="6787" y="89"/>
                </a:moveTo>
                <a:lnTo>
                  <a:pt x="6787" y="136"/>
                </a:lnTo>
                <a:lnTo>
                  <a:pt x="6647" y="136"/>
                </a:lnTo>
                <a:lnTo>
                  <a:pt x="6647" y="89"/>
                </a:lnTo>
                <a:lnTo>
                  <a:pt x="6787" y="89"/>
                </a:lnTo>
                <a:moveTo>
                  <a:pt x="7019" y="89"/>
                </a:moveTo>
                <a:lnTo>
                  <a:pt x="7019" y="136"/>
                </a:lnTo>
                <a:lnTo>
                  <a:pt x="6880" y="136"/>
                </a:lnTo>
                <a:lnTo>
                  <a:pt x="6880" y="89"/>
                </a:lnTo>
                <a:lnTo>
                  <a:pt x="7019" y="89"/>
                </a:lnTo>
                <a:moveTo>
                  <a:pt x="7252" y="89"/>
                </a:moveTo>
                <a:lnTo>
                  <a:pt x="7252" y="136"/>
                </a:lnTo>
                <a:lnTo>
                  <a:pt x="7112" y="136"/>
                </a:lnTo>
                <a:lnTo>
                  <a:pt x="7112" y="89"/>
                </a:lnTo>
                <a:lnTo>
                  <a:pt x="7252" y="89"/>
                </a:lnTo>
                <a:moveTo>
                  <a:pt x="7484" y="89"/>
                </a:moveTo>
                <a:lnTo>
                  <a:pt x="7484" y="136"/>
                </a:lnTo>
                <a:lnTo>
                  <a:pt x="7345" y="136"/>
                </a:lnTo>
                <a:lnTo>
                  <a:pt x="7345" y="89"/>
                </a:lnTo>
                <a:lnTo>
                  <a:pt x="7484" y="89"/>
                </a:lnTo>
                <a:moveTo>
                  <a:pt x="7717" y="89"/>
                </a:moveTo>
                <a:lnTo>
                  <a:pt x="7717" y="136"/>
                </a:lnTo>
                <a:lnTo>
                  <a:pt x="7578" y="136"/>
                </a:lnTo>
                <a:lnTo>
                  <a:pt x="7578" y="89"/>
                </a:lnTo>
                <a:lnTo>
                  <a:pt x="7717" y="89"/>
                </a:lnTo>
                <a:moveTo>
                  <a:pt x="7949" y="89"/>
                </a:moveTo>
                <a:lnTo>
                  <a:pt x="7949" y="136"/>
                </a:lnTo>
                <a:lnTo>
                  <a:pt x="7810" y="136"/>
                </a:lnTo>
                <a:lnTo>
                  <a:pt x="7810" y="89"/>
                </a:lnTo>
                <a:lnTo>
                  <a:pt x="7949" y="89"/>
                </a:lnTo>
                <a:moveTo>
                  <a:pt x="8182" y="89"/>
                </a:moveTo>
                <a:lnTo>
                  <a:pt x="8182" y="136"/>
                </a:lnTo>
                <a:lnTo>
                  <a:pt x="8043" y="136"/>
                </a:lnTo>
                <a:lnTo>
                  <a:pt x="8043" y="89"/>
                </a:lnTo>
                <a:lnTo>
                  <a:pt x="8182" y="89"/>
                </a:lnTo>
                <a:moveTo>
                  <a:pt x="8415" y="89"/>
                </a:moveTo>
                <a:lnTo>
                  <a:pt x="8415" y="136"/>
                </a:lnTo>
                <a:lnTo>
                  <a:pt x="8275" y="136"/>
                </a:lnTo>
                <a:lnTo>
                  <a:pt x="8275" y="89"/>
                </a:lnTo>
                <a:lnTo>
                  <a:pt x="8415" y="89"/>
                </a:lnTo>
                <a:moveTo>
                  <a:pt x="8647" y="89"/>
                </a:moveTo>
                <a:lnTo>
                  <a:pt x="8647" y="136"/>
                </a:lnTo>
                <a:lnTo>
                  <a:pt x="8508" y="136"/>
                </a:lnTo>
                <a:lnTo>
                  <a:pt x="8508" y="89"/>
                </a:lnTo>
                <a:lnTo>
                  <a:pt x="8647" y="89"/>
                </a:lnTo>
                <a:moveTo>
                  <a:pt x="8880" y="89"/>
                </a:moveTo>
                <a:lnTo>
                  <a:pt x="8880" y="136"/>
                </a:lnTo>
                <a:lnTo>
                  <a:pt x="8740" y="136"/>
                </a:lnTo>
                <a:lnTo>
                  <a:pt x="8740" y="89"/>
                </a:lnTo>
                <a:lnTo>
                  <a:pt x="8880" y="89"/>
                </a:lnTo>
                <a:moveTo>
                  <a:pt x="9112" y="89"/>
                </a:moveTo>
                <a:lnTo>
                  <a:pt x="9112" y="136"/>
                </a:lnTo>
                <a:lnTo>
                  <a:pt x="8973" y="136"/>
                </a:lnTo>
                <a:lnTo>
                  <a:pt x="8973" y="89"/>
                </a:lnTo>
                <a:lnTo>
                  <a:pt x="9112" y="89"/>
                </a:lnTo>
                <a:moveTo>
                  <a:pt x="9345" y="89"/>
                </a:moveTo>
                <a:lnTo>
                  <a:pt x="9345" y="136"/>
                </a:lnTo>
                <a:lnTo>
                  <a:pt x="9206" y="136"/>
                </a:lnTo>
                <a:lnTo>
                  <a:pt x="9206" y="89"/>
                </a:lnTo>
                <a:lnTo>
                  <a:pt x="9345" y="89"/>
                </a:lnTo>
                <a:moveTo>
                  <a:pt x="9577" y="89"/>
                </a:moveTo>
                <a:lnTo>
                  <a:pt x="9577" y="136"/>
                </a:lnTo>
                <a:lnTo>
                  <a:pt x="9438" y="136"/>
                </a:lnTo>
                <a:lnTo>
                  <a:pt x="9438" y="89"/>
                </a:lnTo>
                <a:lnTo>
                  <a:pt x="9577" y="89"/>
                </a:lnTo>
                <a:moveTo>
                  <a:pt x="9810" y="89"/>
                </a:moveTo>
                <a:lnTo>
                  <a:pt x="9810" y="136"/>
                </a:lnTo>
                <a:lnTo>
                  <a:pt x="9671" y="136"/>
                </a:lnTo>
                <a:lnTo>
                  <a:pt x="9671" y="89"/>
                </a:lnTo>
                <a:lnTo>
                  <a:pt x="9810" y="89"/>
                </a:lnTo>
                <a:moveTo>
                  <a:pt x="10043" y="89"/>
                </a:moveTo>
                <a:lnTo>
                  <a:pt x="10043" y="136"/>
                </a:lnTo>
                <a:lnTo>
                  <a:pt x="9903" y="136"/>
                </a:lnTo>
                <a:lnTo>
                  <a:pt x="9903" y="89"/>
                </a:lnTo>
                <a:lnTo>
                  <a:pt x="10043" y="89"/>
                </a:lnTo>
                <a:moveTo>
                  <a:pt x="10275" y="89"/>
                </a:moveTo>
                <a:lnTo>
                  <a:pt x="10275" y="136"/>
                </a:lnTo>
                <a:lnTo>
                  <a:pt x="10136" y="136"/>
                </a:lnTo>
                <a:lnTo>
                  <a:pt x="10136" y="89"/>
                </a:lnTo>
                <a:lnTo>
                  <a:pt x="10275" y="89"/>
                </a:lnTo>
                <a:moveTo>
                  <a:pt x="10508" y="89"/>
                </a:moveTo>
                <a:lnTo>
                  <a:pt x="10508" y="136"/>
                </a:lnTo>
                <a:lnTo>
                  <a:pt x="10368" y="136"/>
                </a:lnTo>
                <a:lnTo>
                  <a:pt x="10368" y="89"/>
                </a:lnTo>
                <a:lnTo>
                  <a:pt x="10508" y="89"/>
                </a:lnTo>
                <a:moveTo>
                  <a:pt x="10740" y="89"/>
                </a:moveTo>
                <a:lnTo>
                  <a:pt x="10740" y="136"/>
                </a:lnTo>
                <a:lnTo>
                  <a:pt x="10601" y="136"/>
                </a:lnTo>
                <a:lnTo>
                  <a:pt x="10601" y="89"/>
                </a:lnTo>
                <a:lnTo>
                  <a:pt x="10740" y="89"/>
                </a:lnTo>
                <a:moveTo>
                  <a:pt x="10973" y="89"/>
                </a:moveTo>
                <a:lnTo>
                  <a:pt x="10973" y="136"/>
                </a:lnTo>
                <a:lnTo>
                  <a:pt x="10834" y="136"/>
                </a:lnTo>
                <a:lnTo>
                  <a:pt x="10834" y="89"/>
                </a:lnTo>
                <a:lnTo>
                  <a:pt x="10973" y="89"/>
                </a:lnTo>
                <a:moveTo>
                  <a:pt x="11205" y="89"/>
                </a:moveTo>
                <a:lnTo>
                  <a:pt x="11205" y="136"/>
                </a:lnTo>
                <a:lnTo>
                  <a:pt x="11066" y="136"/>
                </a:lnTo>
                <a:lnTo>
                  <a:pt x="11066" y="89"/>
                </a:lnTo>
                <a:lnTo>
                  <a:pt x="11205" y="89"/>
                </a:lnTo>
                <a:moveTo>
                  <a:pt x="11438" y="89"/>
                </a:moveTo>
                <a:lnTo>
                  <a:pt x="11438" y="136"/>
                </a:lnTo>
                <a:lnTo>
                  <a:pt x="11299" y="136"/>
                </a:lnTo>
                <a:lnTo>
                  <a:pt x="11299" y="89"/>
                </a:lnTo>
                <a:lnTo>
                  <a:pt x="11438" y="89"/>
                </a:lnTo>
                <a:moveTo>
                  <a:pt x="11670" y="89"/>
                </a:moveTo>
                <a:lnTo>
                  <a:pt x="11670" y="136"/>
                </a:lnTo>
                <a:lnTo>
                  <a:pt x="11531" y="136"/>
                </a:lnTo>
                <a:lnTo>
                  <a:pt x="11531" y="89"/>
                </a:lnTo>
                <a:lnTo>
                  <a:pt x="11670" y="89"/>
                </a:lnTo>
                <a:moveTo>
                  <a:pt x="11903" y="89"/>
                </a:moveTo>
                <a:lnTo>
                  <a:pt x="11903" y="136"/>
                </a:lnTo>
                <a:lnTo>
                  <a:pt x="11764" y="136"/>
                </a:lnTo>
                <a:lnTo>
                  <a:pt x="11764" y="89"/>
                </a:lnTo>
                <a:lnTo>
                  <a:pt x="11903" y="89"/>
                </a:lnTo>
                <a:moveTo>
                  <a:pt x="12136" y="89"/>
                </a:moveTo>
                <a:lnTo>
                  <a:pt x="12136" y="136"/>
                </a:lnTo>
                <a:lnTo>
                  <a:pt x="11996" y="136"/>
                </a:lnTo>
                <a:lnTo>
                  <a:pt x="11996" y="89"/>
                </a:lnTo>
                <a:lnTo>
                  <a:pt x="12136" y="89"/>
                </a:lnTo>
                <a:moveTo>
                  <a:pt x="12368" y="89"/>
                </a:moveTo>
                <a:lnTo>
                  <a:pt x="12368" y="136"/>
                </a:lnTo>
                <a:lnTo>
                  <a:pt x="12229" y="136"/>
                </a:lnTo>
                <a:lnTo>
                  <a:pt x="12229" y="89"/>
                </a:lnTo>
                <a:lnTo>
                  <a:pt x="12368" y="89"/>
                </a:lnTo>
                <a:moveTo>
                  <a:pt x="12601" y="89"/>
                </a:moveTo>
                <a:lnTo>
                  <a:pt x="12601" y="136"/>
                </a:lnTo>
                <a:lnTo>
                  <a:pt x="12461" y="136"/>
                </a:lnTo>
                <a:lnTo>
                  <a:pt x="12461" y="89"/>
                </a:lnTo>
                <a:lnTo>
                  <a:pt x="12601" y="89"/>
                </a:lnTo>
                <a:moveTo>
                  <a:pt x="12833" y="89"/>
                </a:moveTo>
                <a:lnTo>
                  <a:pt x="12833" y="136"/>
                </a:lnTo>
                <a:lnTo>
                  <a:pt x="12694" y="136"/>
                </a:lnTo>
                <a:lnTo>
                  <a:pt x="12694" y="89"/>
                </a:lnTo>
                <a:lnTo>
                  <a:pt x="12833" y="89"/>
                </a:lnTo>
                <a:moveTo>
                  <a:pt x="13061" y="89"/>
                </a:moveTo>
                <a:cubicBezTo>
                  <a:pt x="13063" y="89"/>
                  <a:pt x="13064" y="89"/>
                  <a:pt x="13065" y="89"/>
                </a:cubicBezTo>
                <a:lnTo>
                  <a:pt x="13066" y="136"/>
                </a:lnTo>
                <a:cubicBezTo>
                  <a:pt x="13064" y="136"/>
                  <a:pt x="13063" y="136"/>
                  <a:pt x="13061" y="136"/>
                </a:cubicBezTo>
                <a:lnTo>
                  <a:pt x="12927" y="136"/>
                </a:lnTo>
                <a:lnTo>
                  <a:pt x="12927" y="89"/>
                </a:lnTo>
                <a:lnTo>
                  <a:pt x="13061" y="89"/>
                </a:lnTo>
                <a:moveTo>
                  <a:pt x="13177" y="66"/>
                </a:moveTo>
                <a:cubicBezTo>
                  <a:pt x="13209" y="53"/>
                  <a:pt x="13238" y="35"/>
                  <a:pt x="13263" y="10"/>
                </a:cubicBezTo>
                <a:lnTo>
                  <a:pt x="13294" y="46"/>
                </a:lnTo>
                <a:cubicBezTo>
                  <a:pt x="13265" y="73"/>
                  <a:pt x="13232" y="94"/>
                  <a:pt x="13195" y="109"/>
                </a:cubicBezTo>
                <a:cubicBezTo>
                  <a:pt x="13184" y="113"/>
                  <a:pt x="13174" y="117"/>
                  <a:pt x="13164" y="120"/>
                </a:cubicBezTo>
                <a:lnTo>
                  <a:pt x="13150" y="76"/>
                </a:lnTo>
                <a:cubicBezTo>
                  <a:pt x="13159" y="73"/>
                  <a:pt x="13168" y="70"/>
                  <a:pt x="13177" y="66"/>
                </a:cubicBezTo>
                <a:close/>
              </a:path>
            </a:pathLst>
          </a:custGeom>
          <a:solidFill>
            <a:srgbClr val="4CD1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15" name="任意多邊形 1314"/>
          <p:cNvSpPr/>
          <p:nvPr/>
        </p:nvSpPr>
        <p:spPr>
          <a:xfrm>
            <a:off x="10305360" y="1164600"/>
            <a:ext cx="48600" cy="1875600"/>
          </a:xfrm>
          <a:custGeom>
            <a:avLst/>
            <a:gdLst/>
            <a:ahLst/>
            <a:cxnLst/>
            <a:rect l="0" t="0" r="r" b="b"/>
            <a:pathLst>
              <a:path w="135" h="5210">
                <a:moveTo>
                  <a:pt x="65" y="5145"/>
                </a:moveTo>
                <a:cubicBezTo>
                  <a:pt x="76" y="5118"/>
                  <a:pt x="83" y="5091"/>
                  <a:pt x="86" y="5063"/>
                </a:cubicBezTo>
                <a:lnTo>
                  <a:pt x="133" y="5068"/>
                </a:lnTo>
                <a:cubicBezTo>
                  <a:pt x="130" y="5100"/>
                  <a:pt x="122" y="5132"/>
                  <a:pt x="108" y="5163"/>
                </a:cubicBezTo>
                <a:cubicBezTo>
                  <a:pt x="101" y="5179"/>
                  <a:pt x="93" y="5195"/>
                  <a:pt x="84" y="5210"/>
                </a:cubicBezTo>
                <a:lnTo>
                  <a:pt x="44" y="5186"/>
                </a:lnTo>
                <a:cubicBezTo>
                  <a:pt x="52" y="5173"/>
                  <a:pt x="59" y="5159"/>
                  <a:pt x="65" y="5145"/>
                </a:cubicBezTo>
                <a:moveTo>
                  <a:pt x="88" y="4834"/>
                </a:moveTo>
                <a:lnTo>
                  <a:pt x="135" y="4834"/>
                </a:lnTo>
                <a:lnTo>
                  <a:pt x="135" y="4974"/>
                </a:lnTo>
                <a:lnTo>
                  <a:pt x="88" y="4974"/>
                </a:lnTo>
                <a:lnTo>
                  <a:pt x="88" y="4834"/>
                </a:lnTo>
                <a:moveTo>
                  <a:pt x="88" y="4602"/>
                </a:moveTo>
                <a:lnTo>
                  <a:pt x="135" y="4602"/>
                </a:lnTo>
                <a:lnTo>
                  <a:pt x="135" y="4741"/>
                </a:lnTo>
                <a:lnTo>
                  <a:pt x="88" y="4741"/>
                </a:lnTo>
                <a:lnTo>
                  <a:pt x="88" y="4602"/>
                </a:lnTo>
                <a:moveTo>
                  <a:pt x="88" y="4368"/>
                </a:moveTo>
                <a:lnTo>
                  <a:pt x="135" y="4368"/>
                </a:lnTo>
                <a:lnTo>
                  <a:pt x="135" y="4507"/>
                </a:lnTo>
                <a:lnTo>
                  <a:pt x="88" y="4507"/>
                </a:lnTo>
                <a:lnTo>
                  <a:pt x="88" y="4368"/>
                </a:lnTo>
                <a:moveTo>
                  <a:pt x="88" y="4136"/>
                </a:moveTo>
                <a:lnTo>
                  <a:pt x="135" y="4136"/>
                </a:lnTo>
                <a:lnTo>
                  <a:pt x="135" y="4275"/>
                </a:lnTo>
                <a:lnTo>
                  <a:pt x="88" y="4275"/>
                </a:lnTo>
                <a:lnTo>
                  <a:pt x="88" y="4136"/>
                </a:lnTo>
                <a:moveTo>
                  <a:pt x="88" y="3903"/>
                </a:moveTo>
                <a:lnTo>
                  <a:pt x="135" y="3903"/>
                </a:lnTo>
                <a:lnTo>
                  <a:pt x="135" y="4042"/>
                </a:lnTo>
                <a:lnTo>
                  <a:pt x="88" y="4042"/>
                </a:lnTo>
                <a:lnTo>
                  <a:pt x="88" y="3903"/>
                </a:lnTo>
                <a:moveTo>
                  <a:pt x="88" y="3670"/>
                </a:moveTo>
                <a:lnTo>
                  <a:pt x="135" y="3670"/>
                </a:lnTo>
                <a:lnTo>
                  <a:pt x="135" y="3810"/>
                </a:lnTo>
                <a:lnTo>
                  <a:pt x="88" y="3810"/>
                </a:lnTo>
                <a:lnTo>
                  <a:pt x="88" y="3670"/>
                </a:lnTo>
                <a:moveTo>
                  <a:pt x="88" y="3438"/>
                </a:moveTo>
                <a:lnTo>
                  <a:pt x="135" y="3438"/>
                </a:lnTo>
                <a:lnTo>
                  <a:pt x="135" y="3577"/>
                </a:lnTo>
                <a:lnTo>
                  <a:pt x="88" y="3577"/>
                </a:lnTo>
                <a:lnTo>
                  <a:pt x="88" y="3438"/>
                </a:lnTo>
                <a:moveTo>
                  <a:pt x="88" y="3205"/>
                </a:moveTo>
                <a:lnTo>
                  <a:pt x="135" y="3205"/>
                </a:lnTo>
                <a:lnTo>
                  <a:pt x="135" y="3345"/>
                </a:lnTo>
                <a:lnTo>
                  <a:pt x="88" y="3345"/>
                </a:lnTo>
                <a:lnTo>
                  <a:pt x="88" y="3205"/>
                </a:lnTo>
                <a:moveTo>
                  <a:pt x="88" y="2973"/>
                </a:moveTo>
                <a:lnTo>
                  <a:pt x="135" y="2973"/>
                </a:lnTo>
                <a:lnTo>
                  <a:pt x="135" y="3112"/>
                </a:lnTo>
                <a:lnTo>
                  <a:pt x="88" y="3112"/>
                </a:lnTo>
                <a:lnTo>
                  <a:pt x="88" y="2973"/>
                </a:lnTo>
                <a:moveTo>
                  <a:pt x="88" y="2740"/>
                </a:moveTo>
                <a:lnTo>
                  <a:pt x="135" y="2740"/>
                </a:lnTo>
                <a:lnTo>
                  <a:pt x="135" y="2879"/>
                </a:lnTo>
                <a:lnTo>
                  <a:pt x="88" y="2879"/>
                </a:lnTo>
                <a:lnTo>
                  <a:pt x="88" y="2740"/>
                </a:lnTo>
                <a:moveTo>
                  <a:pt x="88" y="2508"/>
                </a:moveTo>
                <a:lnTo>
                  <a:pt x="135" y="2508"/>
                </a:lnTo>
                <a:lnTo>
                  <a:pt x="135" y="2647"/>
                </a:lnTo>
                <a:lnTo>
                  <a:pt x="88" y="2647"/>
                </a:lnTo>
                <a:lnTo>
                  <a:pt x="88" y="2508"/>
                </a:lnTo>
                <a:moveTo>
                  <a:pt x="88" y="2275"/>
                </a:moveTo>
                <a:lnTo>
                  <a:pt x="135" y="2275"/>
                </a:lnTo>
                <a:lnTo>
                  <a:pt x="135" y="2414"/>
                </a:lnTo>
                <a:lnTo>
                  <a:pt x="88" y="2414"/>
                </a:lnTo>
                <a:lnTo>
                  <a:pt x="88" y="2275"/>
                </a:lnTo>
                <a:moveTo>
                  <a:pt x="88" y="2042"/>
                </a:moveTo>
                <a:lnTo>
                  <a:pt x="135" y="2042"/>
                </a:lnTo>
                <a:lnTo>
                  <a:pt x="135" y="2182"/>
                </a:lnTo>
                <a:lnTo>
                  <a:pt x="88" y="2182"/>
                </a:lnTo>
                <a:lnTo>
                  <a:pt x="88" y="2042"/>
                </a:lnTo>
                <a:moveTo>
                  <a:pt x="88" y="1810"/>
                </a:moveTo>
                <a:lnTo>
                  <a:pt x="135" y="1810"/>
                </a:lnTo>
                <a:lnTo>
                  <a:pt x="135" y="1949"/>
                </a:lnTo>
                <a:lnTo>
                  <a:pt x="88" y="1949"/>
                </a:lnTo>
                <a:lnTo>
                  <a:pt x="88" y="1810"/>
                </a:lnTo>
                <a:moveTo>
                  <a:pt x="88" y="1577"/>
                </a:moveTo>
                <a:lnTo>
                  <a:pt x="135" y="1577"/>
                </a:lnTo>
                <a:lnTo>
                  <a:pt x="135" y="1717"/>
                </a:lnTo>
                <a:lnTo>
                  <a:pt x="88" y="1717"/>
                </a:lnTo>
                <a:lnTo>
                  <a:pt x="88" y="1577"/>
                </a:lnTo>
                <a:moveTo>
                  <a:pt x="88" y="1345"/>
                </a:moveTo>
                <a:lnTo>
                  <a:pt x="135" y="1345"/>
                </a:lnTo>
                <a:lnTo>
                  <a:pt x="135" y="1484"/>
                </a:lnTo>
                <a:lnTo>
                  <a:pt x="88" y="1484"/>
                </a:lnTo>
                <a:lnTo>
                  <a:pt x="88" y="1345"/>
                </a:lnTo>
                <a:moveTo>
                  <a:pt x="88" y="1112"/>
                </a:moveTo>
                <a:lnTo>
                  <a:pt x="135" y="1112"/>
                </a:lnTo>
                <a:lnTo>
                  <a:pt x="135" y="1251"/>
                </a:lnTo>
                <a:lnTo>
                  <a:pt x="88" y="1251"/>
                </a:lnTo>
                <a:lnTo>
                  <a:pt x="88" y="1112"/>
                </a:lnTo>
                <a:moveTo>
                  <a:pt x="88" y="880"/>
                </a:moveTo>
                <a:lnTo>
                  <a:pt x="135" y="880"/>
                </a:lnTo>
                <a:lnTo>
                  <a:pt x="135" y="1019"/>
                </a:lnTo>
                <a:lnTo>
                  <a:pt x="88" y="1019"/>
                </a:lnTo>
                <a:lnTo>
                  <a:pt x="88" y="880"/>
                </a:lnTo>
                <a:moveTo>
                  <a:pt x="88" y="647"/>
                </a:moveTo>
                <a:lnTo>
                  <a:pt x="135" y="647"/>
                </a:lnTo>
                <a:lnTo>
                  <a:pt x="135" y="786"/>
                </a:lnTo>
                <a:lnTo>
                  <a:pt x="88" y="786"/>
                </a:lnTo>
                <a:lnTo>
                  <a:pt x="88" y="647"/>
                </a:lnTo>
                <a:moveTo>
                  <a:pt x="88" y="414"/>
                </a:moveTo>
                <a:lnTo>
                  <a:pt x="135" y="414"/>
                </a:lnTo>
                <a:lnTo>
                  <a:pt x="135" y="554"/>
                </a:lnTo>
                <a:lnTo>
                  <a:pt x="88" y="554"/>
                </a:lnTo>
                <a:lnTo>
                  <a:pt x="88" y="414"/>
                </a:lnTo>
                <a:moveTo>
                  <a:pt x="88" y="246"/>
                </a:moveTo>
                <a:cubicBezTo>
                  <a:pt x="88" y="227"/>
                  <a:pt x="86" y="207"/>
                  <a:pt x="82" y="188"/>
                </a:cubicBezTo>
                <a:lnTo>
                  <a:pt x="129" y="179"/>
                </a:lnTo>
                <a:cubicBezTo>
                  <a:pt x="133" y="201"/>
                  <a:pt x="135" y="224"/>
                  <a:pt x="135" y="246"/>
                </a:cubicBezTo>
                <a:lnTo>
                  <a:pt x="135" y="321"/>
                </a:lnTo>
                <a:lnTo>
                  <a:pt x="88" y="321"/>
                </a:lnTo>
                <a:lnTo>
                  <a:pt x="88" y="246"/>
                </a:lnTo>
                <a:moveTo>
                  <a:pt x="0" y="33"/>
                </a:moveTo>
                <a:lnTo>
                  <a:pt x="32" y="0"/>
                </a:lnTo>
                <a:cubicBezTo>
                  <a:pt x="57" y="25"/>
                  <a:pt x="78" y="53"/>
                  <a:pt x="94" y="84"/>
                </a:cubicBezTo>
                <a:lnTo>
                  <a:pt x="53" y="105"/>
                </a:lnTo>
                <a:cubicBezTo>
                  <a:pt x="39" y="79"/>
                  <a:pt x="21" y="55"/>
                  <a:pt x="0" y="33"/>
                </a:cubicBezTo>
                <a:close/>
              </a:path>
            </a:pathLst>
          </a:custGeom>
          <a:solidFill>
            <a:srgbClr val="4CD1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16" name="任意多邊形 1315"/>
          <p:cNvSpPr/>
          <p:nvPr/>
        </p:nvSpPr>
        <p:spPr>
          <a:xfrm>
            <a:off x="5490000" y="1189800"/>
            <a:ext cx="48960" cy="1874160"/>
          </a:xfrm>
          <a:custGeom>
            <a:avLst/>
            <a:gdLst/>
            <a:ahLst/>
            <a:cxnLst/>
            <a:rect l="0" t="0" r="r" b="b"/>
            <a:pathLst>
              <a:path w="136" h="5206">
                <a:moveTo>
                  <a:pt x="70" y="61"/>
                </a:moveTo>
                <a:cubicBezTo>
                  <a:pt x="58" y="89"/>
                  <a:pt x="51" y="118"/>
                  <a:pt x="48" y="147"/>
                </a:cubicBezTo>
                <a:lnTo>
                  <a:pt x="2" y="143"/>
                </a:lnTo>
                <a:cubicBezTo>
                  <a:pt x="5" y="109"/>
                  <a:pt x="14" y="75"/>
                  <a:pt x="27" y="43"/>
                </a:cubicBezTo>
                <a:cubicBezTo>
                  <a:pt x="33" y="28"/>
                  <a:pt x="40" y="14"/>
                  <a:pt x="48" y="0"/>
                </a:cubicBezTo>
                <a:lnTo>
                  <a:pt x="88" y="24"/>
                </a:lnTo>
                <a:cubicBezTo>
                  <a:pt x="81" y="36"/>
                  <a:pt x="75" y="48"/>
                  <a:pt x="70" y="61"/>
                </a:cubicBezTo>
                <a:moveTo>
                  <a:pt x="47" y="376"/>
                </a:moveTo>
                <a:lnTo>
                  <a:pt x="0" y="376"/>
                </a:lnTo>
                <a:lnTo>
                  <a:pt x="0" y="237"/>
                </a:lnTo>
                <a:lnTo>
                  <a:pt x="47" y="237"/>
                </a:lnTo>
                <a:lnTo>
                  <a:pt x="47" y="376"/>
                </a:lnTo>
                <a:moveTo>
                  <a:pt x="47" y="609"/>
                </a:moveTo>
                <a:lnTo>
                  <a:pt x="0" y="609"/>
                </a:lnTo>
                <a:lnTo>
                  <a:pt x="0" y="469"/>
                </a:lnTo>
                <a:lnTo>
                  <a:pt x="47" y="469"/>
                </a:lnTo>
                <a:lnTo>
                  <a:pt x="47" y="609"/>
                </a:lnTo>
                <a:moveTo>
                  <a:pt x="47" y="841"/>
                </a:moveTo>
                <a:lnTo>
                  <a:pt x="0" y="841"/>
                </a:lnTo>
                <a:lnTo>
                  <a:pt x="0" y="702"/>
                </a:lnTo>
                <a:lnTo>
                  <a:pt x="47" y="702"/>
                </a:lnTo>
                <a:lnTo>
                  <a:pt x="47" y="841"/>
                </a:lnTo>
                <a:moveTo>
                  <a:pt x="47" y="1074"/>
                </a:moveTo>
                <a:lnTo>
                  <a:pt x="0" y="1074"/>
                </a:lnTo>
                <a:lnTo>
                  <a:pt x="0" y="935"/>
                </a:lnTo>
                <a:lnTo>
                  <a:pt x="47" y="935"/>
                </a:lnTo>
                <a:lnTo>
                  <a:pt x="47" y="1074"/>
                </a:lnTo>
                <a:moveTo>
                  <a:pt x="47" y="1306"/>
                </a:moveTo>
                <a:lnTo>
                  <a:pt x="0" y="1306"/>
                </a:lnTo>
                <a:lnTo>
                  <a:pt x="0" y="1167"/>
                </a:lnTo>
                <a:lnTo>
                  <a:pt x="47" y="1167"/>
                </a:lnTo>
                <a:lnTo>
                  <a:pt x="47" y="1306"/>
                </a:lnTo>
                <a:moveTo>
                  <a:pt x="47" y="1539"/>
                </a:moveTo>
                <a:lnTo>
                  <a:pt x="0" y="1539"/>
                </a:lnTo>
                <a:lnTo>
                  <a:pt x="0" y="1400"/>
                </a:lnTo>
                <a:lnTo>
                  <a:pt x="47" y="1400"/>
                </a:lnTo>
                <a:lnTo>
                  <a:pt x="47" y="1539"/>
                </a:lnTo>
                <a:moveTo>
                  <a:pt x="47" y="1772"/>
                </a:moveTo>
                <a:lnTo>
                  <a:pt x="0" y="1772"/>
                </a:lnTo>
                <a:lnTo>
                  <a:pt x="0" y="1632"/>
                </a:lnTo>
                <a:lnTo>
                  <a:pt x="47" y="1632"/>
                </a:lnTo>
                <a:lnTo>
                  <a:pt x="47" y="1772"/>
                </a:lnTo>
                <a:moveTo>
                  <a:pt x="47" y="2004"/>
                </a:moveTo>
                <a:lnTo>
                  <a:pt x="0" y="2004"/>
                </a:lnTo>
                <a:lnTo>
                  <a:pt x="0" y="1865"/>
                </a:lnTo>
                <a:lnTo>
                  <a:pt x="47" y="1865"/>
                </a:lnTo>
                <a:lnTo>
                  <a:pt x="47" y="2004"/>
                </a:lnTo>
                <a:moveTo>
                  <a:pt x="47" y="2237"/>
                </a:moveTo>
                <a:lnTo>
                  <a:pt x="0" y="2237"/>
                </a:lnTo>
                <a:lnTo>
                  <a:pt x="0" y="2097"/>
                </a:lnTo>
                <a:lnTo>
                  <a:pt x="47" y="2097"/>
                </a:lnTo>
                <a:lnTo>
                  <a:pt x="47" y="2237"/>
                </a:lnTo>
                <a:moveTo>
                  <a:pt x="47" y="2469"/>
                </a:moveTo>
                <a:lnTo>
                  <a:pt x="0" y="2469"/>
                </a:lnTo>
                <a:lnTo>
                  <a:pt x="0" y="2330"/>
                </a:lnTo>
                <a:lnTo>
                  <a:pt x="47" y="2330"/>
                </a:lnTo>
                <a:lnTo>
                  <a:pt x="47" y="2469"/>
                </a:lnTo>
                <a:moveTo>
                  <a:pt x="47" y="2702"/>
                </a:moveTo>
                <a:lnTo>
                  <a:pt x="0" y="2702"/>
                </a:lnTo>
                <a:lnTo>
                  <a:pt x="0" y="2563"/>
                </a:lnTo>
                <a:lnTo>
                  <a:pt x="47" y="2563"/>
                </a:lnTo>
                <a:lnTo>
                  <a:pt x="47" y="2702"/>
                </a:lnTo>
                <a:moveTo>
                  <a:pt x="47" y="2934"/>
                </a:moveTo>
                <a:lnTo>
                  <a:pt x="0" y="2934"/>
                </a:lnTo>
                <a:lnTo>
                  <a:pt x="0" y="2795"/>
                </a:lnTo>
                <a:lnTo>
                  <a:pt x="47" y="2795"/>
                </a:lnTo>
                <a:lnTo>
                  <a:pt x="47" y="2934"/>
                </a:lnTo>
                <a:moveTo>
                  <a:pt x="47" y="3167"/>
                </a:moveTo>
                <a:lnTo>
                  <a:pt x="0" y="3167"/>
                </a:lnTo>
                <a:lnTo>
                  <a:pt x="0" y="3028"/>
                </a:lnTo>
                <a:lnTo>
                  <a:pt x="47" y="3028"/>
                </a:lnTo>
                <a:lnTo>
                  <a:pt x="47" y="3167"/>
                </a:lnTo>
                <a:moveTo>
                  <a:pt x="47" y="3400"/>
                </a:moveTo>
                <a:lnTo>
                  <a:pt x="0" y="3400"/>
                </a:lnTo>
                <a:lnTo>
                  <a:pt x="0" y="3260"/>
                </a:lnTo>
                <a:lnTo>
                  <a:pt x="47" y="3260"/>
                </a:lnTo>
                <a:lnTo>
                  <a:pt x="47" y="3400"/>
                </a:lnTo>
                <a:moveTo>
                  <a:pt x="47" y="3632"/>
                </a:moveTo>
                <a:lnTo>
                  <a:pt x="0" y="3632"/>
                </a:lnTo>
                <a:lnTo>
                  <a:pt x="0" y="3493"/>
                </a:lnTo>
                <a:lnTo>
                  <a:pt x="47" y="3493"/>
                </a:lnTo>
                <a:lnTo>
                  <a:pt x="47" y="3632"/>
                </a:lnTo>
                <a:moveTo>
                  <a:pt x="47" y="3865"/>
                </a:moveTo>
                <a:lnTo>
                  <a:pt x="0" y="3865"/>
                </a:lnTo>
                <a:lnTo>
                  <a:pt x="0" y="3725"/>
                </a:lnTo>
                <a:lnTo>
                  <a:pt x="47" y="3725"/>
                </a:lnTo>
                <a:lnTo>
                  <a:pt x="47" y="3865"/>
                </a:lnTo>
                <a:moveTo>
                  <a:pt x="47" y="4097"/>
                </a:moveTo>
                <a:lnTo>
                  <a:pt x="0" y="4097"/>
                </a:lnTo>
                <a:lnTo>
                  <a:pt x="0" y="3958"/>
                </a:lnTo>
                <a:lnTo>
                  <a:pt x="47" y="3958"/>
                </a:lnTo>
                <a:lnTo>
                  <a:pt x="47" y="4097"/>
                </a:lnTo>
                <a:moveTo>
                  <a:pt x="47" y="4330"/>
                </a:moveTo>
                <a:lnTo>
                  <a:pt x="0" y="4330"/>
                </a:lnTo>
                <a:lnTo>
                  <a:pt x="0" y="4191"/>
                </a:lnTo>
                <a:lnTo>
                  <a:pt x="47" y="4191"/>
                </a:lnTo>
                <a:lnTo>
                  <a:pt x="47" y="4330"/>
                </a:lnTo>
                <a:moveTo>
                  <a:pt x="47" y="4563"/>
                </a:moveTo>
                <a:lnTo>
                  <a:pt x="0" y="4563"/>
                </a:lnTo>
                <a:lnTo>
                  <a:pt x="0" y="4423"/>
                </a:lnTo>
                <a:lnTo>
                  <a:pt x="47" y="4423"/>
                </a:lnTo>
                <a:lnTo>
                  <a:pt x="47" y="4563"/>
                </a:lnTo>
                <a:moveTo>
                  <a:pt x="47" y="4796"/>
                </a:moveTo>
                <a:lnTo>
                  <a:pt x="0" y="4796"/>
                </a:lnTo>
                <a:lnTo>
                  <a:pt x="0" y="4657"/>
                </a:lnTo>
                <a:lnTo>
                  <a:pt x="47" y="4657"/>
                </a:lnTo>
                <a:lnTo>
                  <a:pt x="47" y="4796"/>
                </a:lnTo>
                <a:moveTo>
                  <a:pt x="47" y="4959"/>
                </a:moveTo>
                <a:cubicBezTo>
                  <a:pt x="47" y="4981"/>
                  <a:pt x="49" y="5001"/>
                  <a:pt x="53" y="5022"/>
                </a:cubicBezTo>
                <a:lnTo>
                  <a:pt x="8" y="5032"/>
                </a:lnTo>
                <a:cubicBezTo>
                  <a:pt x="3" y="5008"/>
                  <a:pt x="0" y="4984"/>
                  <a:pt x="0" y="4959"/>
                </a:cubicBezTo>
                <a:lnTo>
                  <a:pt x="0" y="4889"/>
                </a:lnTo>
                <a:lnTo>
                  <a:pt x="47" y="4889"/>
                </a:lnTo>
                <a:lnTo>
                  <a:pt x="47" y="4959"/>
                </a:lnTo>
                <a:moveTo>
                  <a:pt x="136" y="5173"/>
                </a:moveTo>
                <a:lnTo>
                  <a:pt x="103" y="5206"/>
                </a:lnTo>
                <a:cubicBezTo>
                  <a:pt x="79" y="5182"/>
                  <a:pt x="59" y="5156"/>
                  <a:pt x="43" y="5127"/>
                </a:cubicBezTo>
                <a:lnTo>
                  <a:pt x="84" y="5104"/>
                </a:lnTo>
                <a:cubicBezTo>
                  <a:pt x="99" y="5129"/>
                  <a:pt x="116" y="5152"/>
                  <a:pt x="136" y="5173"/>
                </a:cubicBezTo>
                <a:close/>
              </a:path>
            </a:pathLst>
          </a:custGeom>
          <a:solidFill>
            <a:srgbClr val="4CD1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17" name="任意多邊形 1316"/>
          <p:cNvSpPr/>
          <p:nvPr/>
        </p:nvSpPr>
        <p:spPr>
          <a:xfrm>
            <a:off x="334080" y="3376080"/>
            <a:ext cx="4880520" cy="1989000"/>
          </a:xfrm>
          <a:custGeom>
            <a:avLst/>
            <a:gdLst/>
            <a:ahLst/>
            <a:cxnLst/>
            <a:rect l="0" t="0" r="r" b="b"/>
            <a:pathLst>
              <a:path w="13557" h="5525">
                <a:moveTo>
                  <a:pt x="27" y="215"/>
                </a:moveTo>
                <a:cubicBezTo>
                  <a:pt x="44" y="172"/>
                  <a:pt x="69" y="134"/>
                  <a:pt x="102" y="102"/>
                </a:cubicBezTo>
                <a:cubicBezTo>
                  <a:pt x="135" y="69"/>
                  <a:pt x="172" y="44"/>
                  <a:pt x="215" y="26"/>
                </a:cubicBezTo>
                <a:cubicBezTo>
                  <a:pt x="258" y="8"/>
                  <a:pt x="302" y="0"/>
                  <a:pt x="348" y="0"/>
                </a:cubicBezTo>
                <a:lnTo>
                  <a:pt x="13209" y="0"/>
                </a:lnTo>
                <a:cubicBezTo>
                  <a:pt x="13255" y="0"/>
                  <a:pt x="13300" y="8"/>
                  <a:pt x="13342" y="26"/>
                </a:cubicBezTo>
                <a:cubicBezTo>
                  <a:pt x="13385" y="44"/>
                  <a:pt x="13423" y="69"/>
                  <a:pt x="13455" y="102"/>
                </a:cubicBezTo>
                <a:cubicBezTo>
                  <a:pt x="13488" y="134"/>
                  <a:pt x="13513" y="172"/>
                  <a:pt x="13531" y="215"/>
                </a:cubicBezTo>
                <a:cubicBezTo>
                  <a:pt x="13549" y="257"/>
                  <a:pt x="13557" y="302"/>
                  <a:pt x="13557" y="348"/>
                </a:cubicBezTo>
                <a:lnTo>
                  <a:pt x="13557" y="5177"/>
                </a:lnTo>
                <a:cubicBezTo>
                  <a:pt x="13557" y="5223"/>
                  <a:pt x="13549" y="5268"/>
                  <a:pt x="13531" y="5310"/>
                </a:cubicBezTo>
                <a:cubicBezTo>
                  <a:pt x="13513" y="5353"/>
                  <a:pt x="13488" y="5391"/>
                  <a:pt x="13455" y="5423"/>
                </a:cubicBezTo>
                <a:cubicBezTo>
                  <a:pt x="13423" y="5456"/>
                  <a:pt x="13385" y="5481"/>
                  <a:pt x="13342" y="5499"/>
                </a:cubicBezTo>
                <a:cubicBezTo>
                  <a:pt x="13300" y="5516"/>
                  <a:pt x="13255" y="5525"/>
                  <a:pt x="13209" y="5525"/>
                </a:cubicBezTo>
                <a:lnTo>
                  <a:pt x="348" y="5525"/>
                </a:lnTo>
                <a:cubicBezTo>
                  <a:pt x="302" y="5525"/>
                  <a:pt x="258" y="5516"/>
                  <a:pt x="215" y="5499"/>
                </a:cubicBezTo>
                <a:cubicBezTo>
                  <a:pt x="172" y="5481"/>
                  <a:pt x="135" y="5456"/>
                  <a:pt x="102" y="5423"/>
                </a:cubicBezTo>
                <a:cubicBezTo>
                  <a:pt x="69" y="5391"/>
                  <a:pt x="44" y="5353"/>
                  <a:pt x="27" y="5310"/>
                </a:cubicBezTo>
                <a:cubicBezTo>
                  <a:pt x="9" y="5268"/>
                  <a:pt x="0" y="5223"/>
                  <a:pt x="0" y="5177"/>
                </a:cubicBezTo>
                <a:lnTo>
                  <a:pt x="0" y="348"/>
                </a:lnTo>
                <a:cubicBezTo>
                  <a:pt x="0" y="302"/>
                  <a:pt x="9" y="257"/>
                  <a:pt x="27" y="215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18" name="任意多邊形 1317"/>
          <p:cNvSpPr/>
          <p:nvPr/>
        </p:nvSpPr>
        <p:spPr>
          <a:xfrm>
            <a:off x="334080" y="3376080"/>
            <a:ext cx="4880520" cy="1989000"/>
          </a:xfrm>
          <a:custGeom>
            <a:avLst/>
            <a:gdLst/>
            <a:ahLst/>
            <a:cxnLst/>
            <a:rect l="0" t="0" r="r" b="b"/>
            <a:pathLst>
              <a:path w="13557" h="5525">
                <a:moveTo>
                  <a:pt x="0" y="5177"/>
                </a:moveTo>
                <a:lnTo>
                  <a:pt x="0" y="348"/>
                </a:lnTo>
                <a:cubicBezTo>
                  <a:pt x="0" y="302"/>
                  <a:pt x="9" y="257"/>
                  <a:pt x="27" y="215"/>
                </a:cubicBezTo>
                <a:cubicBezTo>
                  <a:pt x="44" y="172"/>
                  <a:pt x="69" y="134"/>
                  <a:pt x="102" y="102"/>
                </a:cubicBezTo>
                <a:cubicBezTo>
                  <a:pt x="135" y="69"/>
                  <a:pt x="172" y="44"/>
                  <a:pt x="215" y="26"/>
                </a:cubicBezTo>
                <a:cubicBezTo>
                  <a:pt x="258" y="8"/>
                  <a:pt x="302" y="0"/>
                  <a:pt x="348" y="0"/>
                </a:cubicBezTo>
                <a:lnTo>
                  <a:pt x="13209" y="0"/>
                </a:lnTo>
                <a:cubicBezTo>
                  <a:pt x="13255" y="0"/>
                  <a:pt x="13300" y="8"/>
                  <a:pt x="13342" y="26"/>
                </a:cubicBezTo>
                <a:cubicBezTo>
                  <a:pt x="13385" y="44"/>
                  <a:pt x="13423" y="69"/>
                  <a:pt x="13455" y="102"/>
                </a:cubicBezTo>
                <a:cubicBezTo>
                  <a:pt x="13488" y="134"/>
                  <a:pt x="13513" y="172"/>
                  <a:pt x="13531" y="215"/>
                </a:cubicBezTo>
                <a:cubicBezTo>
                  <a:pt x="13549" y="257"/>
                  <a:pt x="13557" y="302"/>
                  <a:pt x="13557" y="348"/>
                </a:cubicBezTo>
                <a:lnTo>
                  <a:pt x="13557" y="5177"/>
                </a:lnTo>
                <a:cubicBezTo>
                  <a:pt x="13557" y="5223"/>
                  <a:pt x="13549" y="5268"/>
                  <a:pt x="13531" y="5310"/>
                </a:cubicBezTo>
                <a:cubicBezTo>
                  <a:pt x="13513" y="5353"/>
                  <a:pt x="13488" y="5391"/>
                  <a:pt x="13455" y="5423"/>
                </a:cubicBezTo>
                <a:cubicBezTo>
                  <a:pt x="13423" y="5456"/>
                  <a:pt x="13385" y="5481"/>
                  <a:pt x="13342" y="5499"/>
                </a:cubicBezTo>
                <a:cubicBezTo>
                  <a:pt x="13300" y="5516"/>
                  <a:pt x="13255" y="5525"/>
                  <a:pt x="13209" y="5525"/>
                </a:cubicBezTo>
                <a:lnTo>
                  <a:pt x="348" y="5525"/>
                </a:lnTo>
                <a:cubicBezTo>
                  <a:pt x="302" y="5525"/>
                  <a:pt x="258" y="5516"/>
                  <a:pt x="215" y="5499"/>
                </a:cubicBezTo>
                <a:cubicBezTo>
                  <a:pt x="172" y="5481"/>
                  <a:pt x="135" y="5456"/>
                  <a:pt x="102" y="5423"/>
                </a:cubicBezTo>
                <a:cubicBezTo>
                  <a:pt x="69" y="5391"/>
                  <a:pt x="44" y="5353"/>
                  <a:pt x="27" y="5310"/>
                </a:cubicBezTo>
                <a:cubicBezTo>
                  <a:pt x="9" y="5268"/>
                  <a:pt x="0" y="5223"/>
                  <a:pt x="0" y="5177"/>
                </a:cubicBezTo>
                <a:moveTo>
                  <a:pt x="23" y="348"/>
                </a:moveTo>
                <a:lnTo>
                  <a:pt x="23" y="5177"/>
                </a:lnTo>
                <a:cubicBezTo>
                  <a:pt x="23" y="5198"/>
                  <a:pt x="25" y="5220"/>
                  <a:pt x="29" y="5240"/>
                </a:cubicBezTo>
                <a:cubicBezTo>
                  <a:pt x="34" y="5261"/>
                  <a:pt x="40" y="5282"/>
                  <a:pt x="48" y="5301"/>
                </a:cubicBezTo>
                <a:cubicBezTo>
                  <a:pt x="56" y="5321"/>
                  <a:pt x="66" y="5340"/>
                  <a:pt x="78" y="5358"/>
                </a:cubicBezTo>
                <a:cubicBezTo>
                  <a:pt x="90" y="5375"/>
                  <a:pt x="103" y="5392"/>
                  <a:pt x="118" y="5407"/>
                </a:cubicBezTo>
                <a:cubicBezTo>
                  <a:pt x="134" y="5422"/>
                  <a:pt x="150" y="5435"/>
                  <a:pt x="168" y="5447"/>
                </a:cubicBezTo>
                <a:cubicBezTo>
                  <a:pt x="185" y="5459"/>
                  <a:pt x="204" y="5469"/>
                  <a:pt x="224" y="5477"/>
                </a:cubicBezTo>
                <a:cubicBezTo>
                  <a:pt x="244" y="5485"/>
                  <a:pt x="264" y="5492"/>
                  <a:pt x="285" y="5496"/>
                </a:cubicBezTo>
                <a:cubicBezTo>
                  <a:pt x="306" y="5500"/>
                  <a:pt x="327" y="5502"/>
                  <a:pt x="348" y="5502"/>
                </a:cubicBezTo>
                <a:lnTo>
                  <a:pt x="13209" y="5502"/>
                </a:lnTo>
                <a:cubicBezTo>
                  <a:pt x="13231" y="5502"/>
                  <a:pt x="13252" y="5500"/>
                  <a:pt x="13273" y="5496"/>
                </a:cubicBezTo>
                <a:cubicBezTo>
                  <a:pt x="13294" y="5492"/>
                  <a:pt x="13314" y="5485"/>
                  <a:pt x="13334" y="5477"/>
                </a:cubicBezTo>
                <a:cubicBezTo>
                  <a:pt x="13353" y="5469"/>
                  <a:pt x="13372" y="5459"/>
                  <a:pt x="13390" y="5447"/>
                </a:cubicBezTo>
                <a:cubicBezTo>
                  <a:pt x="13408" y="5435"/>
                  <a:pt x="13424" y="5422"/>
                  <a:pt x="13439" y="5407"/>
                </a:cubicBezTo>
                <a:cubicBezTo>
                  <a:pt x="13454" y="5392"/>
                  <a:pt x="13468" y="5375"/>
                  <a:pt x="13479" y="5358"/>
                </a:cubicBezTo>
                <a:cubicBezTo>
                  <a:pt x="13491" y="5340"/>
                  <a:pt x="13501" y="5321"/>
                  <a:pt x="13509" y="5301"/>
                </a:cubicBezTo>
                <a:cubicBezTo>
                  <a:pt x="13518" y="5282"/>
                  <a:pt x="13524" y="5261"/>
                  <a:pt x="13528" y="5240"/>
                </a:cubicBezTo>
                <a:cubicBezTo>
                  <a:pt x="13532" y="5220"/>
                  <a:pt x="13534" y="5198"/>
                  <a:pt x="13534" y="5177"/>
                </a:cubicBezTo>
                <a:lnTo>
                  <a:pt x="13534" y="348"/>
                </a:lnTo>
                <a:cubicBezTo>
                  <a:pt x="13534" y="326"/>
                  <a:pt x="13532" y="305"/>
                  <a:pt x="13528" y="284"/>
                </a:cubicBezTo>
                <a:cubicBezTo>
                  <a:pt x="13524" y="263"/>
                  <a:pt x="13518" y="243"/>
                  <a:pt x="13509" y="223"/>
                </a:cubicBezTo>
                <a:cubicBezTo>
                  <a:pt x="13501" y="204"/>
                  <a:pt x="13491" y="185"/>
                  <a:pt x="13479" y="167"/>
                </a:cubicBezTo>
                <a:cubicBezTo>
                  <a:pt x="13468" y="149"/>
                  <a:pt x="13454" y="133"/>
                  <a:pt x="13439" y="118"/>
                </a:cubicBezTo>
                <a:cubicBezTo>
                  <a:pt x="13424" y="103"/>
                  <a:pt x="13408" y="89"/>
                  <a:pt x="13390" y="78"/>
                </a:cubicBezTo>
                <a:cubicBezTo>
                  <a:pt x="13372" y="66"/>
                  <a:pt x="13353" y="56"/>
                  <a:pt x="13334" y="48"/>
                </a:cubicBezTo>
                <a:cubicBezTo>
                  <a:pt x="13314" y="39"/>
                  <a:pt x="13294" y="33"/>
                  <a:pt x="13273" y="29"/>
                </a:cubicBezTo>
                <a:cubicBezTo>
                  <a:pt x="13252" y="25"/>
                  <a:pt x="13231" y="23"/>
                  <a:pt x="13209" y="23"/>
                </a:cubicBezTo>
                <a:lnTo>
                  <a:pt x="348" y="23"/>
                </a:lnTo>
                <a:cubicBezTo>
                  <a:pt x="327" y="23"/>
                  <a:pt x="306" y="25"/>
                  <a:pt x="285" y="29"/>
                </a:cubicBezTo>
                <a:cubicBezTo>
                  <a:pt x="264" y="33"/>
                  <a:pt x="244" y="39"/>
                  <a:pt x="224" y="48"/>
                </a:cubicBezTo>
                <a:cubicBezTo>
                  <a:pt x="204" y="56"/>
                  <a:pt x="185" y="66"/>
                  <a:pt x="168" y="78"/>
                </a:cubicBezTo>
                <a:cubicBezTo>
                  <a:pt x="150" y="89"/>
                  <a:pt x="134" y="103"/>
                  <a:pt x="118" y="118"/>
                </a:cubicBezTo>
                <a:cubicBezTo>
                  <a:pt x="103" y="133"/>
                  <a:pt x="90" y="149"/>
                  <a:pt x="78" y="167"/>
                </a:cubicBezTo>
                <a:cubicBezTo>
                  <a:pt x="66" y="185"/>
                  <a:pt x="56" y="204"/>
                  <a:pt x="48" y="223"/>
                </a:cubicBezTo>
                <a:cubicBezTo>
                  <a:pt x="40" y="243"/>
                  <a:pt x="34" y="263"/>
                  <a:pt x="29" y="284"/>
                </a:cubicBezTo>
                <a:cubicBezTo>
                  <a:pt x="25" y="305"/>
                  <a:pt x="23" y="326"/>
                  <a:pt x="23" y="348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19" name="任意多邊形 1318"/>
          <p:cNvSpPr/>
          <p:nvPr/>
        </p:nvSpPr>
        <p:spPr>
          <a:xfrm>
            <a:off x="542880" y="3584880"/>
            <a:ext cx="451800" cy="501840"/>
          </a:xfrm>
          <a:custGeom>
            <a:avLst/>
            <a:gdLst/>
            <a:ahLst/>
            <a:cxnLst/>
            <a:rect l="0" t="0" r="r" b="b"/>
            <a:pathLst>
              <a:path w="1255" h="1394">
                <a:moveTo>
                  <a:pt x="0" y="697"/>
                </a:moveTo>
                <a:cubicBezTo>
                  <a:pt x="0" y="674"/>
                  <a:pt x="1" y="652"/>
                  <a:pt x="3" y="629"/>
                </a:cubicBezTo>
                <a:cubicBezTo>
                  <a:pt x="5" y="606"/>
                  <a:pt x="8" y="584"/>
                  <a:pt x="12" y="561"/>
                </a:cubicBezTo>
                <a:cubicBezTo>
                  <a:pt x="16" y="539"/>
                  <a:pt x="21" y="517"/>
                  <a:pt x="27" y="495"/>
                </a:cubicBezTo>
                <a:cubicBezTo>
                  <a:pt x="33" y="472"/>
                  <a:pt x="40" y="451"/>
                  <a:pt x="48" y="430"/>
                </a:cubicBezTo>
                <a:cubicBezTo>
                  <a:pt x="56" y="409"/>
                  <a:pt x="64" y="388"/>
                  <a:pt x="74" y="368"/>
                </a:cubicBezTo>
                <a:cubicBezTo>
                  <a:pt x="84" y="348"/>
                  <a:pt x="94" y="328"/>
                  <a:pt x="105" y="309"/>
                </a:cubicBezTo>
                <a:cubicBezTo>
                  <a:pt x="117" y="290"/>
                  <a:pt x="129" y="272"/>
                  <a:pt x="142" y="255"/>
                </a:cubicBezTo>
                <a:cubicBezTo>
                  <a:pt x="155" y="237"/>
                  <a:pt x="169" y="220"/>
                  <a:pt x="183" y="204"/>
                </a:cubicBezTo>
                <a:cubicBezTo>
                  <a:pt x="197" y="188"/>
                  <a:pt x="213" y="172"/>
                  <a:pt x="228" y="158"/>
                </a:cubicBezTo>
                <a:cubicBezTo>
                  <a:pt x="244" y="144"/>
                  <a:pt x="261" y="130"/>
                  <a:pt x="278" y="117"/>
                </a:cubicBezTo>
                <a:cubicBezTo>
                  <a:pt x="295" y="105"/>
                  <a:pt x="312" y="93"/>
                  <a:pt x="330" y="82"/>
                </a:cubicBezTo>
                <a:cubicBezTo>
                  <a:pt x="348" y="71"/>
                  <a:pt x="366" y="62"/>
                  <a:pt x="386" y="53"/>
                </a:cubicBezTo>
                <a:cubicBezTo>
                  <a:pt x="405" y="44"/>
                  <a:pt x="424" y="37"/>
                  <a:pt x="444" y="30"/>
                </a:cubicBezTo>
                <a:cubicBezTo>
                  <a:pt x="464" y="23"/>
                  <a:pt x="483" y="18"/>
                  <a:pt x="503" y="13"/>
                </a:cubicBezTo>
                <a:cubicBezTo>
                  <a:pt x="523" y="9"/>
                  <a:pt x="544" y="5"/>
                  <a:pt x="564" y="3"/>
                </a:cubicBezTo>
                <a:cubicBezTo>
                  <a:pt x="584" y="1"/>
                  <a:pt x="605" y="0"/>
                  <a:pt x="625" y="0"/>
                </a:cubicBezTo>
                <a:lnTo>
                  <a:pt x="631" y="0"/>
                </a:lnTo>
                <a:cubicBezTo>
                  <a:pt x="652" y="0"/>
                  <a:pt x="672" y="1"/>
                  <a:pt x="692" y="3"/>
                </a:cubicBezTo>
                <a:cubicBezTo>
                  <a:pt x="713" y="5"/>
                  <a:pt x="733" y="9"/>
                  <a:pt x="753" y="13"/>
                </a:cubicBezTo>
                <a:cubicBezTo>
                  <a:pt x="773" y="18"/>
                  <a:pt x="793" y="23"/>
                  <a:pt x="812" y="30"/>
                </a:cubicBezTo>
                <a:cubicBezTo>
                  <a:pt x="832" y="37"/>
                  <a:pt x="851" y="44"/>
                  <a:pt x="870" y="53"/>
                </a:cubicBezTo>
                <a:cubicBezTo>
                  <a:pt x="889" y="62"/>
                  <a:pt x="907" y="71"/>
                  <a:pt x="925" y="82"/>
                </a:cubicBezTo>
                <a:cubicBezTo>
                  <a:pt x="943" y="93"/>
                  <a:pt x="961" y="105"/>
                  <a:pt x="978" y="117"/>
                </a:cubicBezTo>
                <a:cubicBezTo>
                  <a:pt x="995" y="130"/>
                  <a:pt x="1011" y="144"/>
                  <a:pt x="1027" y="158"/>
                </a:cubicBezTo>
                <a:cubicBezTo>
                  <a:pt x="1043" y="172"/>
                  <a:pt x="1058" y="188"/>
                  <a:pt x="1072" y="204"/>
                </a:cubicBezTo>
                <a:cubicBezTo>
                  <a:pt x="1087" y="220"/>
                  <a:pt x="1100" y="237"/>
                  <a:pt x="1113" y="255"/>
                </a:cubicBezTo>
                <a:cubicBezTo>
                  <a:pt x="1126" y="272"/>
                  <a:pt x="1138" y="290"/>
                  <a:pt x="1150" y="309"/>
                </a:cubicBezTo>
                <a:cubicBezTo>
                  <a:pt x="1161" y="328"/>
                  <a:pt x="1172" y="348"/>
                  <a:pt x="1181" y="368"/>
                </a:cubicBezTo>
                <a:cubicBezTo>
                  <a:pt x="1191" y="388"/>
                  <a:pt x="1200" y="409"/>
                  <a:pt x="1207" y="430"/>
                </a:cubicBezTo>
                <a:cubicBezTo>
                  <a:pt x="1215" y="451"/>
                  <a:pt x="1222" y="472"/>
                  <a:pt x="1228" y="495"/>
                </a:cubicBezTo>
                <a:cubicBezTo>
                  <a:pt x="1234" y="517"/>
                  <a:pt x="1239" y="539"/>
                  <a:pt x="1243" y="561"/>
                </a:cubicBezTo>
                <a:cubicBezTo>
                  <a:pt x="1247" y="584"/>
                  <a:pt x="1250" y="606"/>
                  <a:pt x="1252" y="629"/>
                </a:cubicBezTo>
                <a:cubicBezTo>
                  <a:pt x="1254" y="652"/>
                  <a:pt x="1255" y="674"/>
                  <a:pt x="1255" y="697"/>
                </a:cubicBezTo>
                <a:cubicBezTo>
                  <a:pt x="1255" y="720"/>
                  <a:pt x="1254" y="743"/>
                  <a:pt x="1252" y="766"/>
                </a:cubicBezTo>
                <a:cubicBezTo>
                  <a:pt x="1250" y="788"/>
                  <a:pt x="1247" y="811"/>
                  <a:pt x="1243" y="833"/>
                </a:cubicBezTo>
                <a:cubicBezTo>
                  <a:pt x="1239" y="856"/>
                  <a:pt x="1234" y="878"/>
                  <a:pt x="1228" y="899"/>
                </a:cubicBezTo>
                <a:cubicBezTo>
                  <a:pt x="1222" y="921"/>
                  <a:pt x="1215" y="943"/>
                  <a:pt x="1207" y="964"/>
                </a:cubicBezTo>
                <a:cubicBezTo>
                  <a:pt x="1200" y="985"/>
                  <a:pt x="1191" y="1005"/>
                  <a:pt x="1181" y="1026"/>
                </a:cubicBezTo>
                <a:cubicBezTo>
                  <a:pt x="1172" y="1046"/>
                  <a:pt x="1161" y="1065"/>
                  <a:pt x="1150" y="1084"/>
                </a:cubicBezTo>
                <a:cubicBezTo>
                  <a:pt x="1138" y="1103"/>
                  <a:pt x="1126" y="1121"/>
                  <a:pt x="1113" y="1139"/>
                </a:cubicBezTo>
                <a:cubicBezTo>
                  <a:pt x="1100" y="1157"/>
                  <a:pt x="1087" y="1174"/>
                  <a:pt x="1072" y="1190"/>
                </a:cubicBezTo>
                <a:cubicBezTo>
                  <a:pt x="1058" y="1206"/>
                  <a:pt x="1043" y="1221"/>
                  <a:pt x="1027" y="1236"/>
                </a:cubicBezTo>
                <a:cubicBezTo>
                  <a:pt x="1011" y="1250"/>
                  <a:pt x="995" y="1264"/>
                  <a:pt x="978" y="1276"/>
                </a:cubicBezTo>
                <a:cubicBezTo>
                  <a:pt x="961" y="1289"/>
                  <a:pt x="943" y="1301"/>
                  <a:pt x="925" y="1311"/>
                </a:cubicBezTo>
                <a:cubicBezTo>
                  <a:pt x="907" y="1322"/>
                  <a:pt x="889" y="1332"/>
                  <a:pt x="870" y="1341"/>
                </a:cubicBezTo>
                <a:cubicBezTo>
                  <a:pt x="851" y="1349"/>
                  <a:pt x="832" y="1357"/>
                  <a:pt x="812" y="1364"/>
                </a:cubicBezTo>
                <a:cubicBezTo>
                  <a:pt x="793" y="1370"/>
                  <a:pt x="773" y="1376"/>
                  <a:pt x="753" y="1380"/>
                </a:cubicBezTo>
                <a:cubicBezTo>
                  <a:pt x="733" y="1385"/>
                  <a:pt x="713" y="1388"/>
                  <a:pt x="692" y="1390"/>
                </a:cubicBezTo>
                <a:cubicBezTo>
                  <a:pt x="672" y="1393"/>
                  <a:pt x="652" y="1394"/>
                  <a:pt x="631" y="1394"/>
                </a:cubicBezTo>
                <a:lnTo>
                  <a:pt x="625" y="1394"/>
                </a:lnTo>
                <a:cubicBezTo>
                  <a:pt x="605" y="1394"/>
                  <a:pt x="584" y="1393"/>
                  <a:pt x="564" y="1390"/>
                </a:cubicBezTo>
                <a:cubicBezTo>
                  <a:pt x="544" y="1388"/>
                  <a:pt x="523" y="1385"/>
                  <a:pt x="503" y="1380"/>
                </a:cubicBezTo>
                <a:cubicBezTo>
                  <a:pt x="483" y="1376"/>
                  <a:pt x="464" y="1370"/>
                  <a:pt x="444" y="1364"/>
                </a:cubicBezTo>
                <a:cubicBezTo>
                  <a:pt x="424" y="1357"/>
                  <a:pt x="405" y="1349"/>
                  <a:pt x="386" y="1341"/>
                </a:cubicBezTo>
                <a:cubicBezTo>
                  <a:pt x="366" y="1332"/>
                  <a:pt x="348" y="1322"/>
                  <a:pt x="330" y="1311"/>
                </a:cubicBezTo>
                <a:cubicBezTo>
                  <a:pt x="312" y="1301"/>
                  <a:pt x="295" y="1289"/>
                  <a:pt x="278" y="1276"/>
                </a:cubicBezTo>
                <a:cubicBezTo>
                  <a:pt x="261" y="1264"/>
                  <a:pt x="244" y="1250"/>
                  <a:pt x="228" y="1236"/>
                </a:cubicBezTo>
                <a:cubicBezTo>
                  <a:pt x="213" y="1221"/>
                  <a:pt x="197" y="1206"/>
                  <a:pt x="183" y="1190"/>
                </a:cubicBezTo>
                <a:cubicBezTo>
                  <a:pt x="169" y="1174"/>
                  <a:pt x="155" y="1157"/>
                  <a:pt x="142" y="1139"/>
                </a:cubicBezTo>
                <a:cubicBezTo>
                  <a:pt x="129" y="1121"/>
                  <a:pt x="117" y="1103"/>
                  <a:pt x="105" y="1084"/>
                </a:cubicBezTo>
                <a:cubicBezTo>
                  <a:pt x="94" y="1065"/>
                  <a:pt x="84" y="1046"/>
                  <a:pt x="74" y="1026"/>
                </a:cubicBezTo>
                <a:cubicBezTo>
                  <a:pt x="64" y="1005"/>
                  <a:pt x="56" y="985"/>
                  <a:pt x="48" y="964"/>
                </a:cubicBezTo>
                <a:cubicBezTo>
                  <a:pt x="40" y="943"/>
                  <a:pt x="33" y="921"/>
                  <a:pt x="27" y="899"/>
                </a:cubicBezTo>
                <a:cubicBezTo>
                  <a:pt x="21" y="878"/>
                  <a:pt x="16" y="856"/>
                  <a:pt x="12" y="833"/>
                </a:cubicBezTo>
                <a:cubicBezTo>
                  <a:pt x="8" y="811"/>
                  <a:pt x="5" y="788"/>
                  <a:pt x="3" y="766"/>
                </a:cubicBezTo>
                <a:cubicBezTo>
                  <a:pt x="1" y="743"/>
                  <a:pt x="0" y="720"/>
                  <a:pt x="0" y="697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320" name="圖片 1319"/>
          <p:cNvPicPr/>
          <p:nvPr/>
        </p:nvPicPr>
        <p:blipFill>
          <a:blip r:embed="rId10"/>
          <a:stretch>
            <a:fillRect/>
          </a:stretch>
        </p:blipFill>
        <p:spPr>
          <a:xfrm>
            <a:off x="676800" y="3735360"/>
            <a:ext cx="1749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1" name="文字框 1320"/>
          <p:cNvSpPr txBox="1"/>
          <p:nvPr/>
        </p:nvSpPr>
        <p:spPr>
          <a:xfrm>
            <a:off x="6561720" y="2712600"/>
            <a:ext cx="25488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需要在隐私保护与监管合规之间寻找平衡点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322" name="圖片 1321"/>
          <p:cNvPicPr/>
          <p:nvPr/>
        </p:nvPicPr>
        <p:blipFill>
          <a:blip r:embed="rId11"/>
          <a:stretch>
            <a:fillRect/>
          </a:stretch>
        </p:blipFill>
        <p:spPr>
          <a:xfrm>
            <a:off x="1128240" y="397764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3" name="文字框 1322"/>
          <p:cNvSpPr txBox="1"/>
          <p:nvPr/>
        </p:nvSpPr>
        <p:spPr>
          <a:xfrm>
            <a:off x="1126080" y="3592440"/>
            <a:ext cx="16099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技术与标准不统一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24" name="文字框 1323"/>
          <p:cNvSpPr txBox="1"/>
          <p:nvPr/>
        </p:nvSpPr>
        <p:spPr>
          <a:xfrm>
            <a:off x="1326600" y="3970800"/>
            <a:ext cx="450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e-CNY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325" name="圖片 1324"/>
          <p:cNvPicPr/>
          <p:nvPr/>
        </p:nvPicPr>
        <p:blipFill>
          <a:blip r:embed="rId12"/>
          <a:stretch>
            <a:fillRect/>
          </a:stretch>
        </p:blipFill>
        <p:spPr>
          <a:xfrm>
            <a:off x="1128240" y="4245120"/>
            <a:ext cx="1666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6" name="文字框 1325"/>
          <p:cNvSpPr txBox="1"/>
          <p:nvPr/>
        </p:nvSpPr>
        <p:spPr>
          <a:xfrm>
            <a:off x="1774440" y="3966120"/>
            <a:ext cx="1476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是一个中心化的账户体系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27" name="文字框 1326"/>
          <p:cNvSpPr txBox="1"/>
          <p:nvPr/>
        </p:nvSpPr>
        <p:spPr>
          <a:xfrm>
            <a:off x="1360080" y="4238280"/>
            <a:ext cx="4118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USDT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28" name="文字框 1327"/>
          <p:cNvSpPr txBox="1"/>
          <p:nvPr/>
        </p:nvSpPr>
        <p:spPr>
          <a:xfrm>
            <a:off x="1769760" y="423360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29" name="文字框 1328"/>
          <p:cNvSpPr txBox="1"/>
          <p:nvPr/>
        </p:nvSpPr>
        <p:spPr>
          <a:xfrm>
            <a:off x="1903320" y="4238280"/>
            <a:ext cx="3808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USDC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330" name="圖片 1329"/>
          <p:cNvPicPr/>
          <p:nvPr/>
        </p:nvPicPr>
        <p:blipFill>
          <a:blip r:embed="rId13"/>
          <a:stretch>
            <a:fillRect/>
          </a:stretch>
        </p:blipFill>
        <p:spPr>
          <a:xfrm>
            <a:off x="1128240" y="4512600"/>
            <a:ext cx="1666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1" name="文字框 1330"/>
          <p:cNvSpPr txBox="1"/>
          <p:nvPr/>
        </p:nvSpPr>
        <p:spPr>
          <a:xfrm>
            <a:off x="2282400" y="4233600"/>
            <a:ext cx="22806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等稳定币运行在以太坊等不同的公链上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32" name="文字框 1331"/>
          <p:cNvSpPr txBox="1"/>
          <p:nvPr/>
        </p:nvSpPr>
        <p:spPr>
          <a:xfrm>
            <a:off x="1360080" y="450540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33" name="文字框 1332"/>
          <p:cNvSpPr txBox="1"/>
          <p:nvPr/>
        </p:nvSpPr>
        <p:spPr>
          <a:xfrm>
            <a:off x="1402560" y="4500720"/>
            <a:ext cx="1878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实现两者之间安全、高效的跨链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34" name="文字框 1333"/>
          <p:cNvSpPr txBox="1"/>
          <p:nvPr/>
        </p:nvSpPr>
        <p:spPr>
          <a:xfrm>
            <a:off x="3274200" y="450540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/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35" name="文字框 1334"/>
          <p:cNvSpPr txBox="1"/>
          <p:nvPr/>
        </p:nvSpPr>
        <p:spPr>
          <a:xfrm>
            <a:off x="3319200" y="4500720"/>
            <a:ext cx="1609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跨系统互操作，在技术上极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36" name="文字框 1335"/>
          <p:cNvSpPr txBox="1"/>
          <p:nvPr/>
        </p:nvSpPr>
        <p:spPr>
          <a:xfrm>
            <a:off x="1126080" y="4701240"/>
            <a:ext cx="537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具挑战性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37" name="文字框 1336"/>
          <p:cNvSpPr txBox="1"/>
          <p:nvPr/>
        </p:nvSpPr>
        <p:spPr>
          <a:xfrm>
            <a:off x="1192680" y="4973400"/>
            <a:ext cx="6112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mBridge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38" name="任意多邊形 1337"/>
          <p:cNvSpPr/>
          <p:nvPr/>
        </p:nvSpPr>
        <p:spPr>
          <a:xfrm>
            <a:off x="393840" y="3400920"/>
            <a:ext cx="4763880" cy="39240"/>
          </a:xfrm>
          <a:custGeom>
            <a:avLst/>
            <a:gdLst/>
            <a:ahLst/>
            <a:cxnLst/>
            <a:rect l="0" t="0" r="r" b="b"/>
            <a:pathLst>
              <a:path w="13233" h="109">
                <a:moveTo>
                  <a:pt x="90" y="24"/>
                </a:moveTo>
                <a:cubicBezTo>
                  <a:pt x="97" y="21"/>
                  <a:pt x="105" y="18"/>
                  <a:pt x="112" y="16"/>
                </a:cubicBezTo>
                <a:lnTo>
                  <a:pt x="121" y="43"/>
                </a:lnTo>
                <a:cubicBezTo>
                  <a:pt x="82" y="55"/>
                  <a:pt x="49" y="75"/>
                  <a:pt x="19" y="102"/>
                </a:cubicBezTo>
                <a:lnTo>
                  <a:pt x="0" y="82"/>
                </a:lnTo>
                <a:cubicBezTo>
                  <a:pt x="26" y="57"/>
                  <a:pt x="56" y="38"/>
                  <a:pt x="90" y="24"/>
                </a:cubicBezTo>
                <a:moveTo>
                  <a:pt x="205" y="0"/>
                </a:moveTo>
                <a:lnTo>
                  <a:pt x="345" y="0"/>
                </a:lnTo>
                <a:lnTo>
                  <a:pt x="345" y="29"/>
                </a:lnTo>
                <a:lnTo>
                  <a:pt x="205" y="29"/>
                </a:lnTo>
                <a:cubicBezTo>
                  <a:pt x="203" y="29"/>
                  <a:pt x="200" y="29"/>
                  <a:pt x="198" y="29"/>
                </a:cubicBezTo>
                <a:lnTo>
                  <a:pt x="197" y="0"/>
                </a:lnTo>
                <a:cubicBezTo>
                  <a:pt x="200" y="0"/>
                  <a:pt x="203" y="0"/>
                  <a:pt x="205" y="0"/>
                </a:cubicBezTo>
                <a:moveTo>
                  <a:pt x="577" y="0"/>
                </a:moveTo>
                <a:lnTo>
                  <a:pt x="577" y="29"/>
                </a:lnTo>
                <a:lnTo>
                  <a:pt x="438" y="29"/>
                </a:lnTo>
                <a:lnTo>
                  <a:pt x="438" y="0"/>
                </a:lnTo>
                <a:lnTo>
                  <a:pt x="577" y="0"/>
                </a:lnTo>
                <a:moveTo>
                  <a:pt x="810" y="0"/>
                </a:moveTo>
                <a:lnTo>
                  <a:pt x="810" y="29"/>
                </a:lnTo>
                <a:lnTo>
                  <a:pt x="671" y="29"/>
                </a:lnTo>
                <a:lnTo>
                  <a:pt x="671" y="0"/>
                </a:lnTo>
                <a:lnTo>
                  <a:pt x="810" y="0"/>
                </a:lnTo>
                <a:moveTo>
                  <a:pt x="1042" y="0"/>
                </a:moveTo>
                <a:lnTo>
                  <a:pt x="1042" y="29"/>
                </a:lnTo>
                <a:lnTo>
                  <a:pt x="903" y="29"/>
                </a:lnTo>
                <a:lnTo>
                  <a:pt x="903" y="0"/>
                </a:lnTo>
                <a:lnTo>
                  <a:pt x="1042" y="0"/>
                </a:lnTo>
                <a:moveTo>
                  <a:pt x="1275" y="0"/>
                </a:moveTo>
                <a:lnTo>
                  <a:pt x="1275" y="29"/>
                </a:lnTo>
                <a:lnTo>
                  <a:pt x="1136" y="29"/>
                </a:lnTo>
                <a:lnTo>
                  <a:pt x="1136" y="0"/>
                </a:lnTo>
                <a:lnTo>
                  <a:pt x="1275" y="0"/>
                </a:lnTo>
                <a:moveTo>
                  <a:pt x="1508" y="0"/>
                </a:moveTo>
                <a:lnTo>
                  <a:pt x="1508" y="29"/>
                </a:lnTo>
                <a:lnTo>
                  <a:pt x="1368" y="29"/>
                </a:lnTo>
                <a:lnTo>
                  <a:pt x="1368" y="0"/>
                </a:lnTo>
                <a:lnTo>
                  <a:pt x="1508" y="0"/>
                </a:lnTo>
                <a:moveTo>
                  <a:pt x="1740" y="0"/>
                </a:moveTo>
                <a:lnTo>
                  <a:pt x="1740" y="29"/>
                </a:lnTo>
                <a:lnTo>
                  <a:pt x="1601" y="29"/>
                </a:lnTo>
                <a:lnTo>
                  <a:pt x="1601" y="0"/>
                </a:lnTo>
                <a:lnTo>
                  <a:pt x="1740" y="0"/>
                </a:lnTo>
                <a:moveTo>
                  <a:pt x="1973" y="0"/>
                </a:moveTo>
                <a:lnTo>
                  <a:pt x="1973" y="29"/>
                </a:lnTo>
                <a:lnTo>
                  <a:pt x="1833" y="29"/>
                </a:lnTo>
                <a:lnTo>
                  <a:pt x="1833" y="0"/>
                </a:lnTo>
                <a:lnTo>
                  <a:pt x="1973" y="0"/>
                </a:lnTo>
                <a:moveTo>
                  <a:pt x="2205" y="0"/>
                </a:moveTo>
                <a:lnTo>
                  <a:pt x="2205" y="29"/>
                </a:lnTo>
                <a:lnTo>
                  <a:pt x="2066" y="29"/>
                </a:lnTo>
                <a:lnTo>
                  <a:pt x="2066" y="0"/>
                </a:lnTo>
                <a:lnTo>
                  <a:pt x="2205" y="0"/>
                </a:lnTo>
                <a:moveTo>
                  <a:pt x="2438" y="0"/>
                </a:moveTo>
                <a:lnTo>
                  <a:pt x="2438" y="29"/>
                </a:lnTo>
                <a:lnTo>
                  <a:pt x="2299" y="29"/>
                </a:lnTo>
                <a:lnTo>
                  <a:pt x="2299" y="0"/>
                </a:lnTo>
                <a:lnTo>
                  <a:pt x="2438" y="0"/>
                </a:lnTo>
                <a:moveTo>
                  <a:pt x="2670" y="0"/>
                </a:moveTo>
                <a:lnTo>
                  <a:pt x="2670" y="29"/>
                </a:lnTo>
                <a:lnTo>
                  <a:pt x="2531" y="29"/>
                </a:lnTo>
                <a:lnTo>
                  <a:pt x="2531" y="0"/>
                </a:lnTo>
                <a:lnTo>
                  <a:pt x="2670" y="0"/>
                </a:lnTo>
                <a:moveTo>
                  <a:pt x="2903" y="0"/>
                </a:moveTo>
                <a:lnTo>
                  <a:pt x="2903" y="29"/>
                </a:lnTo>
                <a:lnTo>
                  <a:pt x="2764" y="29"/>
                </a:lnTo>
                <a:lnTo>
                  <a:pt x="2764" y="0"/>
                </a:lnTo>
                <a:lnTo>
                  <a:pt x="2903" y="0"/>
                </a:lnTo>
                <a:moveTo>
                  <a:pt x="3135" y="0"/>
                </a:moveTo>
                <a:lnTo>
                  <a:pt x="3135" y="29"/>
                </a:lnTo>
                <a:lnTo>
                  <a:pt x="2996" y="29"/>
                </a:lnTo>
                <a:lnTo>
                  <a:pt x="2996" y="0"/>
                </a:lnTo>
                <a:lnTo>
                  <a:pt x="3135" y="0"/>
                </a:lnTo>
                <a:moveTo>
                  <a:pt x="3368" y="0"/>
                </a:moveTo>
                <a:lnTo>
                  <a:pt x="3368" y="29"/>
                </a:lnTo>
                <a:lnTo>
                  <a:pt x="3229" y="29"/>
                </a:lnTo>
                <a:lnTo>
                  <a:pt x="3229" y="0"/>
                </a:lnTo>
                <a:lnTo>
                  <a:pt x="3368" y="0"/>
                </a:lnTo>
                <a:moveTo>
                  <a:pt x="3601" y="0"/>
                </a:moveTo>
                <a:lnTo>
                  <a:pt x="3601" y="29"/>
                </a:lnTo>
                <a:lnTo>
                  <a:pt x="3461" y="29"/>
                </a:lnTo>
                <a:lnTo>
                  <a:pt x="3461" y="0"/>
                </a:lnTo>
                <a:lnTo>
                  <a:pt x="3601" y="0"/>
                </a:lnTo>
                <a:moveTo>
                  <a:pt x="3833" y="0"/>
                </a:moveTo>
                <a:lnTo>
                  <a:pt x="3833" y="29"/>
                </a:lnTo>
                <a:lnTo>
                  <a:pt x="3694" y="29"/>
                </a:lnTo>
                <a:lnTo>
                  <a:pt x="3694" y="0"/>
                </a:lnTo>
                <a:lnTo>
                  <a:pt x="3833" y="0"/>
                </a:lnTo>
                <a:moveTo>
                  <a:pt x="4066" y="0"/>
                </a:moveTo>
                <a:lnTo>
                  <a:pt x="4066" y="29"/>
                </a:lnTo>
                <a:lnTo>
                  <a:pt x="3926" y="29"/>
                </a:lnTo>
                <a:lnTo>
                  <a:pt x="3926" y="0"/>
                </a:lnTo>
                <a:lnTo>
                  <a:pt x="4066" y="0"/>
                </a:lnTo>
                <a:moveTo>
                  <a:pt x="4298" y="0"/>
                </a:moveTo>
                <a:lnTo>
                  <a:pt x="4298" y="29"/>
                </a:lnTo>
                <a:lnTo>
                  <a:pt x="4159" y="29"/>
                </a:lnTo>
                <a:lnTo>
                  <a:pt x="4159" y="0"/>
                </a:lnTo>
                <a:lnTo>
                  <a:pt x="4298" y="0"/>
                </a:lnTo>
                <a:moveTo>
                  <a:pt x="4531" y="0"/>
                </a:moveTo>
                <a:lnTo>
                  <a:pt x="4531" y="29"/>
                </a:lnTo>
                <a:lnTo>
                  <a:pt x="4392" y="29"/>
                </a:lnTo>
                <a:lnTo>
                  <a:pt x="4392" y="0"/>
                </a:lnTo>
                <a:lnTo>
                  <a:pt x="4531" y="0"/>
                </a:lnTo>
                <a:moveTo>
                  <a:pt x="4763" y="0"/>
                </a:moveTo>
                <a:lnTo>
                  <a:pt x="4763" y="29"/>
                </a:lnTo>
                <a:lnTo>
                  <a:pt x="4624" y="29"/>
                </a:lnTo>
                <a:lnTo>
                  <a:pt x="4624" y="0"/>
                </a:lnTo>
                <a:lnTo>
                  <a:pt x="4763" y="0"/>
                </a:lnTo>
                <a:moveTo>
                  <a:pt x="4996" y="0"/>
                </a:moveTo>
                <a:lnTo>
                  <a:pt x="4996" y="29"/>
                </a:lnTo>
                <a:lnTo>
                  <a:pt x="4857" y="29"/>
                </a:lnTo>
                <a:lnTo>
                  <a:pt x="4857" y="0"/>
                </a:lnTo>
                <a:lnTo>
                  <a:pt x="4996" y="0"/>
                </a:lnTo>
                <a:moveTo>
                  <a:pt x="5229" y="0"/>
                </a:moveTo>
                <a:lnTo>
                  <a:pt x="5229" y="29"/>
                </a:lnTo>
                <a:lnTo>
                  <a:pt x="5089" y="29"/>
                </a:lnTo>
                <a:lnTo>
                  <a:pt x="5089" y="0"/>
                </a:lnTo>
                <a:lnTo>
                  <a:pt x="5229" y="0"/>
                </a:lnTo>
                <a:moveTo>
                  <a:pt x="5461" y="0"/>
                </a:moveTo>
                <a:lnTo>
                  <a:pt x="5461" y="29"/>
                </a:lnTo>
                <a:lnTo>
                  <a:pt x="5322" y="29"/>
                </a:lnTo>
                <a:lnTo>
                  <a:pt x="5322" y="0"/>
                </a:lnTo>
                <a:lnTo>
                  <a:pt x="5461" y="0"/>
                </a:lnTo>
                <a:moveTo>
                  <a:pt x="5695" y="0"/>
                </a:moveTo>
                <a:lnTo>
                  <a:pt x="5695" y="29"/>
                </a:lnTo>
                <a:lnTo>
                  <a:pt x="5555" y="29"/>
                </a:lnTo>
                <a:lnTo>
                  <a:pt x="5555" y="0"/>
                </a:lnTo>
                <a:lnTo>
                  <a:pt x="5695" y="0"/>
                </a:lnTo>
                <a:moveTo>
                  <a:pt x="5927" y="0"/>
                </a:moveTo>
                <a:lnTo>
                  <a:pt x="5927" y="29"/>
                </a:lnTo>
                <a:lnTo>
                  <a:pt x="5788" y="29"/>
                </a:lnTo>
                <a:lnTo>
                  <a:pt x="5788" y="0"/>
                </a:lnTo>
                <a:lnTo>
                  <a:pt x="5927" y="0"/>
                </a:lnTo>
                <a:moveTo>
                  <a:pt x="6160" y="0"/>
                </a:moveTo>
                <a:lnTo>
                  <a:pt x="6160" y="29"/>
                </a:lnTo>
                <a:lnTo>
                  <a:pt x="6021" y="29"/>
                </a:lnTo>
                <a:lnTo>
                  <a:pt x="6021" y="0"/>
                </a:lnTo>
                <a:lnTo>
                  <a:pt x="6160" y="0"/>
                </a:lnTo>
                <a:moveTo>
                  <a:pt x="6392" y="0"/>
                </a:moveTo>
                <a:lnTo>
                  <a:pt x="6392" y="29"/>
                </a:lnTo>
                <a:lnTo>
                  <a:pt x="6253" y="29"/>
                </a:lnTo>
                <a:lnTo>
                  <a:pt x="6253" y="0"/>
                </a:lnTo>
                <a:lnTo>
                  <a:pt x="6392" y="0"/>
                </a:lnTo>
                <a:moveTo>
                  <a:pt x="6625" y="0"/>
                </a:moveTo>
                <a:lnTo>
                  <a:pt x="6625" y="29"/>
                </a:lnTo>
                <a:lnTo>
                  <a:pt x="6486" y="29"/>
                </a:lnTo>
                <a:lnTo>
                  <a:pt x="6486" y="0"/>
                </a:lnTo>
                <a:lnTo>
                  <a:pt x="6625" y="0"/>
                </a:lnTo>
                <a:moveTo>
                  <a:pt x="6858" y="0"/>
                </a:moveTo>
                <a:lnTo>
                  <a:pt x="6858" y="29"/>
                </a:lnTo>
                <a:lnTo>
                  <a:pt x="6718" y="29"/>
                </a:lnTo>
                <a:lnTo>
                  <a:pt x="6718" y="0"/>
                </a:lnTo>
                <a:lnTo>
                  <a:pt x="6858" y="0"/>
                </a:lnTo>
                <a:moveTo>
                  <a:pt x="7090" y="0"/>
                </a:moveTo>
                <a:lnTo>
                  <a:pt x="7090" y="29"/>
                </a:lnTo>
                <a:lnTo>
                  <a:pt x="6951" y="29"/>
                </a:lnTo>
                <a:lnTo>
                  <a:pt x="6951" y="0"/>
                </a:lnTo>
                <a:lnTo>
                  <a:pt x="7090" y="0"/>
                </a:lnTo>
                <a:moveTo>
                  <a:pt x="7323" y="0"/>
                </a:moveTo>
                <a:lnTo>
                  <a:pt x="7323" y="29"/>
                </a:lnTo>
                <a:lnTo>
                  <a:pt x="7183" y="29"/>
                </a:lnTo>
                <a:lnTo>
                  <a:pt x="7183" y="0"/>
                </a:lnTo>
                <a:lnTo>
                  <a:pt x="7323" y="0"/>
                </a:lnTo>
                <a:moveTo>
                  <a:pt x="7555" y="0"/>
                </a:moveTo>
                <a:lnTo>
                  <a:pt x="7555" y="29"/>
                </a:lnTo>
                <a:lnTo>
                  <a:pt x="7416" y="29"/>
                </a:lnTo>
                <a:lnTo>
                  <a:pt x="7416" y="0"/>
                </a:lnTo>
                <a:lnTo>
                  <a:pt x="7555" y="0"/>
                </a:lnTo>
                <a:moveTo>
                  <a:pt x="7788" y="0"/>
                </a:moveTo>
                <a:lnTo>
                  <a:pt x="7788" y="29"/>
                </a:lnTo>
                <a:lnTo>
                  <a:pt x="7649" y="29"/>
                </a:lnTo>
                <a:lnTo>
                  <a:pt x="7649" y="0"/>
                </a:lnTo>
                <a:lnTo>
                  <a:pt x="7788" y="0"/>
                </a:lnTo>
                <a:moveTo>
                  <a:pt x="8020" y="0"/>
                </a:moveTo>
                <a:lnTo>
                  <a:pt x="8020" y="29"/>
                </a:lnTo>
                <a:lnTo>
                  <a:pt x="7881" y="29"/>
                </a:lnTo>
                <a:lnTo>
                  <a:pt x="7881" y="0"/>
                </a:lnTo>
                <a:lnTo>
                  <a:pt x="8020" y="0"/>
                </a:lnTo>
                <a:moveTo>
                  <a:pt x="8253" y="0"/>
                </a:moveTo>
                <a:lnTo>
                  <a:pt x="8253" y="29"/>
                </a:lnTo>
                <a:lnTo>
                  <a:pt x="8114" y="29"/>
                </a:lnTo>
                <a:lnTo>
                  <a:pt x="8114" y="0"/>
                </a:lnTo>
                <a:lnTo>
                  <a:pt x="8253" y="0"/>
                </a:lnTo>
                <a:moveTo>
                  <a:pt x="8486" y="0"/>
                </a:moveTo>
                <a:lnTo>
                  <a:pt x="8486" y="29"/>
                </a:lnTo>
                <a:lnTo>
                  <a:pt x="8346" y="29"/>
                </a:lnTo>
                <a:lnTo>
                  <a:pt x="8346" y="0"/>
                </a:lnTo>
                <a:lnTo>
                  <a:pt x="8486" y="0"/>
                </a:lnTo>
                <a:moveTo>
                  <a:pt x="8718" y="0"/>
                </a:moveTo>
                <a:lnTo>
                  <a:pt x="8718" y="29"/>
                </a:lnTo>
                <a:lnTo>
                  <a:pt x="8579" y="29"/>
                </a:lnTo>
                <a:lnTo>
                  <a:pt x="8579" y="0"/>
                </a:lnTo>
                <a:lnTo>
                  <a:pt x="8718" y="0"/>
                </a:lnTo>
                <a:moveTo>
                  <a:pt x="8951" y="0"/>
                </a:moveTo>
                <a:lnTo>
                  <a:pt x="8951" y="29"/>
                </a:lnTo>
                <a:lnTo>
                  <a:pt x="8811" y="29"/>
                </a:lnTo>
                <a:lnTo>
                  <a:pt x="8811" y="0"/>
                </a:lnTo>
                <a:lnTo>
                  <a:pt x="8951" y="0"/>
                </a:lnTo>
                <a:moveTo>
                  <a:pt x="9183" y="0"/>
                </a:moveTo>
                <a:lnTo>
                  <a:pt x="9183" y="29"/>
                </a:lnTo>
                <a:lnTo>
                  <a:pt x="9044" y="29"/>
                </a:lnTo>
                <a:lnTo>
                  <a:pt x="9044" y="0"/>
                </a:lnTo>
                <a:lnTo>
                  <a:pt x="9183" y="0"/>
                </a:lnTo>
                <a:moveTo>
                  <a:pt x="9416" y="0"/>
                </a:moveTo>
                <a:lnTo>
                  <a:pt x="9416" y="29"/>
                </a:lnTo>
                <a:lnTo>
                  <a:pt x="9276" y="29"/>
                </a:lnTo>
                <a:lnTo>
                  <a:pt x="9276" y="0"/>
                </a:lnTo>
                <a:lnTo>
                  <a:pt x="9416" y="0"/>
                </a:lnTo>
                <a:moveTo>
                  <a:pt x="9648" y="0"/>
                </a:moveTo>
                <a:lnTo>
                  <a:pt x="9648" y="29"/>
                </a:lnTo>
                <a:lnTo>
                  <a:pt x="9509" y="29"/>
                </a:lnTo>
                <a:lnTo>
                  <a:pt x="9509" y="0"/>
                </a:lnTo>
                <a:lnTo>
                  <a:pt x="9648" y="0"/>
                </a:lnTo>
                <a:moveTo>
                  <a:pt x="9881" y="0"/>
                </a:moveTo>
                <a:lnTo>
                  <a:pt x="9881" y="29"/>
                </a:lnTo>
                <a:lnTo>
                  <a:pt x="9742" y="29"/>
                </a:lnTo>
                <a:lnTo>
                  <a:pt x="9742" y="0"/>
                </a:lnTo>
                <a:lnTo>
                  <a:pt x="9881" y="0"/>
                </a:lnTo>
                <a:moveTo>
                  <a:pt x="10113" y="0"/>
                </a:moveTo>
                <a:lnTo>
                  <a:pt x="10113" y="29"/>
                </a:lnTo>
                <a:lnTo>
                  <a:pt x="9974" y="29"/>
                </a:lnTo>
                <a:lnTo>
                  <a:pt x="9974" y="0"/>
                </a:lnTo>
                <a:lnTo>
                  <a:pt x="10113" y="0"/>
                </a:lnTo>
                <a:moveTo>
                  <a:pt x="10346" y="0"/>
                </a:moveTo>
                <a:lnTo>
                  <a:pt x="10346" y="29"/>
                </a:lnTo>
                <a:lnTo>
                  <a:pt x="10207" y="29"/>
                </a:lnTo>
                <a:lnTo>
                  <a:pt x="10207" y="0"/>
                </a:lnTo>
                <a:lnTo>
                  <a:pt x="10346" y="0"/>
                </a:lnTo>
                <a:moveTo>
                  <a:pt x="10579" y="0"/>
                </a:moveTo>
                <a:lnTo>
                  <a:pt x="10579" y="29"/>
                </a:lnTo>
                <a:lnTo>
                  <a:pt x="10439" y="29"/>
                </a:lnTo>
                <a:lnTo>
                  <a:pt x="10439" y="0"/>
                </a:lnTo>
                <a:lnTo>
                  <a:pt x="10579" y="0"/>
                </a:lnTo>
                <a:moveTo>
                  <a:pt x="10811" y="0"/>
                </a:moveTo>
                <a:lnTo>
                  <a:pt x="10811" y="29"/>
                </a:lnTo>
                <a:lnTo>
                  <a:pt x="10672" y="29"/>
                </a:lnTo>
                <a:lnTo>
                  <a:pt x="10672" y="0"/>
                </a:lnTo>
                <a:lnTo>
                  <a:pt x="10811" y="0"/>
                </a:lnTo>
                <a:moveTo>
                  <a:pt x="11044" y="0"/>
                </a:moveTo>
                <a:lnTo>
                  <a:pt x="11044" y="29"/>
                </a:lnTo>
                <a:lnTo>
                  <a:pt x="10904" y="29"/>
                </a:lnTo>
                <a:lnTo>
                  <a:pt x="10904" y="0"/>
                </a:lnTo>
                <a:lnTo>
                  <a:pt x="11044" y="0"/>
                </a:lnTo>
                <a:moveTo>
                  <a:pt x="11276" y="0"/>
                </a:moveTo>
                <a:lnTo>
                  <a:pt x="11276" y="29"/>
                </a:lnTo>
                <a:lnTo>
                  <a:pt x="11137" y="29"/>
                </a:lnTo>
                <a:lnTo>
                  <a:pt x="11137" y="0"/>
                </a:lnTo>
                <a:lnTo>
                  <a:pt x="11276" y="0"/>
                </a:lnTo>
                <a:moveTo>
                  <a:pt x="11509" y="0"/>
                </a:moveTo>
                <a:lnTo>
                  <a:pt x="11509" y="29"/>
                </a:lnTo>
                <a:lnTo>
                  <a:pt x="11370" y="29"/>
                </a:lnTo>
                <a:lnTo>
                  <a:pt x="11370" y="0"/>
                </a:lnTo>
                <a:lnTo>
                  <a:pt x="11509" y="0"/>
                </a:lnTo>
                <a:moveTo>
                  <a:pt x="11741" y="0"/>
                </a:moveTo>
                <a:lnTo>
                  <a:pt x="11741" y="29"/>
                </a:lnTo>
                <a:lnTo>
                  <a:pt x="11602" y="29"/>
                </a:lnTo>
                <a:lnTo>
                  <a:pt x="11602" y="0"/>
                </a:lnTo>
                <a:lnTo>
                  <a:pt x="11741" y="0"/>
                </a:lnTo>
                <a:moveTo>
                  <a:pt x="11974" y="0"/>
                </a:moveTo>
                <a:lnTo>
                  <a:pt x="11974" y="29"/>
                </a:lnTo>
                <a:lnTo>
                  <a:pt x="11835" y="29"/>
                </a:lnTo>
                <a:lnTo>
                  <a:pt x="11835" y="0"/>
                </a:lnTo>
                <a:lnTo>
                  <a:pt x="11974" y="0"/>
                </a:lnTo>
                <a:moveTo>
                  <a:pt x="12207" y="0"/>
                </a:moveTo>
                <a:lnTo>
                  <a:pt x="12207" y="29"/>
                </a:lnTo>
                <a:lnTo>
                  <a:pt x="12067" y="29"/>
                </a:lnTo>
                <a:lnTo>
                  <a:pt x="12067" y="0"/>
                </a:lnTo>
                <a:lnTo>
                  <a:pt x="12207" y="0"/>
                </a:lnTo>
                <a:moveTo>
                  <a:pt x="12439" y="0"/>
                </a:moveTo>
                <a:lnTo>
                  <a:pt x="12439" y="29"/>
                </a:lnTo>
                <a:lnTo>
                  <a:pt x="12300" y="29"/>
                </a:lnTo>
                <a:lnTo>
                  <a:pt x="12300" y="0"/>
                </a:lnTo>
                <a:lnTo>
                  <a:pt x="12439" y="0"/>
                </a:lnTo>
                <a:moveTo>
                  <a:pt x="12672" y="0"/>
                </a:moveTo>
                <a:lnTo>
                  <a:pt x="12672" y="29"/>
                </a:lnTo>
                <a:lnTo>
                  <a:pt x="12532" y="29"/>
                </a:lnTo>
                <a:lnTo>
                  <a:pt x="12532" y="0"/>
                </a:lnTo>
                <a:lnTo>
                  <a:pt x="12672" y="0"/>
                </a:lnTo>
                <a:moveTo>
                  <a:pt x="12904" y="0"/>
                </a:moveTo>
                <a:lnTo>
                  <a:pt x="12904" y="29"/>
                </a:lnTo>
                <a:lnTo>
                  <a:pt x="12765" y="29"/>
                </a:lnTo>
                <a:lnTo>
                  <a:pt x="12765" y="0"/>
                </a:lnTo>
                <a:lnTo>
                  <a:pt x="12904" y="0"/>
                </a:lnTo>
                <a:moveTo>
                  <a:pt x="13020" y="0"/>
                </a:moveTo>
                <a:cubicBezTo>
                  <a:pt x="13057" y="0"/>
                  <a:pt x="13092" y="8"/>
                  <a:pt x="13127" y="21"/>
                </a:cubicBezTo>
                <a:lnTo>
                  <a:pt x="13117" y="47"/>
                </a:lnTo>
                <a:cubicBezTo>
                  <a:pt x="13086" y="35"/>
                  <a:pt x="13053" y="29"/>
                  <a:pt x="13020" y="29"/>
                </a:cubicBezTo>
                <a:lnTo>
                  <a:pt x="12998" y="29"/>
                </a:lnTo>
                <a:lnTo>
                  <a:pt x="12998" y="0"/>
                </a:lnTo>
                <a:lnTo>
                  <a:pt x="13020" y="0"/>
                </a:lnTo>
                <a:moveTo>
                  <a:pt x="13233" y="90"/>
                </a:moveTo>
                <a:lnTo>
                  <a:pt x="13214" y="109"/>
                </a:lnTo>
                <a:cubicBezTo>
                  <a:pt x="13205" y="101"/>
                  <a:pt x="13196" y="92"/>
                  <a:pt x="13186" y="85"/>
                </a:cubicBezTo>
                <a:lnTo>
                  <a:pt x="13202" y="63"/>
                </a:lnTo>
                <a:cubicBezTo>
                  <a:pt x="13213" y="71"/>
                  <a:pt x="13224" y="80"/>
                  <a:pt x="13233" y="90"/>
                </a:cubicBezTo>
                <a:close/>
              </a:path>
            </a:pathLst>
          </a:custGeom>
          <a:solidFill>
            <a:srgbClr val="4CD1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39" name="任意多邊形 1338"/>
          <p:cNvSpPr/>
          <p:nvPr/>
        </p:nvSpPr>
        <p:spPr>
          <a:xfrm>
            <a:off x="390960" y="5301000"/>
            <a:ext cx="4762800" cy="39240"/>
          </a:xfrm>
          <a:custGeom>
            <a:avLst/>
            <a:gdLst/>
            <a:ahLst/>
            <a:cxnLst/>
            <a:rect l="0" t="0" r="r" b="b"/>
            <a:pathLst>
              <a:path w="13230" h="109">
                <a:moveTo>
                  <a:pt x="13144" y="86"/>
                </a:moveTo>
                <a:cubicBezTo>
                  <a:pt x="13135" y="89"/>
                  <a:pt x="13126" y="92"/>
                  <a:pt x="13117" y="95"/>
                </a:cubicBezTo>
                <a:lnTo>
                  <a:pt x="13109" y="69"/>
                </a:lnTo>
                <a:cubicBezTo>
                  <a:pt x="13147" y="57"/>
                  <a:pt x="13182" y="37"/>
                  <a:pt x="13211" y="9"/>
                </a:cubicBezTo>
                <a:lnTo>
                  <a:pt x="13230" y="31"/>
                </a:lnTo>
                <a:cubicBezTo>
                  <a:pt x="13205" y="54"/>
                  <a:pt x="13176" y="72"/>
                  <a:pt x="13144" y="86"/>
                </a:cubicBezTo>
                <a:moveTo>
                  <a:pt x="13028" y="109"/>
                </a:moveTo>
                <a:lnTo>
                  <a:pt x="12893" y="109"/>
                </a:lnTo>
                <a:lnTo>
                  <a:pt x="12893" y="81"/>
                </a:lnTo>
                <a:lnTo>
                  <a:pt x="13028" y="81"/>
                </a:lnTo>
                <a:cubicBezTo>
                  <a:pt x="13029" y="81"/>
                  <a:pt x="13031" y="81"/>
                  <a:pt x="13032" y="81"/>
                </a:cubicBezTo>
                <a:lnTo>
                  <a:pt x="13032" y="109"/>
                </a:lnTo>
                <a:cubicBezTo>
                  <a:pt x="13031" y="109"/>
                  <a:pt x="13029" y="109"/>
                  <a:pt x="13028" y="109"/>
                </a:cubicBezTo>
                <a:moveTo>
                  <a:pt x="12661" y="109"/>
                </a:moveTo>
                <a:lnTo>
                  <a:pt x="12661" y="81"/>
                </a:lnTo>
                <a:lnTo>
                  <a:pt x="12800" y="81"/>
                </a:lnTo>
                <a:lnTo>
                  <a:pt x="12800" y="109"/>
                </a:lnTo>
                <a:lnTo>
                  <a:pt x="12661" y="109"/>
                </a:lnTo>
                <a:moveTo>
                  <a:pt x="12428" y="109"/>
                </a:moveTo>
                <a:lnTo>
                  <a:pt x="12428" y="81"/>
                </a:lnTo>
                <a:lnTo>
                  <a:pt x="12568" y="81"/>
                </a:lnTo>
                <a:lnTo>
                  <a:pt x="12568" y="109"/>
                </a:lnTo>
                <a:lnTo>
                  <a:pt x="12428" y="109"/>
                </a:lnTo>
                <a:moveTo>
                  <a:pt x="12196" y="109"/>
                </a:moveTo>
                <a:lnTo>
                  <a:pt x="12196" y="81"/>
                </a:lnTo>
                <a:lnTo>
                  <a:pt x="12335" y="81"/>
                </a:lnTo>
                <a:lnTo>
                  <a:pt x="12335" y="109"/>
                </a:lnTo>
                <a:lnTo>
                  <a:pt x="12196" y="109"/>
                </a:lnTo>
                <a:moveTo>
                  <a:pt x="11963" y="109"/>
                </a:moveTo>
                <a:lnTo>
                  <a:pt x="11963" y="81"/>
                </a:lnTo>
                <a:lnTo>
                  <a:pt x="12102" y="81"/>
                </a:lnTo>
                <a:lnTo>
                  <a:pt x="12102" y="109"/>
                </a:lnTo>
                <a:lnTo>
                  <a:pt x="11963" y="109"/>
                </a:lnTo>
                <a:moveTo>
                  <a:pt x="11731" y="109"/>
                </a:moveTo>
                <a:lnTo>
                  <a:pt x="11731" y="81"/>
                </a:lnTo>
                <a:lnTo>
                  <a:pt x="11870" y="81"/>
                </a:lnTo>
                <a:lnTo>
                  <a:pt x="11870" y="109"/>
                </a:lnTo>
                <a:lnTo>
                  <a:pt x="11731" y="109"/>
                </a:lnTo>
                <a:moveTo>
                  <a:pt x="11498" y="109"/>
                </a:moveTo>
                <a:lnTo>
                  <a:pt x="11498" y="81"/>
                </a:lnTo>
                <a:lnTo>
                  <a:pt x="11637" y="81"/>
                </a:lnTo>
                <a:lnTo>
                  <a:pt x="11637" y="109"/>
                </a:lnTo>
                <a:lnTo>
                  <a:pt x="11498" y="109"/>
                </a:lnTo>
                <a:moveTo>
                  <a:pt x="11265" y="109"/>
                </a:moveTo>
                <a:lnTo>
                  <a:pt x="11265" y="81"/>
                </a:lnTo>
                <a:lnTo>
                  <a:pt x="11405" y="81"/>
                </a:lnTo>
                <a:lnTo>
                  <a:pt x="11405" y="109"/>
                </a:lnTo>
                <a:lnTo>
                  <a:pt x="11265" y="109"/>
                </a:lnTo>
                <a:moveTo>
                  <a:pt x="11033" y="109"/>
                </a:moveTo>
                <a:lnTo>
                  <a:pt x="11033" y="81"/>
                </a:lnTo>
                <a:lnTo>
                  <a:pt x="11172" y="81"/>
                </a:lnTo>
                <a:lnTo>
                  <a:pt x="11172" y="109"/>
                </a:lnTo>
                <a:lnTo>
                  <a:pt x="11033" y="109"/>
                </a:lnTo>
                <a:moveTo>
                  <a:pt x="10800" y="109"/>
                </a:moveTo>
                <a:lnTo>
                  <a:pt x="10800" y="81"/>
                </a:lnTo>
                <a:lnTo>
                  <a:pt x="10940" y="81"/>
                </a:lnTo>
                <a:lnTo>
                  <a:pt x="10940" y="109"/>
                </a:lnTo>
                <a:lnTo>
                  <a:pt x="10800" y="109"/>
                </a:lnTo>
                <a:moveTo>
                  <a:pt x="10568" y="109"/>
                </a:moveTo>
                <a:lnTo>
                  <a:pt x="10568" y="81"/>
                </a:lnTo>
                <a:lnTo>
                  <a:pt x="10707" y="81"/>
                </a:lnTo>
                <a:lnTo>
                  <a:pt x="10707" y="109"/>
                </a:lnTo>
                <a:lnTo>
                  <a:pt x="10568" y="109"/>
                </a:lnTo>
                <a:moveTo>
                  <a:pt x="10335" y="109"/>
                </a:moveTo>
                <a:lnTo>
                  <a:pt x="10335" y="81"/>
                </a:lnTo>
                <a:lnTo>
                  <a:pt x="10474" y="81"/>
                </a:lnTo>
                <a:lnTo>
                  <a:pt x="10474" y="109"/>
                </a:lnTo>
                <a:lnTo>
                  <a:pt x="10335" y="109"/>
                </a:lnTo>
                <a:moveTo>
                  <a:pt x="10103" y="109"/>
                </a:moveTo>
                <a:lnTo>
                  <a:pt x="10103" y="81"/>
                </a:lnTo>
                <a:lnTo>
                  <a:pt x="10242" y="81"/>
                </a:lnTo>
                <a:lnTo>
                  <a:pt x="10242" y="109"/>
                </a:lnTo>
                <a:lnTo>
                  <a:pt x="10103" y="109"/>
                </a:lnTo>
                <a:moveTo>
                  <a:pt x="9870" y="109"/>
                </a:moveTo>
                <a:lnTo>
                  <a:pt x="9870" y="81"/>
                </a:lnTo>
                <a:lnTo>
                  <a:pt x="10009" y="81"/>
                </a:lnTo>
                <a:lnTo>
                  <a:pt x="10009" y="109"/>
                </a:lnTo>
                <a:lnTo>
                  <a:pt x="9870" y="109"/>
                </a:lnTo>
                <a:moveTo>
                  <a:pt x="9637" y="109"/>
                </a:moveTo>
                <a:lnTo>
                  <a:pt x="9637" y="81"/>
                </a:lnTo>
                <a:lnTo>
                  <a:pt x="9777" y="81"/>
                </a:lnTo>
                <a:lnTo>
                  <a:pt x="9777" y="109"/>
                </a:lnTo>
                <a:lnTo>
                  <a:pt x="9637" y="109"/>
                </a:lnTo>
                <a:moveTo>
                  <a:pt x="9405" y="109"/>
                </a:moveTo>
                <a:lnTo>
                  <a:pt x="9405" y="81"/>
                </a:lnTo>
                <a:lnTo>
                  <a:pt x="9544" y="81"/>
                </a:lnTo>
                <a:lnTo>
                  <a:pt x="9544" y="109"/>
                </a:lnTo>
                <a:lnTo>
                  <a:pt x="9405" y="109"/>
                </a:lnTo>
                <a:moveTo>
                  <a:pt x="9172" y="109"/>
                </a:moveTo>
                <a:lnTo>
                  <a:pt x="9172" y="81"/>
                </a:lnTo>
                <a:lnTo>
                  <a:pt x="9312" y="81"/>
                </a:lnTo>
                <a:lnTo>
                  <a:pt x="9312" y="109"/>
                </a:lnTo>
                <a:lnTo>
                  <a:pt x="9172" y="109"/>
                </a:lnTo>
                <a:moveTo>
                  <a:pt x="8940" y="109"/>
                </a:moveTo>
                <a:lnTo>
                  <a:pt x="8940" y="81"/>
                </a:lnTo>
                <a:lnTo>
                  <a:pt x="9079" y="81"/>
                </a:lnTo>
                <a:lnTo>
                  <a:pt x="9079" y="109"/>
                </a:lnTo>
                <a:lnTo>
                  <a:pt x="8940" y="109"/>
                </a:lnTo>
                <a:moveTo>
                  <a:pt x="8707" y="109"/>
                </a:moveTo>
                <a:lnTo>
                  <a:pt x="8707" y="81"/>
                </a:lnTo>
                <a:lnTo>
                  <a:pt x="8846" y="81"/>
                </a:lnTo>
                <a:lnTo>
                  <a:pt x="8846" y="109"/>
                </a:lnTo>
                <a:lnTo>
                  <a:pt x="8707" y="109"/>
                </a:lnTo>
                <a:moveTo>
                  <a:pt x="8475" y="109"/>
                </a:moveTo>
                <a:lnTo>
                  <a:pt x="8475" y="81"/>
                </a:lnTo>
                <a:lnTo>
                  <a:pt x="8614" y="81"/>
                </a:lnTo>
                <a:lnTo>
                  <a:pt x="8614" y="109"/>
                </a:lnTo>
                <a:lnTo>
                  <a:pt x="8475" y="109"/>
                </a:lnTo>
                <a:moveTo>
                  <a:pt x="8242" y="109"/>
                </a:moveTo>
                <a:lnTo>
                  <a:pt x="8242" y="81"/>
                </a:lnTo>
                <a:lnTo>
                  <a:pt x="8381" y="81"/>
                </a:lnTo>
                <a:lnTo>
                  <a:pt x="8381" y="109"/>
                </a:lnTo>
                <a:lnTo>
                  <a:pt x="8242" y="109"/>
                </a:lnTo>
                <a:moveTo>
                  <a:pt x="8009" y="109"/>
                </a:moveTo>
                <a:lnTo>
                  <a:pt x="8009" y="81"/>
                </a:lnTo>
                <a:lnTo>
                  <a:pt x="8149" y="81"/>
                </a:lnTo>
                <a:lnTo>
                  <a:pt x="8149" y="109"/>
                </a:lnTo>
                <a:lnTo>
                  <a:pt x="8009" y="109"/>
                </a:lnTo>
                <a:moveTo>
                  <a:pt x="7777" y="109"/>
                </a:moveTo>
                <a:lnTo>
                  <a:pt x="7777" y="81"/>
                </a:lnTo>
                <a:lnTo>
                  <a:pt x="7916" y="81"/>
                </a:lnTo>
                <a:lnTo>
                  <a:pt x="7916" y="109"/>
                </a:lnTo>
                <a:lnTo>
                  <a:pt x="7777" y="109"/>
                </a:lnTo>
                <a:moveTo>
                  <a:pt x="7544" y="109"/>
                </a:moveTo>
                <a:lnTo>
                  <a:pt x="7544" y="81"/>
                </a:lnTo>
                <a:lnTo>
                  <a:pt x="7684" y="81"/>
                </a:lnTo>
                <a:lnTo>
                  <a:pt x="7684" y="109"/>
                </a:lnTo>
                <a:lnTo>
                  <a:pt x="7544" y="109"/>
                </a:lnTo>
                <a:moveTo>
                  <a:pt x="7312" y="109"/>
                </a:moveTo>
                <a:lnTo>
                  <a:pt x="7312" y="81"/>
                </a:lnTo>
                <a:lnTo>
                  <a:pt x="7451" y="81"/>
                </a:lnTo>
                <a:lnTo>
                  <a:pt x="7451" y="109"/>
                </a:lnTo>
                <a:lnTo>
                  <a:pt x="7312" y="109"/>
                </a:lnTo>
                <a:moveTo>
                  <a:pt x="7079" y="109"/>
                </a:moveTo>
                <a:lnTo>
                  <a:pt x="7079" y="81"/>
                </a:lnTo>
                <a:lnTo>
                  <a:pt x="7219" y="81"/>
                </a:lnTo>
                <a:lnTo>
                  <a:pt x="7219" y="109"/>
                </a:lnTo>
                <a:lnTo>
                  <a:pt x="7079" y="109"/>
                </a:lnTo>
                <a:moveTo>
                  <a:pt x="6847" y="109"/>
                </a:moveTo>
                <a:lnTo>
                  <a:pt x="6847" y="81"/>
                </a:lnTo>
                <a:lnTo>
                  <a:pt x="6986" y="81"/>
                </a:lnTo>
                <a:lnTo>
                  <a:pt x="6986" y="109"/>
                </a:lnTo>
                <a:lnTo>
                  <a:pt x="6847" y="109"/>
                </a:lnTo>
                <a:moveTo>
                  <a:pt x="6614" y="109"/>
                </a:moveTo>
                <a:lnTo>
                  <a:pt x="6614" y="81"/>
                </a:lnTo>
                <a:lnTo>
                  <a:pt x="6753" y="81"/>
                </a:lnTo>
                <a:lnTo>
                  <a:pt x="6753" y="109"/>
                </a:lnTo>
                <a:lnTo>
                  <a:pt x="6614" y="109"/>
                </a:lnTo>
                <a:moveTo>
                  <a:pt x="6382" y="109"/>
                </a:moveTo>
                <a:lnTo>
                  <a:pt x="6382" y="81"/>
                </a:lnTo>
                <a:lnTo>
                  <a:pt x="6521" y="81"/>
                </a:lnTo>
                <a:lnTo>
                  <a:pt x="6521" y="109"/>
                </a:lnTo>
                <a:lnTo>
                  <a:pt x="6382" y="109"/>
                </a:lnTo>
                <a:moveTo>
                  <a:pt x="6149" y="109"/>
                </a:moveTo>
                <a:lnTo>
                  <a:pt x="6149" y="81"/>
                </a:lnTo>
                <a:lnTo>
                  <a:pt x="6288" y="81"/>
                </a:lnTo>
                <a:lnTo>
                  <a:pt x="6288" y="109"/>
                </a:lnTo>
                <a:lnTo>
                  <a:pt x="6149" y="109"/>
                </a:lnTo>
                <a:moveTo>
                  <a:pt x="5916" y="109"/>
                </a:moveTo>
                <a:lnTo>
                  <a:pt x="5916" y="81"/>
                </a:lnTo>
                <a:lnTo>
                  <a:pt x="6056" y="81"/>
                </a:lnTo>
                <a:lnTo>
                  <a:pt x="6056" y="109"/>
                </a:lnTo>
                <a:lnTo>
                  <a:pt x="5916" y="109"/>
                </a:lnTo>
                <a:moveTo>
                  <a:pt x="5684" y="109"/>
                </a:moveTo>
                <a:lnTo>
                  <a:pt x="5684" y="81"/>
                </a:lnTo>
                <a:lnTo>
                  <a:pt x="5823" y="81"/>
                </a:lnTo>
                <a:lnTo>
                  <a:pt x="5823" y="109"/>
                </a:lnTo>
                <a:lnTo>
                  <a:pt x="5684" y="109"/>
                </a:lnTo>
                <a:moveTo>
                  <a:pt x="5450" y="109"/>
                </a:moveTo>
                <a:lnTo>
                  <a:pt x="5450" y="81"/>
                </a:lnTo>
                <a:lnTo>
                  <a:pt x="5591" y="81"/>
                </a:lnTo>
                <a:lnTo>
                  <a:pt x="5591" y="109"/>
                </a:lnTo>
                <a:lnTo>
                  <a:pt x="5450" y="109"/>
                </a:lnTo>
                <a:moveTo>
                  <a:pt x="5218" y="109"/>
                </a:moveTo>
                <a:lnTo>
                  <a:pt x="5218" y="81"/>
                </a:lnTo>
                <a:lnTo>
                  <a:pt x="5357" y="81"/>
                </a:lnTo>
                <a:lnTo>
                  <a:pt x="5357" y="109"/>
                </a:lnTo>
                <a:lnTo>
                  <a:pt x="5218" y="109"/>
                </a:lnTo>
                <a:moveTo>
                  <a:pt x="4985" y="109"/>
                </a:moveTo>
                <a:lnTo>
                  <a:pt x="4985" y="81"/>
                </a:lnTo>
                <a:lnTo>
                  <a:pt x="5124" y="81"/>
                </a:lnTo>
                <a:lnTo>
                  <a:pt x="5124" y="109"/>
                </a:lnTo>
                <a:lnTo>
                  <a:pt x="4985" y="109"/>
                </a:lnTo>
                <a:moveTo>
                  <a:pt x="4753" y="109"/>
                </a:moveTo>
                <a:lnTo>
                  <a:pt x="4753" y="81"/>
                </a:lnTo>
                <a:lnTo>
                  <a:pt x="4892" y="81"/>
                </a:lnTo>
                <a:lnTo>
                  <a:pt x="4892" y="109"/>
                </a:lnTo>
                <a:lnTo>
                  <a:pt x="4753" y="109"/>
                </a:lnTo>
                <a:moveTo>
                  <a:pt x="4520" y="109"/>
                </a:moveTo>
                <a:lnTo>
                  <a:pt x="4520" y="81"/>
                </a:lnTo>
                <a:lnTo>
                  <a:pt x="4659" y="81"/>
                </a:lnTo>
                <a:lnTo>
                  <a:pt x="4659" y="109"/>
                </a:lnTo>
                <a:lnTo>
                  <a:pt x="4520" y="109"/>
                </a:lnTo>
                <a:moveTo>
                  <a:pt x="4287" y="109"/>
                </a:moveTo>
                <a:lnTo>
                  <a:pt x="4287" y="81"/>
                </a:lnTo>
                <a:lnTo>
                  <a:pt x="4427" y="81"/>
                </a:lnTo>
                <a:lnTo>
                  <a:pt x="4427" y="109"/>
                </a:lnTo>
                <a:lnTo>
                  <a:pt x="4287" y="109"/>
                </a:lnTo>
                <a:moveTo>
                  <a:pt x="4055" y="109"/>
                </a:moveTo>
                <a:lnTo>
                  <a:pt x="4055" y="81"/>
                </a:lnTo>
                <a:lnTo>
                  <a:pt x="4194" y="81"/>
                </a:lnTo>
                <a:lnTo>
                  <a:pt x="4194" y="109"/>
                </a:lnTo>
                <a:lnTo>
                  <a:pt x="4055" y="109"/>
                </a:lnTo>
                <a:moveTo>
                  <a:pt x="3822" y="109"/>
                </a:moveTo>
                <a:lnTo>
                  <a:pt x="3822" y="81"/>
                </a:lnTo>
                <a:lnTo>
                  <a:pt x="3962" y="81"/>
                </a:lnTo>
                <a:lnTo>
                  <a:pt x="3962" y="109"/>
                </a:lnTo>
                <a:lnTo>
                  <a:pt x="3822" y="109"/>
                </a:lnTo>
                <a:moveTo>
                  <a:pt x="3590" y="109"/>
                </a:moveTo>
                <a:lnTo>
                  <a:pt x="3590" y="81"/>
                </a:lnTo>
                <a:lnTo>
                  <a:pt x="3729" y="81"/>
                </a:lnTo>
                <a:lnTo>
                  <a:pt x="3729" y="109"/>
                </a:lnTo>
                <a:lnTo>
                  <a:pt x="3590" y="109"/>
                </a:lnTo>
                <a:moveTo>
                  <a:pt x="3357" y="109"/>
                </a:moveTo>
                <a:lnTo>
                  <a:pt x="3357" y="81"/>
                </a:lnTo>
                <a:lnTo>
                  <a:pt x="3496" y="81"/>
                </a:lnTo>
                <a:lnTo>
                  <a:pt x="3496" y="109"/>
                </a:lnTo>
                <a:lnTo>
                  <a:pt x="3357" y="109"/>
                </a:lnTo>
                <a:moveTo>
                  <a:pt x="3125" y="109"/>
                </a:moveTo>
                <a:lnTo>
                  <a:pt x="3125" y="81"/>
                </a:lnTo>
                <a:lnTo>
                  <a:pt x="3264" y="81"/>
                </a:lnTo>
                <a:lnTo>
                  <a:pt x="3264" y="109"/>
                </a:lnTo>
                <a:lnTo>
                  <a:pt x="3125" y="109"/>
                </a:lnTo>
                <a:moveTo>
                  <a:pt x="2892" y="109"/>
                </a:moveTo>
                <a:lnTo>
                  <a:pt x="2892" y="81"/>
                </a:lnTo>
                <a:lnTo>
                  <a:pt x="3031" y="81"/>
                </a:lnTo>
                <a:lnTo>
                  <a:pt x="3031" y="109"/>
                </a:lnTo>
                <a:lnTo>
                  <a:pt x="2892" y="109"/>
                </a:lnTo>
                <a:moveTo>
                  <a:pt x="2659" y="109"/>
                </a:moveTo>
                <a:lnTo>
                  <a:pt x="2659" y="81"/>
                </a:lnTo>
                <a:lnTo>
                  <a:pt x="2799" y="81"/>
                </a:lnTo>
                <a:lnTo>
                  <a:pt x="2799" y="109"/>
                </a:lnTo>
                <a:lnTo>
                  <a:pt x="2659" y="109"/>
                </a:lnTo>
                <a:moveTo>
                  <a:pt x="2427" y="109"/>
                </a:moveTo>
                <a:lnTo>
                  <a:pt x="2427" y="81"/>
                </a:lnTo>
                <a:lnTo>
                  <a:pt x="2566" y="81"/>
                </a:lnTo>
                <a:lnTo>
                  <a:pt x="2566" y="109"/>
                </a:lnTo>
                <a:lnTo>
                  <a:pt x="2427" y="109"/>
                </a:lnTo>
                <a:moveTo>
                  <a:pt x="2194" y="109"/>
                </a:moveTo>
                <a:lnTo>
                  <a:pt x="2194" y="81"/>
                </a:lnTo>
                <a:lnTo>
                  <a:pt x="2334" y="81"/>
                </a:lnTo>
                <a:lnTo>
                  <a:pt x="2334" y="109"/>
                </a:lnTo>
                <a:lnTo>
                  <a:pt x="2194" y="109"/>
                </a:lnTo>
                <a:moveTo>
                  <a:pt x="1962" y="109"/>
                </a:moveTo>
                <a:lnTo>
                  <a:pt x="1962" y="81"/>
                </a:lnTo>
                <a:lnTo>
                  <a:pt x="2101" y="81"/>
                </a:lnTo>
                <a:lnTo>
                  <a:pt x="2101" y="109"/>
                </a:lnTo>
                <a:lnTo>
                  <a:pt x="1962" y="109"/>
                </a:lnTo>
                <a:moveTo>
                  <a:pt x="1729" y="109"/>
                </a:moveTo>
                <a:lnTo>
                  <a:pt x="1729" y="81"/>
                </a:lnTo>
                <a:lnTo>
                  <a:pt x="1868" y="81"/>
                </a:lnTo>
                <a:lnTo>
                  <a:pt x="1868" y="109"/>
                </a:lnTo>
                <a:lnTo>
                  <a:pt x="1729" y="109"/>
                </a:lnTo>
                <a:moveTo>
                  <a:pt x="1497" y="109"/>
                </a:moveTo>
                <a:lnTo>
                  <a:pt x="1497" y="81"/>
                </a:lnTo>
                <a:lnTo>
                  <a:pt x="1636" y="81"/>
                </a:lnTo>
                <a:lnTo>
                  <a:pt x="1636" y="109"/>
                </a:lnTo>
                <a:lnTo>
                  <a:pt x="1497" y="109"/>
                </a:lnTo>
                <a:moveTo>
                  <a:pt x="1264" y="109"/>
                </a:moveTo>
                <a:lnTo>
                  <a:pt x="1264" y="81"/>
                </a:lnTo>
                <a:lnTo>
                  <a:pt x="1403" y="81"/>
                </a:lnTo>
                <a:lnTo>
                  <a:pt x="1403" y="109"/>
                </a:lnTo>
                <a:lnTo>
                  <a:pt x="1264" y="109"/>
                </a:lnTo>
                <a:moveTo>
                  <a:pt x="1032" y="109"/>
                </a:moveTo>
                <a:lnTo>
                  <a:pt x="1032" y="81"/>
                </a:lnTo>
                <a:lnTo>
                  <a:pt x="1171" y="81"/>
                </a:lnTo>
                <a:lnTo>
                  <a:pt x="1171" y="109"/>
                </a:lnTo>
                <a:lnTo>
                  <a:pt x="1032" y="109"/>
                </a:lnTo>
                <a:moveTo>
                  <a:pt x="799" y="109"/>
                </a:moveTo>
                <a:lnTo>
                  <a:pt x="799" y="81"/>
                </a:lnTo>
                <a:lnTo>
                  <a:pt x="938" y="81"/>
                </a:lnTo>
                <a:lnTo>
                  <a:pt x="938" y="109"/>
                </a:lnTo>
                <a:lnTo>
                  <a:pt x="799" y="109"/>
                </a:lnTo>
                <a:moveTo>
                  <a:pt x="566" y="109"/>
                </a:moveTo>
                <a:lnTo>
                  <a:pt x="566" y="81"/>
                </a:lnTo>
                <a:lnTo>
                  <a:pt x="706" y="81"/>
                </a:lnTo>
                <a:lnTo>
                  <a:pt x="706" y="109"/>
                </a:lnTo>
                <a:lnTo>
                  <a:pt x="566" y="109"/>
                </a:lnTo>
                <a:moveTo>
                  <a:pt x="334" y="109"/>
                </a:moveTo>
                <a:lnTo>
                  <a:pt x="334" y="81"/>
                </a:lnTo>
                <a:lnTo>
                  <a:pt x="473" y="81"/>
                </a:lnTo>
                <a:lnTo>
                  <a:pt x="473" y="109"/>
                </a:lnTo>
                <a:lnTo>
                  <a:pt x="334" y="109"/>
                </a:lnTo>
                <a:moveTo>
                  <a:pt x="213" y="109"/>
                </a:moveTo>
                <a:cubicBezTo>
                  <a:pt x="178" y="109"/>
                  <a:pt x="144" y="103"/>
                  <a:pt x="111" y="91"/>
                </a:cubicBezTo>
                <a:lnTo>
                  <a:pt x="121" y="65"/>
                </a:lnTo>
                <a:cubicBezTo>
                  <a:pt x="151" y="75"/>
                  <a:pt x="182" y="81"/>
                  <a:pt x="213" y="81"/>
                </a:cubicBezTo>
                <a:lnTo>
                  <a:pt x="241" y="81"/>
                </a:lnTo>
                <a:lnTo>
                  <a:pt x="241" y="109"/>
                </a:lnTo>
                <a:lnTo>
                  <a:pt x="213" y="109"/>
                </a:lnTo>
                <a:moveTo>
                  <a:pt x="0" y="20"/>
                </a:moveTo>
                <a:lnTo>
                  <a:pt x="20" y="0"/>
                </a:lnTo>
                <a:cubicBezTo>
                  <a:pt x="29" y="9"/>
                  <a:pt x="40" y="19"/>
                  <a:pt x="51" y="27"/>
                </a:cubicBezTo>
                <a:lnTo>
                  <a:pt x="35" y="50"/>
                </a:lnTo>
                <a:cubicBezTo>
                  <a:pt x="22" y="41"/>
                  <a:pt x="11" y="31"/>
                  <a:pt x="0" y="20"/>
                </a:cubicBezTo>
                <a:close/>
              </a:path>
            </a:pathLst>
          </a:custGeom>
          <a:solidFill>
            <a:srgbClr val="4CD1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40" name="任意多邊形 1339"/>
          <p:cNvSpPr/>
          <p:nvPr/>
        </p:nvSpPr>
        <p:spPr>
          <a:xfrm>
            <a:off x="5150520" y="3432960"/>
            <a:ext cx="39240" cy="1854720"/>
          </a:xfrm>
          <a:custGeom>
            <a:avLst/>
            <a:gdLst/>
            <a:ahLst/>
            <a:cxnLst/>
            <a:rect l="0" t="0" r="r" b="b"/>
            <a:pathLst>
              <a:path w="109" h="5152">
                <a:moveTo>
                  <a:pt x="20" y="0"/>
                </a:moveTo>
                <a:cubicBezTo>
                  <a:pt x="42" y="21"/>
                  <a:pt x="60" y="45"/>
                  <a:pt x="74" y="72"/>
                </a:cubicBezTo>
                <a:lnTo>
                  <a:pt x="49" y="85"/>
                </a:lnTo>
                <a:cubicBezTo>
                  <a:pt x="36" y="60"/>
                  <a:pt x="20" y="38"/>
                  <a:pt x="0" y="19"/>
                </a:cubicBezTo>
                <a:lnTo>
                  <a:pt x="20" y="0"/>
                </a:lnTo>
                <a:moveTo>
                  <a:pt x="109" y="213"/>
                </a:moveTo>
                <a:lnTo>
                  <a:pt x="109" y="288"/>
                </a:lnTo>
                <a:lnTo>
                  <a:pt x="81" y="288"/>
                </a:lnTo>
                <a:lnTo>
                  <a:pt x="81" y="213"/>
                </a:lnTo>
                <a:cubicBezTo>
                  <a:pt x="81" y="195"/>
                  <a:pt x="79" y="178"/>
                  <a:pt x="76" y="160"/>
                </a:cubicBezTo>
                <a:lnTo>
                  <a:pt x="103" y="155"/>
                </a:lnTo>
                <a:cubicBezTo>
                  <a:pt x="107" y="174"/>
                  <a:pt x="109" y="193"/>
                  <a:pt x="109" y="213"/>
                </a:cubicBezTo>
                <a:moveTo>
                  <a:pt x="109" y="520"/>
                </a:moveTo>
                <a:lnTo>
                  <a:pt x="81" y="520"/>
                </a:lnTo>
                <a:lnTo>
                  <a:pt x="81" y="381"/>
                </a:lnTo>
                <a:lnTo>
                  <a:pt x="109" y="381"/>
                </a:lnTo>
                <a:lnTo>
                  <a:pt x="109" y="520"/>
                </a:lnTo>
                <a:moveTo>
                  <a:pt x="109" y="753"/>
                </a:moveTo>
                <a:lnTo>
                  <a:pt x="81" y="753"/>
                </a:lnTo>
                <a:lnTo>
                  <a:pt x="81" y="614"/>
                </a:lnTo>
                <a:lnTo>
                  <a:pt x="109" y="614"/>
                </a:lnTo>
                <a:lnTo>
                  <a:pt x="109" y="753"/>
                </a:lnTo>
                <a:moveTo>
                  <a:pt x="109" y="985"/>
                </a:moveTo>
                <a:lnTo>
                  <a:pt x="81" y="985"/>
                </a:lnTo>
                <a:lnTo>
                  <a:pt x="81" y="846"/>
                </a:lnTo>
                <a:lnTo>
                  <a:pt x="109" y="846"/>
                </a:lnTo>
                <a:lnTo>
                  <a:pt x="109" y="985"/>
                </a:lnTo>
                <a:moveTo>
                  <a:pt x="109" y="1218"/>
                </a:moveTo>
                <a:lnTo>
                  <a:pt x="81" y="1218"/>
                </a:lnTo>
                <a:lnTo>
                  <a:pt x="81" y="1079"/>
                </a:lnTo>
                <a:lnTo>
                  <a:pt x="109" y="1079"/>
                </a:lnTo>
                <a:lnTo>
                  <a:pt x="109" y="1218"/>
                </a:lnTo>
                <a:moveTo>
                  <a:pt x="109" y="1451"/>
                </a:moveTo>
                <a:lnTo>
                  <a:pt x="81" y="1451"/>
                </a:lnTo>
                <a:lnTo>
                  <a:pt x="81" y="1311"/>
                </a:lnTo>
                <a:lnTo>
                  <a:pt x="109" y="1311"/>
                </a:lnTo>
                <a:lnTo>
                  <a:pt x="109" y="1451"/>
                </a:lnTo>
                <a:moveTo>
                  <a:pt x="109" y="1683"/>
                </a:moveTo>
                <a:lnTo>
                  <a:pt x="81" y="1683"/>
                </a:lnTo>
                <a:lnTo>
                  <a:pt x="81" y="1544"/>
                </a:lnTo>
                <a:lnTo>
                  <a:pt x="109" y="1544"/>
                </a:lnTo>
                <a:lnTo>
                  <a:pt x="109" y="1683"/>
                </a:lnTo>
                <a:moveTo>
                  <a:pt x="109" y="1916"/>
                </a:moveTo>
                <a:lnTo>
                  <a:pt x="81" y="1916"/>
                </a:lnTo>
                <a:lnTo>
                  <a:pt x="81" y="1776"/>
                </a:lnTo>
                <a:lnTo>
                  <a:pt x="109" y="1776"/>
                </a:lnTo>
                <a:lnTo>
                  <a:pt x="109" y="1916"/>
                </a:lnTo>
                <a:moveTo>
                  <a:pt x="109" y="2148"/>
                </a:moveTo>
                <a:lnTo>
                  <a:pt x="81" y="2148"/>
                </a:lnTo>
                <a:lnTo>
                  <a:pt x="81" y="2009"/>
                </a:lnTo>
                <a:lnTo>
                  <a:pt x="109" y="2009"/>
                </a:lnTo>
                <a:lnTo>
                  <a:pt x="109" y="2148"/>
                </a:lnTo>
                <a:moveTo>
                  <a:pt x="109" y="2381"/>
                </a:moveTo>
                <a:lnTo>
                  <a:pt x="81" y="2381"/>
                </a:lnTo>
                <a:lnTo>
                  <a:pt x="81" y="2242"/>
                </a:lnTo>
                <a:lnTo>
                  <a:pt x="109" y="2242"/>
                </a:lnTo>
                <a:lnTo>
                  <a:pt x="109" y="2381"/>
                </a:lnTo>
                <a:moveTo>
                  <a:pt x="109" y="2613"/>
                </a:moveTo>
                <a:lnTo>
                  <a:pt x="81" y="2613"/>
                </a:lnTo>
                <a:lnTo>
                  <a:pt x="81" y="2474"/>
                </a:lnTo>
                <a:lnTo>
                  <a:pt x="109" y="2474"/>
                </a:lnTo>
                <a:lnTo>
                  <a:pt x="109" y="2613"/>
                </a:lnTo>
                <a:moveTo>
                  <a:pt x="109" y="2846"/>
                </a:moveTo>
                <a:lnTo>
                  <a:pt x="81" y="2846"/>
                </a:lnTo>
                <a:lnTo>
                  <a:pt x="81" y="2707"/>
                </a:lnTo>
                <a:lnTo>
                  <a:pt x="109" y="2707"/>
                </a:lnTo>
                <a:lnTo>
                  <a:pt x="109" y="2846"/>
                </a:lnTo>
                <a:moveTo>
                  <a:pt x="109" y="3079"/>
                </a:moveTo>
                <a:lnTo>
                  <a:pt x="81" y="3079"/>
                </a:lnTo>
                <a:lnTo>
                  <a:pt x="81" y="2939"/>
                </a:lnTo>
                <a:lnTo>
                  <a:pt x="109" y="2939"/>
                </a:lnTo>
                <a:lnTo>
                  <a:pt x="109" y="3079"/>
                </a:lnTo>
                <a:moveTo>
                  <a:pt x="109" y="3311"/>
                </a:moveTo>
                <a:lnTo>
                  <a:pt x="81" y="3311"/>
                </a:lnTo>
                <a:lnTo>
                  <a:pt x="81" y="3172"/>
                </a:lnTo>
                <a:lnTo>
                  <a:pt x="109" y="3172"/>
                </a:lnTo>
                <a:lnTo>
                  <a:pt x="109" y="3311"/>
                </a:lnTo>
                <a:moveTo>
                  <a:pt x="109" y="3545"/>
                </a:moveTo>
                <a:lnTo>
                  <a:pt x="81" y="3545"/>
                </a:lnTo>
                <a:lnTo>
                  <a:pt x="81" y="3405"/>
                </a:lnTo>
                <a:lnTo>
                  <a:pt x="109" y="3405"/>
                </a:lnTo>
                <a:lnTo>
                  <a:pt x="109" y="3545"/>
                </a:lnTo>
                <a:moveTo>
                  <a:pt x="109" y="3777"/>
                </a:moveTo>
                <a:lnTo>
                  <a:pt x="81" y="3777"/>
                </a:lnTo>
                <a:lnTo>
                  <a:pt x="81" y="3638"/>
                </a:lnTo>
                <a:lnTo>
                  <a:pt x="109" y="3638"/>
                </a:lnTo>
                <a:lnTo>
                  <a:pt x="109" y="3777"/>
                </a:lnTo>
                <a:moveTo>
                  <a:pt x="109" y="4010"/>
                </a:moveTo>
                <a:lnTo>
                  <a:pt x="81" y="4010"/>
                </a:lnTo>
                <a:lnTo>
                  <a:pt x="81" y="3870"/>
                </a:lnTo>
                <a:lnTo>
                  <a:pt x="109" y="3870"/>
                </a:lnTo>
                <a:lnTo>
                  <a:pt x="109" y="4010"/>
                </a:lnTo>
                <a:moveTo>
                  <a:pt x="109" y="4242"/>
                </a:moveTo>
                <a:lnTo>
                  <a:pt x="81" y="4242"/>
                </a:lnTo>
                <a:lnTo>
                  <a:pt x="81" y="4103"/>
                </a:lnTo>
                <a:lnTo>
                  <a:pt x="109" y="4103"/>
                </a:lnTo>
                <a:lnTo>
                  <a:pt x="109" y="4242"/>
                </a:lnTo>
                <a:moveTo>
                  <a:pt x="109" y="4475"/>
                </a:moveTo>
                <a:lnTo>
                  <a:pt x="81" y="4475"/>
                </a:lnTo>
                <a:lnTo>
                  <a:pt x="81" y="4336"/>
                </a:lnTo>
                <a:lnTo>
                  <a:pt x="109" y="4336"/>
                </a:lnTo>
                <a:lnTo>
                  <a:pt x="109" y="4475"/>
                </a:lnTo>
                <a:moveTo>
                  <a:pt x="109" y="4707"/>
                </a:moveTo>
                <a:lnTo>
                  <a:pt x="81" y="4707"/>
                </a:lnTo>
                <a:lnTo>
                  <a:pt x="81" y="4568"/>
                </a:lnTo>
                <a:lnTo>
                  <a:pt x="109" y="4568"/>
                </a:lnTo>
                <a:lnTo>
                  <a:pt x="109" y="4707"/>
                </a:lnTo>
                <a:moveTo>
                  <a:pt x="109" y="4940"/>
                </a:moveTo>
                <a:lnTo>
                  <a:pt x="81" y="4940"/>
                </a:lnTo>
                <a:lnTo>
                  <a:pt x="81" y="4801"/>
                </a:lnTo>
                <a:lnTo>
                  <a:pt x="109" y="4801"/>
                </a:lnTo>
                <a:lnTo>
                  <a:pt x="109" y="4940"/>
                </a:lnTo>
                <a:moveTo>
                  <a:pt x="86" y="5111"/>
                </a:moveTo>
                <a:cubicBezTo>
                  <a:pt x="80" y="5126"/>
                  <a:pt x="73" y="5139"/>
                  <a:pt x="65" y="5152"/>
                </a:cubicBezTo>
                <a:lnTo>
                  <a:pt x="41" y="5138"/>
                </a:lnTo>
                <a:cubicBezTo>
                  <a:pt x="62" y="5103"/>
                  <a:pt x="75" y="5066"/>
                  <a:pt x="79" y="5026"/>
                </a:cubicBezTo>
                <a:lnTo>
                  <a:pt x="107" y="5029"/>
                </a:lnTo>
                <a:cubicBezTo>
                  <a:pt x="104" y="5057"/>
                  <a:pt x="97" y="5085"/>
                  <a:pt x="86" y="5111"/>
                </a:cubicBezTo>
                <a:close/>
              </a:path>
            </a:pathLst>
          </a:custGeom>
          <a:solidFill>
            <a:srgbClr val="4CD1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41" name="任意多邊形 1340"/>
          <p:cNvSpPr/>
          <p:nvPr/>
        </p:nvSpPr>
        <p:spPr>
          <a:xfrm>
            <a:off x="359280" y="3454560"/>
            <a:ext cx="39240" cy="1853640"/>
          </a:xfrm>
          <a:custGeom>
            <a:avLst/>
            <a:gdLst/>
            <a:ahLst/>
            <a:cxnLst/>
            <a:rect l="0" t="0" r="r" b="b"/>
            <a:pathLst>
              <a:path w="109" h="5149">
                <a:moveTo>
                  <a:pt x="89" y="5149"/>
                </a:moveTo>
                <a:cubicBezTo>
                  <a:pt x="69" y="5129"/>
                  <a:pt x="51" y="5106"/>
                  <a:pt x="38" y="5081"/>
                </a:cubicBezTo>
                <a:lnTo>
                  <a:pt x="62" y="5067"/>
                </a:lnTo>
                <a:cubicBezTo>
                  <a:pt x="75" y="5091"/>
                  <a:pt x="90" y="5111"/>
                  <a:pt x="109" y="5130"/>
                </a:cubicBezTo>
                <a:lnTo>
                  <a:pt x="89" y="5149"/>
                </a:lnTo>
                <a:moveTo>
                  <a:pt x="0" y="4936"/>
                </a:moveTo>
                <a:lnTo>
                  <a:pt x="0" y="4866"/>
                </a:lnTo>
                <a:lnTo>
                  <a:pt x="29" y="4866"/>
                </a:lnTo>
                <a:lnTo>
                  <a:pt x="29" y="4936"/>
                </a:lnTo>
                <a:cubicBezTo>
                  <a:pt x="29" y="4955"/>
                  <a:pt x="30" y="4974"/>
                  <a:pt x="34" y="4993"/>
                </a:cubicBezTo>
                <a:lnTo>
                  <a:pt x="6" y="4998"/>
                </a:lnTo>
                <a:cubicBezTo>
                  <a:pt x="2" y="4978"/>
                  <a:pt x="0" y="4957"/>
                  <a:pt x="0" y="4936"/>
                </a:cubicBezTo>
                <a:moveTo>
                  <a:pt x="0" y="4633"/>
                </a:moveTo>
                <a:lnTo>
                  <a:pt x="29" y="4633"/>
                </a:lnTo>
                <a:lnTo>
                  <a:pt x="29" y="4772"/>
                </a:lnTo>
                <a:lnTo>
                  <a:pt x="0" y="4772"/>
                </a:lnTo>
                <a:lnTo>
                  <a:pt x="0" y="4633"/>
                </a:lnTo>
                <a:moveTo>
                  <a:pt x="0" y="4401"/>
                </a:moveTo>
                <a:lnTo>
                  <a:pt x="29" y="4401"/>
                </a:lnTo>
                <a:lnTo>
                  <a:pt x="29" y="4540"/>
                </a:lnTo>
                <a:lnTo>
                  <a:pt x="0" y="4540"/>
                </a:lnTo>
                <a:lnTo>
                  <a:pt x="0" y="4401"/>
                </a:lnTo>
                <a:moveTo>
                  <a:pt x="0" y="4168"/>
                </a:moveTo>
                <a:lnTo>
                  <a:pt x="29" y="4168"/>
                </a:lnTo>
                <a:lnTo>
                  <a:pt x="29" y="4307"/>
                </a:lnTo>
                <a:lnTo>
                  <a:pt x="0" y="4307"/>
                </a:lnTo>
                <a:lnTo>
                  <a:pt x="0" y="4168"/>
                </a:lnTo>
                <a:moveTo>
                  <a:pt x="0" y="3935"/>
                </a:moveTo>
                <a:lnTo>
                  <a:pt x="29" y="3935"/>
                </a:lnTo>
                <a:lnTo>
                  <a:pt x="29" y="4075"/>
                </a:lnTo>
                <a:lnTo>
                  <a:pt x="0" y="4075"/>
                </a:lnTo>
                <a:lnTo>
                  <a:pt x="0" y="3935"/>
                </a:lnTo>
                <a:moveTo>
                  <a:pt x="0" y="3703"/>
                </a:moveTo>
                <a:lnTo>
                  <a:pt x="29" y="3703"/>
                </a:lnTo>
                <a:lnTo>
                  <a:pt x="29" y="3842"/>
                </a:lnTo>
                <a:lnTo>
                  <a:pt x="0" y="3842"/>
                </a:lnTo>
                <a:lnTo>
                  <a:pt x="0" y="3703"/>
                </a:lnTo>
                <a:moveTo>
                  <a:pt x="0" y="3470"/>
                </a:moveTo>
                <a:lnTo>
                  <a:pt x="29" y="3470"/>
                </a:lnTo>
                <a:lnTo>
                  <a:pt x="29" y="3610"/>
                </a:lnTo>
                <a:lnTo>
                  <a:pt x="0" y="3610"/>
                </a:lnTo>
                <a:lnTo>
                  <a:pt x="0" y="3470"/>
                </a:lnTo>
                <a:moveTo>
                  <a:pt x="0" y="3237"/>
                </a:moveTo>
                <a:lnTo>
                  <a:pt x="29" y="3237"/>
                </a:lnTo>
                <a:lnTo>
                  <a:pt x="29" y="3377"/>
                </a:lnTo>
                <a:lnTo>
                  <a:pt x="0" y="3377"/>
                </a:lnTo>
                <a:lnTo>
                  <a:pt x="0" y="3237"/>
                </a:lnTo>
                <a:moveTo>
                  <a:pt x="0" y="3004"/>
                </a:moveTo>
                <a:lnTo>
                  <a:pt x="29" y="3004"/>
                </a:lnTo>
                <a:lnTo>
                  <a:pt x="29" y="3144"/>
                </a:lnTo>
                <a:lnTo>
                  <a:pt x="0" y="3144"/>
                </a:lnTo>
                <a:lnTo>
                  <a:pt x="0" y="3004"/>
                </a:lnTo>
                <a:moveTo>
                  <a:pt x="0" y="2772"/>
                </a:moveTo>
                <a:lnTo>
                  <a:pt x="29" y="2772"/>
                </a:lnTo>
                <a:lnTo>
                  <a:pt x="29" y="2911"/>
                </a:lnTo>
                <a:lnTo>
                  <a:pt x="0" y="2911"/>
                </a:lnTo>
                <a:lnTo>
                  <a:pt x="0" y="2772"/>
                </a:lnTo>
                <a:moveTo>
                  <a:pt x="0" y="2539"/>
                </a:moveTo>
                <a:lnTo>
                  <a:pt x="29" y="2539"/>
                </a:lnTo>
                <a:lnTo>
                  <a:pt x="29" y="2678"/>
                </a:lnTo>
                <a:lnTo>
                  <a:pt x="0" y="2678"/>
                </a:lnTo>
                <a:lnTo>
                  <a:pt x="0" y="2539"/>
                </a:lnTo>
                <a:moveTo>
                  <a:pt x="0" y="2307"/>
                </a:moveTo>
                <a:lnTo>
                  <a:pt x="29" y="2307"/>
                </a:lnTo>
                <a:lnTo>
                  <a:pt x="29" y="2446"/>
                </a:lnTo>
                <a:lnTo>
                  <a:pt x="0" y="2446"/>
                </a:lnTo>
                <a:lnTo>
                  <a:pt x="0" y="2307"/>
                </a:lnTo>
                <a:moveTo>
                  <a:pt x="0" y="2074"/>
                </a:moveTo>
                <a:lnTo>
                  <a:pt x="29" y="2074"/>
                </a:lnTo>
                <a:lnTo>
                  <a:pt x="29" y="2213"/>
                </a:lnTo>
                <a:lnTo>
                  <a:pt x="0" y="2213"/>
                </a:lnTo>
                <a:lnTo>
                  <a:pt x="0" y="2074"/>
                </a:lnTo>
                <a:moveTo>
                  <a:pt x="0" y="1841"/>
                </a:moveTo>
                <a:lnTo>
                  <a:pt x="29" y="1841"/>
                </a:lnTo>
                <a:lnTo>
                  <a:pt x="29" y="1981"/>
                </a:lnTo>
                <a:lnTo>
                  <a:pt x="0" y="1981"/>
                </a:lnTo>
                <a:lnTo>
                  <a:pt x="0" y="1841"/>
                </a:lnTo>
                <a:moveTo>
                  <a:pt x="0" y="1609"/>
                </a:moveTo>
                <a:lnTo>
                  <a:pt x="29" y="1609"/>
                </a:lnTo>
                <a:lnTo>
                  <a:pt x="29" y="1748"/>
                </a:lnTo>
                <a:lnTo>
                  <a:pt x="0" y="1748"/>
                </a:lnTo>
                <a:lnTo>
                  <a:pt x="0" y="1609"/>
                </a:lnTo>
                <a:moveTo>
                  <a:pt x="0" y="1376"/>
                </a:moveTo>
                <a:lnTo>
                  <a:pt x="29" y="1376"/>
                </a:lnTo>
                <a:lnTo>
                  <a:pt x="29" y="1516"/>
                </a:lnTo>
                <a:lnTo>
                  <a:pt x="0" y="1516"/>
                </a:lnTo>
                <a:lnTo>
                  <a:pt x="0" y="1376"/>
                </a:lnTo>
                <a:moveTo>
                  <a:pt x="0" y="1144"/>
                </a:moveTo>
                <a:lnTo>
                  <a:pt x="29" y="1144"/>
                </a:lnTo>
                <a:lnTo>
                  <a:pt x="29" y="1283"/>
                </a:lnTo>
                <a:lnTo>
                  <a:pt x="0" y="1283"/>
                </a:lnTo>
                <a:lnTo>
                  <a:pt x="0" y="1144"/>
                </a:lnTo>
                <a:moveTo>
                  <a:pt x="0" y="911"/>
                </a:moveTo>
                <a:lnTo>
                  <a:pt x="29" y="911"/>
                </a:lnTo>
                <a:lnTo>
                  <a:pt x="29" y="1050"/>
                </a:lnTo>
                <a:lnTo>
                  <a:pt x="0" y="1050"/>
                </a:lnTo>
                <a:lnTo>
                  <a:pt x="0" y="911"/>
                </a:lnTo>
                <a:moveTo>
                  <a:pt x="0" y="679"/>
                </a:moveTo>
                <a:lnTo>
                  <a:pt x="29" y="679"/>
                </a:lnTo>
                <a:lnTo>
                  <a:pt x="29" y="818"/>
                </a:lnTo>
                <a:lnTo>
                  <a:pt x="0" y="818"/>
                </a:lnTo>
                <a:lnTo>
                  <a:pt x="0" y="679"/>
                </a:lnTo>
                <a:moveTo>
                  <a:pt x="0" y="446"/>
                </a:moveTo>
                <a:lnTo>
                  <a:pt x="29" y="446"/>
                </a:lnTo>
                <a:lnTo>
                  <a:pt x="29" y="585"/>
                </a:lnTo>
                <a:lnTo>
                  <a:pt x="0" y="585"/>
                </a:lnTo>
                <a:lnTo>
                  <a:pt x="0" y="446"/>
                </a:lnTo>
                <a:moveTo>
                  <a:pt x="0" y="213"/>
                </a:moveTo>
                <a:lnTo>
                  <a:pt x="29" y="213"/>
                </a:lnTo>
                <a:lnTo>
                  <a:pt x="29" y="353"/>
                </a:lnTo>
                <a:lnTo>
                  <a:pt x="0" y="353"/>
                </a:lnTo>
                <a:lnTo>
                  <a:pt x="0" y="213"/>
                </a:lnTo>
                <a:moveTo>
                  <a:pt x="23" y="38"/>
                </a:moveTo>
                <a:cubicBezTo>
                  <a:pt x="29" y="25"/>
                  <a:pt x="35" y="12"/>
                  <a:pt x="42" y="0"/>
                </a:cubicBezTo>
                <a:lnTo>
                  <a:pt x="66" y="14"/>
                </a:lnTo>
                <a:cubicBezTo>
                  <a:pt x="46" y="49"/>
                  <a:pt x="34" y="86"/>
                  <a:pt x="30" y="126"/>
                </a:cubicBezTo>
                <a:lnTo>
                  <a:pt x="1" y="124"/>
                </a:lnTo>
                <a:cubicBezTo>
                  <a:pt x="4" y="94"/>
                  <a:pt x="11" y="65"/>
                  <a:pt x="23" y="38"/>
                </a:cubicBezTo>
                <a:close/>
              </a:path>
            </a:pathLst>
          </a:custGeom>
          <a:solidFill>
            <a:srgbClr val="4CD1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42" name="任意多邊形 1341"/>
          <p:cNvSpPr/>
          <p:nvPr/>
        </p:nvSpPr>
        <p:spPr>
          <a:xfrm>
            <a:off x="5481720" y="3376080"/>
            <a:ext cx="4880880" cy="1989000"/>
          </a:xfrm>
          <a:custGeom>
            <a:avLst/>
            <a:gdLst/>
            <a:ahLst/>
            <a:cxnLst/>
            <a:rect l="0" t="0" r="r" b="b"/>
            <a:pathLst>
              <a:path w="13558" h="5525">
                <a:moveTo>
                  <a:pt x="27" y="215"/>
                </a:moveTo>
                <a:cubicBezTo>
                  <a:pt x="44" y="172"/>
                  <a:pt x="70" y="134"/>
                  <a:pt x="102" y="102"/>
                </a:cubicBezTo>
                <a:cubicBezTo>
                  <a:pt x="135" y="69"/>
                  <a:pt x="173" y="44"/>
                  <a:pt x="215" y="26"/>
                </a:cubicBezTo>
                <a:cubicBezTo>
                  <a:pt x="258" y="8"/>
                  <a:pt x="302" y="0"/>
                  <a:pt x="348" y="0"/>
                </a:cubicBezTo>
                <a:lnTo>
                  <a:pt x="13209" y="0"/>
                </a:lnTo>
                <a:cubicBezTo>
                  <a:pt x="13256" y="0"/>
                  <a:pt x="13300" y="8"/>
                  <a:pt x="13343" y="26"/>
                </a:cubicBezTo>
                <a:cubicBezTo>
                  <a:pt x="13385" y="44"/>
                  <a:pt x="13423" y="69"/>
                  <a:pt x="13456" y="102"/>
                </a:cubicBezTo>
                <a:cubicBezTo>
                  <a:pt x="13488" y="134"/>
                  <a:pt x="13514" y="172"/>
                  <a:pt x="13531" y="215"/>
                </a:cubicBezTo>
                <a:cubicBezTo>
                  <a:pt x="13549" y="257"/>
                  <a:pt x="13558" y="302"/>
                  <a:pt x="13558" y="348"/>
                </a:cubicBezTo>
                <a:lnTo>
                  <a:pt x="13558" y="5177"/>
                </a:lnTo>
                <a:cubicBezTo>
                  <a:pt x="13558" y="5223"/>
                  <a:pt x="13549" y="5268"/>
                  <a:pt x="13531" y="5310"/>
                </a:cubicBezTo>
                <a:cubicBezTo>
                  <a:pt x="13514" y="5353"/>
                  <a:pt x="13488" y="5391"/>
                  <a:pt x="13456" y="5423"/>
                </a:cubicBezTo>
                <a:cubicBezTo>
                  <a:pt x="13423" y="5456"/>
                  <a:pt x="13385" y="5481"/>
                  <a:pt x="13343" y="5499"/>
                </a:cubicBezTo>
                <a:cubicBezTo>
                  <a:pt x="13300" y="5516"/>
                  <a:pt x="13256" y="5525"/>
                  <a:pt x="13209" y="5525"/>
                </a:cubicBezTo>
                <a:lnTo>
                  <a:pt x="348" y="5525"/>
                </a:lnTo>
                <a:cubicBezTo>
                  <a:pt x="302" y="5525"/>
                  <a:pt x="258" y="5516"/>
                  <a:pt x="215" y="5499"/>
                </a:cubicBezTo>
                <a:cubicBezTo>
                  <a:pt x="173" y="5481"/>
                  <a:pt x="135" y="5456"/>
                  <a:pt x="102" y="5423"/>
                </a:cubicBezTo>
                <a:cubicBezTo>
                  <a:pt x="70" y="5391"/>
                  <a:pt x="44" y="5353"/>
                  <a:pt x="27" y="5310"/>
                </a:cubicBezTo>
                <a:cubicBezTo>
                  <a:pt x="9" y="5268"/>
                  <a:pt x="0" y="5223"/>
                  <a:pt x="0" y="5177"/>
                </a:cubicBezTo>
                <a:lnTo>
                  <a:pt x="0" y="348"/>
                </a:lnTo>
                <a:cubicBezTo>
                  <a:pt x="0" y="302"/>
                  <a:pt x="9" y="257"/>
                  <a:pt x="27" y="215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43" name="任意多邊形 1342"/>
          <p:cNvSpPr/>
          <p:nvPr/>
        </p:nvSpPr>
        <p:spPr>
          <a:xfrm>
            <a:off x="5481720" y="3376080"/>
            <a:ext cx="4880880" cy="1989000"/>
          </a:xfrm>
          <a:custGeom>
            <a:avLst/>
            <a:gdLst/>
            <a:ahLst/>
            <a:cxnLst/>
            <a:rect l="0" t="0" r="r" b="b"/>
            <a:pathLst>
              <a:path w="13558" h="5525">
                <a:moveTo>
                  <a:pt x="0" y="5177"/>
                </a:moveTo>
                <a:lnTo>
                  <a:pt x="0" y="348"/>
                </a:lnTo>
                <a:cubicBezTo>
                  <a:pt x="0" y="302"/>
                  <a:pt x="9" y="257"/>
                  <a:pt x="27" y="215"/>
                </a:cubicBezTo>
                <a:cubicBezTo>
                  <a:pt x="44" y="172"/>
                  <a:pt x="70" y="134"/>
                  <a:pt x="102" y="102"/>
                </a:cubicBezTo>
                <a:cubicBezTo>
                  <a:pt x="135" y="69"/>
                  <a:pt x="173" y="44"/>
                  <a:pt x="215" y="26"/>
                </a:cubicBezTo>
                <a:cubicBezTo>
                  <a:pt x="258" y="8"/>
                  <a:pt x="302" y="0"/>
                  <a:pt x="348" y="0"/>
                </a:cubicBezTo>
                <a:lnTo>
                  <a:pt x="13209" y="0"/>
                </a:lnTo>
                <a:cubicBezTo>
                  <a:pt x="13256" y="0"/>
                  <a:pt x="13300" y="8"/>
                  <a:pt x="13343" y="26"/>
                </a:cubicBezTo>
                <a:cubicBezTo>
                  <a:pt x="13385" y="44"/>
                  <a:pt x="13423" y="69"/>
                  <a:pt x="13456" y="102"/>
                </a:cubicBezTo>
                <a:cubicBezTo>
                  <a:pt x="13488" y="134"/>
                  <a:pt x="13514" y="172"/>
                  <a:pt x="13531" y="215"/>
                </a:cubicBezTo>
                <a:cubicBezTo>
                  <a:pt x="13549" y="257"/>
                  <a:pt x="13558" y="302"/>
                  <a:pt x="13558" y="348"/>
                </a:cubicBezTo>
                <a:lnTo>
                  <a:pt x="13558" y="5177"/>
                </a:lnTo>
                <a:cubicBezTo>
                  <a:pt x="13558" y="5223"/>
                  <a:pt x="13549" y="5268"/>
                  <a:pt x="13531" y="5310"/>
                </a:cubicBezTo>
                <a:cubicBezTo>
                  <a:pt x="13514" y="5353"/>
                  <a:pt x="13488" y="5391"/>
                  <a:pt x="13456" y="5423"/>
                </a:cubicBezTo>
                <a:cubicBezTo>
                  <a:pt x="13423" y="5456"/>
                  <a:pt x="13385" y="5481"/>
                  <a:pt x="13343" y="5499"/>
                </a:cubicBezTo>
                <a:cubicBezTo>
                  <a:pt x="13300" y="5516"/>
                  <a:pt x="13256" y="5525"/>
                  <a:pt x="13209" y="5525"/>
                </a:cubicBezTo>
                <a:lnTo>
                  <a:pt x="348" y="5525"/>
                </a:lnTo>
                <a:cubicBezTo>
                  <a:pt x="302" y="5525"/>
                  <a:pt x="258" y="5516"/>
                  <a:pt x="215" y="5499"/>
                </a:cubicBezTo>
                <a:cubicBezTo>
                  <a:pt x="173" y="5481"/>
                  <a:pt x="135" y="5456"/>
                  <a:pt x="102" y="5423"/>
                </a:cubicBezTo>
                <a:cubicBezTo>
                  <a:pt x="70" y="5391"/>
                  <a:pt x="44" y="5353"/>
                  <a:pt x="27" y="5310"/>
                </a:cubicBezTo>
                <a:cubicBezTo>
                  <a:pt x="9" y="5268"/>
                  <a:pt x="0" y="5223"/>
                  <a:pt x="0" y="5177"/>
                </a:cubicBezTo>
                <a:moveTo>
                  <a:pt x="23" y="348"/>
                </a:moveTo>
                <a:lnTo>
                  <a:pt x="23" y="5177"/>
                </a:lnTo>
                <a:cubicBezTo>
                  <a:pt x="23" y="5198"/>
                  <a:pt x="26" y="5220"/>
                  <a:pt x="30" y="5240"/>
                </a:cubicBezTo>
                <a:cubicBezTo>
                  <a:pt x="34" y="5261"/>
                  <a:pt x="40" y="5282"/>
                  <a:pt x="48" y="5301"/>
                </a:cubicBezTo>
                <a:cubicBezTo>
                  <a:pt x="56" y="5321"/>
                  <a:pt x="66" y="5340"/>
                  <a:pt x="78" y="5358"/>
                </a:cubicBezTo>
                <a:cubicBezTo>
                  <a:pt x="90" y="5375"/>
                  <a:pt x="104" y="5392"/>
                  <a:pt x="119" y="5407"/>
                </a:cubicBezTo>
                <a:cubicBezTo>
                  <a:pt x="134" y="5422"/>
                  <a:pt x="150" y="5435"/>
                  <a:pt x="168" y="5447"/>
                </a:cubicBezTo>
                <a:cubicBezTo>
                  <a:pt x="186" y="5459"/>
                  <a:pt x="204" y="5469"/>
                  <a:pt x="224" y="5477"/>
                </a:cubicBezTo>
                <a:cubicBezTo>
                  <a:pt x="244" y="5485"/>
                  <a:pt x="264" y="5492"/>
                  <a:pt x="285" y="5496"/>
                </a:cubicBezTo>
                <a:cubicBezTo>
                  <a:pt x="306" y="5500"/>
                  <a:pt x="327" y="5502"/>
                  <a:pt x="348" y="5502"/>
                </a:cubicBezTo>
                <a:lnTo>
                  <a:pt x="13209" y="5502"/>
                </a:lnTo>
                <a:cubicBezTo>
                  <a:pt x="13231" y="5502"/>
                  <a:pt x="13252" y="5500"/>
                  <a:pt x="13273" y="5496"/>
                </a:cubicBezTo>
                <a:cubicBezTo>
                  <a:pt x="13294" y="5492"/>
                  <a:pt x="13314" y="5485"/>
                  <a:pt x="13334" y="5477"/>
                </a:cubicBezTo>
                <a:cubicBezTo>
                  <a:pt x="13354" y="5469"/>
                  <a:pt x="13372" y="5459"/>
                  <a:pt x="13390" y="5447"/>
                </a:cubicBezTo>
                <a:cubicBezTo>
                  <a:pt x="13408" y="5435"/>
                  <a:pt x="13424" y="5422"/>
                  <a:pt x="13439" y="5407"/>
                </a:cubicBezTo>
                <a:cubicBezTo>
                  <a:pt x="13454" y="5392"/>
                  <a:pt x="13468" y="5375"/>
                  <a:pt x="13480" y="5358"/>
                </a:cubicBezTo>
                <a:cubicBezTo>
                  <a:pt x="13492" y="5340"/>
                  <a:pt x="13502" y="5321"/>
                  <a:pt x="13510" y="5301"/>
                </a:cubicBezTo>
                <a:cubicBezTo>
                  <a:pt x="13518" y="5282"/>
                  <a:pt x="13524" y="5261"/>
                  <a:pt x="13528" y="5240"/>
                </a:cubicBezTo>
                <a:cubicBezTo>
                  <a:pt x="13532" y="5220"/>
                  <a:pt x="13534" y="5198"/>
                  <a:pt x="13534" y="5177"/>
                </a:cubicBezTo>
                <a:lnTo>
                  <a:pt x="13534" y="348"/>
                </a:lnTo>
                <a:cubicBezTo>
                  <a:pt x="13534" y="326"/>
                  <a:pt x="13532" y="305"/>
                  <a:pt x="13528" y="284"/>
                </a:cubicBezTo>
                <a:cubicBezTo>
                  <a:pt x="13524" y="263"/>
                  <a:pt x="13518" y="243"/>
                  <a:pt x="13510" y="223"/>
                </a:cubicBezTo>
                <a:cubicBezTo>
                  <a:pt x="13502" y="204"/>
                  <a:pt x="13492" y="185"/>
                  <a:pt x="13480" y="167"/>
                </a:cubicBezTo>
                <a:cubicBezTo>
                  <a:pt x="13468" y="149"/>
                  <a:pt x="13454" y="133"/>
                  <a:pt x="13439" y="118"/>
                </a:cubicBezTo>
                <a:cubicBezTo>
                  <a:pt x="13424" y="103"/>
                  <a:pt x="13408" y="89"/>
                  <a:pt x="13390" y="78"/>
                </a:cubicBezTo>
                <a:cubicBezTo>
                  <a:pt x="13372" y="66"/>
                  <a:pt x="13354" y="56"/>
                  <a:pt x="13334" y="48"/>
                </a:cubicBezTo>
                <a:cubicBezTo>
                  <a:pt x="13314" y="39"/>
                  <a:pt x="13294" y="33"/>
                  <a:pt x="13273" y="29"/>
                </a:cubicBezTo>
                <a:cubicBezTo>
                  <a:pt x="13252" y="25"/>
                  <a:pt x="13231" y="23"/>
                  <a:pt x="13209" y="23"/>
                </a:cubicBezTo>
                <a:lnTo>
                  <a:pt x="348" y="23"/>
                </a:lnTo>
                <a:cubicBezTo>
                  <a:pt x="327" y="23"/>
                  <a:pt x="306" y="25"/>
                  <a:pt x="285" y="29"/>
                </a:cubicBezTo>
                <a:cubicBezTo>
                  <a:pt x="264" y="33"/>
                  <a:pt x="244" y="39"/>
                  <a:pt x="224" y="48"/>
                </a:cubicBezTo>
                <a:cubicBezTo>
                  <a:pt x="204" y="56"/>
                  <a:pt x="186" y="66"/>
                  <a:pt x="168" y="78"/>
                </a:cubicBezTo>
                <a:cubicBezTo>
                  <a:pt x="150" y="89"/>
                  <a:pt x="134" y="103"/>
                  <a:pt x="119" y="118"/>
                </a:cubicBezTo>
                <a:cubicBezTo>
                  <a:pt x="104" y="133"/>
                  <a:pt x="90" y="149"/>
                  <a:pt x="78" y="167"/>
                </a:cubicBezTo>
                <a:cubicBezTo>
                  <a:pt x="66" y="185"/>
                  <a:pt x="56" y="204"/>
                  <a:pt x="48" y="223"/>
                </a:cubicBezTo>
                <a:cubicBezTo>
                  <a:pt x="40" y="243"/>
                  <a:pt x="34" y="263"/>
                  <a:pt x="30" y="284"/>
                </a:cubicBezTo>
                <a:cubicBezTo>
                  <a:pt x="26" y="305"/>
                  <a:pt x="23" y="326"/>
                  <a:pt x="23" y="348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44" name="任意多邊形 1343"/>
          <p:cNvSpPr/>
          <p:nvPr/>
        </p:nvSpPr>
        <p:spPr>
          <a:xfrm>
            <a:off x="5690880" y="3584880"/>
            <a:ext cx="451440" cy="501840"/>
          </a:xfrm>
          <a:custGeom>
            <a:avLst/>
            <a:gdLst/>
            <a:ahLst/>
            <a:cxnLst/>
            <a:rect l="0" t="0" r="r" b="b"/>
            <a:pathLst>
              <a:path w="1254" h="1394">
                <a:moveTo>
                  <a:pt x="0" y="700"/>
                </a:moveTo>
                <a:lnTo>
                  <a:pt x="0" y="694"/>
                </a:lnTo>
                <a:cubicBezTo>
                  <a:pt x="0" y="672"/>
                  <a:pt x="1" y="649"/>
                  <a:pt x="3" y="626"/>
                </a:cubicBezTo>
                <a:cubicBezTo>
                  <a:pt x="5" y="604"/>
                  <a:pt x="8" y="581"/>
                  <a:pt x="12" y="559"/>
                </a:cubicBezTo>
                <a:cubicBezTo>
                  <a:pt x="16" y="537"/>
                  <a:pt x="21" y="515"/>
                  <a:pt x="27" y="493"/>
                </a:cubicBezTo>
                <a:cubicBezTo>
                  <a:pt x="33" y="470"/>
                  <a:pt x="39" y="449"/>
                  <a:pt x="47" y="428"/>
                </a:cubicBezTo>
                <a:cubicBezTo>
                  <a:pt x="55" y="407"/>
                  <a:pt x="64" y="386"/>
                  <a:pt x="74" y="366"/>
                </a:cubicBezTo>
                <a:cubicBezTo>
                  <a:pt x="83" y="346"/>
                  <a:pt x="94" y="327"/>
                  <a:pt x="105" y="308"/>
                </a:cubicBezTo>
                <a:cubicBezTo>
                  <a:pt x="117" y="289"/>
                  <a:pt x="129" y="271"/>
                  <a:pt x="142" y="253"/>
                </a:cubicBezTo>
                <a:cubicBezTo>
                  <a:pt x="155" y="236"/>
                  <a:pt x="169" y="219"/>
                  <a:pt x="183" y="203"/>
                </a:cubicBezTo>
                <a:cubicBezTo>
                  <a:pt x="198" y="187"/>
                  <a:pt x="213" y="172"/>
                  <a:pt x="229" y="157"/>
                </a:cubicBezTo>
                <a:cubicBezTo>
                  <a:pt x="245" y="143"/>
                  <a:pt x="261" y="129"/>
                  <a:pt x="278" y="117"/>
                </a:cubicBezTo>
                <a:cubicBezTo>
                  <a:pt x="295" y="104"/>
                  <a:pt x="313" y="92"/>
                  <a:pt x="331" y="82"/>
                </a:cubicBezTo>
                <a:cubicBezTo>
                  <a:pt x="349" y="71"/>
                  <a:pt x="368" y="61"/>
                  <a:pt x="386" y="53"/>
                </a:cubicBezTo>
                <a:cubicBezTo>
                  <a:pt x="405" y="44"/>
                  <a:pt x="425" y="36"/>
                  <a:pt x="444" y="30"/>
                </a:cubicBezTo>
                <a:cubicBezTo>
                  <a:pt x="464" y="23"/>
                  <a:pt x="484" y="18"/>
                  <a:pt x="504" y="13"/>
                </a:cubicBezTo>
                <a:cubicBezTo>
                  <a:pt x="524" y="9"/>
                  <a:pt x="544" y="5"/>
                  <a:pt x="565" y="3"/>
                </a:cubicBezTo>
                <a:cubicBezTo>
                  <a:pt x="585" y="1"/>
                  <a:pt x="606" y="0"/>
                  <a:pt x="626" y="0"/>
                </a:cubicBezTo>
                <a:cubicBezTo>
                  <a:pt x="647" y="0"/>
                  <a:pt x="667" y="1"/>
                  <a:pt x="688" y="3"/>
                </a:cubicBezTo>
                <a:cubicBezTo>
                  <a:pt x="708" y="5"/>
                  <a:pt x="728" y="9"/>
                  <a:pt x="749" y="13"/>
                </a:cubicBezTo>
                <a:cubicBezTo>
                  <a:pt x="769" y="18"/>
                  <a:pt x="789" y="23"/>
                  <a:pt x="808" y="30"/>
                </a:cubicBezTo>
                <a:cubicBezTo>
                  <a:pt x="828" y="36"/>
                  <a:pt x="847" y="44"/>
                  <a:pt x="866" y="53"/>
                </a:cubicBezTo>
                <a:cubicBezTo>
                  <a:pt x="885" y="61"/>
                  <a:pt x="904" y="71"/>
                  <a:pt x="922" y="82"/>
                </a:cubicBezTo>
                <a:cubicBezTo>
                  <a:pt x="940" y="92"/>
                  <a:pt x="957" y="104"/>
                  <a:pt x="975" y="117"/>
                </a:cubicBezTo>
                <a:cubicBezTo>
                  <a:pt x="992" y="129"/>
                  <a:pt x="1008" y="143"/>
                  <a:pt x="1024" y="157"/>
                </a:cubicBezTo>
                <a:cubicBezTo>
                  <a:pt x="1040" y="172"/>
                  <a:pt x="1055" y="187"/>
                  <a:pt x="1070" y="203"/>
                </a:cubicBezTo>
                <a:cubicBezTo>
                  <a:pt x="1084" y="219"/>
                  <a:pt x="1098" y="236"/>
                  <a:pt x="1112" y="253"/>
                </a:cubicBezTo>
                <a:cubicBezTo>
                  <a:pt x="1125" y="271"/>
                  <a:pt x="1137" y="289"/>
                  <a:pt x="1148" y="308"/>
                </a:cubicBezTo>
                <a:cubicBezTo>
                  <a:pt x="1160" y="327"/>
                  <a:pt x="1170" y="346"/>
                  <a:pt x="1180" y="366"/>
                </a:cubicBezTo>
                <a:cubicBezTo>
                  <a:pt x="1190" y="386"/>
                  <a:pt x="1199" y="407"/>
                  <a:pt x="1206" y="428"/>
                </a:cubicBezTo>
                <a:cubicBezTo>
                  <a:pt x="1214" y="449"/>
                  <a:pt x="1221" y="470"/>
                  <a:pt x="1227" y="493"/>
                </a:cubicBezTo>
                <a:cubicBezTo>
                  <a:pt x="1233" y="515"/>
                  <a:pt x="1238" y="537"/>
                  <a:pt x="1242" y="559"/>
                </a:cubicBezTo>
                <a:cubicBezTo>
                  <a:pt x="1246" y="581"/>
                  <a:pt x="1249" y="604"/>
                  <a:pt x="1251" y="626"/>
                </a:cubicBezTo>
                <a:cubicBezTo>
                  <a:pt x="1253" y="649"/>
                  <a:pt x="1254" y="672"/>
                  <a:pt x="1254" y="694"/>
                </a:cubicBezTo>
                <a:lnTo>
                  <a:pt x="1254" y="700"/>
                </a:lnTo>
                <a:cubicBezTo>
                  <a:pt x="1254" y="723"/>
                  <a:pt x="1253" y="746"/>
                  <a:pt x="1251" y="768"/>
                </a:cubicBezTo>
                <a:cubicBezTo>
                  <a:pt x="1249" y="791"/>
                  <a:pt x="1246" y="813"/>
                  <a:pt x="1242" y="836"/>
                </a:cubicBezTo>
                <a:cubicBezTo>
                  <a:pt x="1238" y="858"/>
                  <a:pt x="1233" y="880"/>
                  <a:pt x="1227" y="902"/>
                </a:cubicBezTo>
                <a:cubicBezTo>
                  <a:pt x="1221" y="923"/>
                  <a:pt x="1214" y="945"/>
                  <a:pt x="1206" y="966"/>
                </a:cubicBezTo>
                <a:cubicBezTo>
                  <a:pt x="1199" y="987"/>
                  <a:pt x="1190" y="1007"/>
                  <a:pt x="1180" y="1027"/>
                </a:cubicBezTo>
                <a:cubicBezTo>
                  <a:pt x="1170" y="1047"/>
                  <a:pt x="1160" y="1067"/>
                  <a:pt x="1148" y="1086"/>
                </a:cubicBezTo>
                <a:cubicBezTo>
                  <a:pt x="1137" y="1104"/>
                  <a:pt x="1125" y="1123"/>
                  <a:pt x="1112" y="1140"/>
                </a:cubicBezTo>
                <a:cubicBezTo>
                  <a:pt x="1098" y="1158"/>
                  <a:pt x="1084" y="1175"/>
                  <a:pt x="1070" y="1191"/>
                </a:cubicBezTo>
                <a:cubicBezTo>
                  <a:pt x="1055" y="1207"/>
                  <a:pt x="1040" y="1222"/>
                  <a:pt x="1024" y="1236"/>
                </a:cubicBezTo>
                <a:cubicBezTo>
                  <a:pt x="1008" y="1251"/>
                  <a:pt x="992" y="1264"/>
                  <a:pt x="975" y="1277"/>
                </a:cubicBezTo>
                <a:cubicBezTo>
                  <a:pt x="957" y="1289"/>
                  <a:pt x="940" y="1301"/>
                  <a:pt x="922" y="1312"/>
                </a:cubicBezTo>
                <a:cubicBezTo>
                  <a:pt x="904" y="1323"/>
                  <a:pt x="885" y="1332"/>
                  <a:pt x="866" y="1341"/>
                </a:cubicBezTo>
                <a:cubicBezTo>
                  <a:pt x="847" y="1350"/>
                  <a:pt x="828" y="1357"/>
                  <a:pt x="808" y="1364"/>
                </a:cubicBezTo>
                <a:cubicBezTo>
                  <a:pt x="789" y="1370"/>
                  <a:pt x="769" y="1376"/>
                  <a:pt x="749" y="1380"/>
                </a:cubicBezTo>
                <a:cubicBezTo>
                  <a:pt x="728" y="1385"/>
                  <a:pt x="708" y="1388"/>
                  <a:pt x="688" y="1390"/>
                </a:cubicBezTo>
                <a:cubicBezTo>
                  <a:pt x="667" y="1393"/>
                  <a:pt x="647" y="1394"/>
                  <a:pt x="626" y="1394"/>
                </a:cubicBezTo>
                <a:cubicBezTo>
                  <a:pt x="606" y="1394"/>
                  <a:pt x="585" y="1393"/>
                  <a:pt x="565" y="1390"/>
                </a:cubicBezTo>
                <a:cubicBezTo>
                  <a:pt x="544" y="1388"/>
                  <a:pt x="524" y="1385"/>
                  <a:pt x="504" y="1380"/>
                </a:cubicBezTo>
                <a:cubicBezTo>
                  <a:pt x="484" y="1376"/>
                  <a:pt x="464" y="1370"/>
                  <a:pt x="444" y="1364"/>
                </a:cubicBezTo>
                <a:cubicBezTo>
                  <a:pt x="425" y="1357"/>
                  <a:pt x="405" y="1350"/>
                  <a:pt x="386" y="1341"/>
                </a:cubicBezTo>
                <a:cubicBezTo>
                  <a:pt x="368" y="1332"/>
                  <a:pt x="349" y="1323"/>
                  <a:pt x="331" y="1312"/>
                </a:cubicBezTo>
                <a:cubicBezTo>
                  <a:pt x="313" y="1301"/>
                  <a:pt x="295" y="1289"/>
                  <a:pt x="278" y="1277"/>
                </a:cubicBezTo>
                <a:cubicBezTo>
                  <a:pt x="261" y="1264"/>
                  <a:pt x="245" y="1251"/>
                  <a:pt x="229" y="1236"/>
                </a:cubicBezTo>
                <a:cubicBezTo>
                  <a:pt x="213" y="1222"/>
                  <a:pt x="198" y="1207"/>
                  <a:pt x="183" y="1191"/>
                </a:cubicBezTo>
                <a:cubicBezTo>
                  <a:pt x="169" y="1175"/>
                  <a:pt x="155" y="1158"/>
                  <a:pt x="142" y="1140"/>
                </a:cubicBezTo>
                <a:cubicBezTo>
                  <a:pt x="129" y="1123"/>
                  <a:pt x="117" y="1104"/>
                  <a:pt x="105" y="1086"/>
                </a:cubicBezTo>
                <a:cubicBezTo>
                  <a:pt x="94" y="1067"/>
                  <a:pt x="83" y="1047"/>
                  <a:pt x="74" y="1027"/>
                </a:cubicBezTo>
                <a:cubicBezTo>
                  <a:pt x="64" y="1007"/>
                  <a:pt x="55" y="987"/>
                  <a:pt x="47" y="966"/>
                </a:cubicBezTo>
                <a:cubicBezTo>
                  <a:pt x="39" y="945"/>
                  <a:pt x="33" y="923"/>
                  <a:pt x="27" y="902"/>
                </a:cubicBezTo>
                <a:cubicBezTo>
                  <a:pt x="21" y="880"/>
                  <a:pt x="16" y="858"/>
                  <a:pt x="12" y="836"/>
                </a:cubicBezTo>
                <a:cubicBezTo>
                  <a:pt x="8" y="813"/>
                  <a:pt x="5" y="791"/>
                  <a:pt x="3" y="768"/>
                </a:cubicBezTo>
                <a:cubicBezTo>
                  <a:pt x="1" y="746"/>
                  <a:pt x="0" y="723"/>
                  <a:pt x="0" y="70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345" name="圖片 1344"/>
          <p:cNvPicPr/>
          <p:nvPr/>
        </p:nvPicPr>
        <p:blipFill>
          <a:blip r:embed="rId14"/>
          <a:stretch>
            <a:fillRect/>
          </a:stretch>
        </p:blipFill>
        <p:spPr>
          <a:xfrm>
            <a:off x="5816160" y="373536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6" name="文字框 1345"/>
          <p:cNvSpPr txBox="1"/>
          <p:nvPr/>
        </p:nvSpPr>
        <p:spPr>
          <a:xfrm>
            <a:off x="1801440" y="4968720"/>
            <a:ext cx="29512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项目虽在探索解决方案，但离大规模应用尚有距离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347" name="圖片 1346"/>
          <p:cNvPicPr/>
          <p:nvPr/>
        </p:nvPicPr>
        <p:blipFill>
          <a:blip r:embed="rId15"/>
          <a:stretch>
            <a:fillRect/>
          </a:stretch>
        </p:blipFill>
        <p:spPr>
          <a:xfrm>
            <a:off x="6275880" y="397764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8" name="文字框 1347"/>
          <p:cNvSpPr txBox="1"/>
          <p:nvPr/>
        </p:nvSpPr>
        <p:spPr>
          <a:xfrm>
            <a:off x="6277680" y="3592440"/>
            <a:ext cx="181116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市场接受度与流动性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49" name="文字框 1348"/>
          <p:cNvSpPr txBox="1"/>
          <p:nvPr/>
        </p:nvSpPr>
        <p:spPr>
          <a:xfrm>
            <a:off x="6478560" y="397080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50" name="文字框 1349"/>
          <p:cNvSpPr txBox="1"/>
          <p:nvPr/>
        </p:nvSpPr>
        <p:spPr>
          <a:xfrm>
            <a:off x="6521040" y="3966120"/>
            <a:ext cx="32194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新发行的港元稳定币需要时间来建立市场信任和流动性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51" name="文字框 1350"/>
          <p:cNvSpPr txBox="1"/>
          <p:nvPr/>
        </p:nvSpPr>
        <p:spPr>
          <a:xfrm>
            <a:off x="6344640" y="4238280"/>
            <a:ext cx="450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e-CNY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352" name="圖片 1351"/>
          <p:cNvPicPr/>
          <p:nvPr/>
        </p:nvPicPr>
        <p:blipFill>
          <a:blip r:embed="rId16"/>
          <a:stretch>
            <a:fillRect/>
          </a:stretch>
        </p:blipFill>
        <p:spPr>
          <a:xfrm>
            <a:off x="6275880" y="451260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3" name="文字框 1352"/>
          <p:cNvSpPr txBox="1"/>
          <p:nvPr/>
        </p:nvSpPr>
        <p:spPr>
          <a:xfrm>
            <a:off x="6792840" y="4233600"/>
            <a:ext cx="26830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应用仍处于试点阶段，其在境外的接受度有限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54" name="文字框 1353"/>
          <p:cNvSpPr txBox="1"/>
          <p:nvPr/>
        </p:nvSpPr>
        <p:spPr>
          <a:xfrm>
            <a:off x="6478560" y="4505400"/>
            <a:ext cx="450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e-CNY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355" name="圖片 1354"/>
          <p:cNvPicPr/>
          <p:nvPr/>
        </p:nvPicPr>
        <p:blipFill>
          <a:blip r:embed="rId17"/>
          <a:stretch>
            <a:fillRect/>
          </a:stretch>
        </p:blipFill>
        <p:spPr>
          <a:xfrm>
            <a:off x="6275880" y="4780080"/>
            <a:ext cx="1666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6" name="文字框 1355"/>
          <p:cNvSpPr txBox="1"/>
          <p:nvPr/>
        </p:nvSpPr>
        <p:spPr>
          <a:xfrm>
            <a:off x="6926400" y="4500720"/>
            <a:ext cx="24148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的使用场景主要集中在大湾区及试点地区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57" name="文字框 1356"/>
          <p:cNvSpPr txBox="1"/>
          <p:nvPr/>
        </p:nvSpPr>
        <p:spPr>
          <a:xfrm>
            <a:off x="6511680" y="477288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58" name="文字框 1357"/>
          <p:cNvSpPr txBox="1"/>
          <p:nvPr/>
        </p:nvSpPr>
        <p:spPr>
          <a:xfrm>
            <a:off x="6554160" y="4768200"/>
            <a:ext cx="34876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市场接受度和使用场景的限制，降低了其作为跨境支付工具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59" name="任意多邊形 1358"/>
          <p:cNvSpPr/>
          <p:nvPr/>
        </p:nvSpPr>
        <p:spPr>
          <a:xfrm>
            <a:off x="5530320" y="3384360"/>
            <a:ext cx="4786920" cy="48960"/>
          </a:xfrm>
          <a:custGeom>
            <a:avLst/>
            <a:gdLst/>
            <a:ahLst/>
            <a:cxnLst/>
            <a:rect l="0" t="0" r="r" b="b"/>
            <a:pathLst>
              <a:path w="13297" h="136">
                <a:moveTo>
                  <a:pt x="13265" y="136"/>
                </a:moveTo>
                <a:cubicBezTo>
                  <a:pt x="13255" y="126"/>
                  <a:pt x="13245" y="117"/>
                  <a:pt x="13234" y="109"/>
                </a:cubicBezTo>
                <a:lnTo>
                  <a:pt x="13262" y="72"/>
                </a:lnTo>
                <a:cubicBezTo>
                  <a:pt x="13274" y="81"/>
                  <a:pt x="13286" y="91"/>
                  <a:pt x="13297" y="103"/>
                </a:cubicBezTo>
                <a:lnTo>
                  <a:pt x="13265" y="136"/>
                </a:lnTo>
                <a:moveTo>
                  <a:pt x="13051" y="47"/>
                </a:moveTo>
                <a:lnTo>
                  <a:pt x="13029" y="47"/>
                </a:lnTo>
                <a:lnTo>
                  <a:pt x="13029" y="0"/>
                </a:lnTo>
                <a:lnTo>
                  <a:pt x="13051" y="0"/>
                </a:lnTo>
                <a:cubicBezTo>
                  <a:pt x="13094" y="0"/>
                  <a:pt x="13135" y="7"/>
                  <a:pt x="13174" y="22"/>
                </a:cubicBezTo>
                <a:lnTo>
                  <a:pt x="13158" y="67"/>
                </a:lnTo>
                <a:cubicBezTo>
                  <a:pt x="13124" y="54"/>
                  <a:pt x="13088" y="47"/>
                  <a:pt x="13051" y="47"/>
                </a:cubicBezTo>
                <a:moveTo>
                  <a:pt x="12796" y="47"/>
                </a:moveTo>
                <a:lnTo>
                  <a:pt x="12796" y="0"/>
                </a:lnTo>
                <a:lnTo>
                  <a:pt x="12936" y="0"/>
                </a:lnTo>
                <a:lnTo>
                  <a:pt x="12936" y="47"/>
                </a:lnTo>
                <a:lnTo>
                  <a:pt x="12796" y="47"/>
                </a:lnTo>
                <a:moveTo>
                  <a:pt x="12564" y="47"/>
                </a:moveTo>
                <a:lnTo>
                  <a:pt x="12564" y="0"/>
                </a:lnTo>
                <a:lnTo>
                  <a:pt x="12703" y="0"/>
                </a:lnTo>
                <a:lnTo>
                  <a:pt x="12703" y="47"/>
                </a:lnTo>
                <a:lnTo>
                  <a:pt x="12564" y="47"/>
                </a:lnTo>
                <a:moveTo>
                  <a:pt x="12331" y="47"/>
                </a:moveTo>
                <a:lnTo>
                  <a:pt x="12331" y="0"/>
                </a:lnTo>
                <a:lnTo>
                  <a:pt x="12470" y="0"/>
                </a:lnTo>
                <a:lnTo>
                  <a:pt x="12470" y="47"/>
                </a:lnTo>
                <a:lnTo>
                  <a:pt x="12331" y="47"/>
                </a:lnTo>
                <a:moveTo>
                  <a:pt x="12099" y="47"/>
                </a:moveTo>
                <a:lnTo>
                  <a:pt x="12099" y="0"/>
                </a:lnTo>
                <a:lnTo>
                  <a:pt x="12238" y="0"/>
                </a:lnTo>
                <a:lnTo>
                  <a:pt x="12238" y="47"/>
                </a:lnTo>
                <a:lnTo>
                  <a:pt x="12099" y="47"/>
                </a:lnTo>
                <a:moveTo>
                  <a:pt x="11866" y="47"/>
                </a:moveTo>
                <a:lnTo>
                  <a:pt x="11866" y="0"/>
                </a:lnTo>
                <a:lnTo>
                  <a:pt x="12005" y="0"/>
                </a:lnTo>
                <a:lnTo>
                  <a:pt x="12005" y="47"/>
                </a:lnTo>
                <a:lnTo>
                  <a:pt x="11866" y="47"/>
                </a:lnTo>
                <a:moveTo>
                  <a:pt x="11633" y="47"/>
                </a:moveTo>
                <a:lnTo>
                  <a:pt x="11633" y="0"/>
                </a:lnTo>
                <a:lnTo>
                  <a:pt x="11773" y="0"/>
                </a:lnTo>
                <a:lnTo>
                  <a:pt x="11773" y="47"/>
                </a:lnTo>
                <a:lnTo>
                  <a:pt x="11633" y="47"/>
                </a:lnTo>
                <a:moveTo>
                  <a:pt x="11401" y="47"/>
                </a:moveTo>
                <a:lnTo>
                  <a:pt x="11401" y="0"/>
                </a:lnTo>
                <a:lnTo>
                  <a:pt x="11540" y="0"/>
                </a:lnTo>
                <a:lnTo>
                  <a:pt x="11540" y="47"/>
                </a:lnTo>
                <a:lnTo>
                  <a:pt x="11401" y="47"/>
                </a:lnTo>
                <a:moveTo>
                  <a:pt x="11168" y="47"/>
                </a:moveTo>
                <a:lnTo>
                  <a:pt x="11168" y="0"/>
                </a:lnTo>
                <a:lnTo>
                  <a:pt x="11308" y="0"/>
                </a:lnTo>
                <a:lnTo>
                  <a:pt x="11308" y="47"/>
                </a:lnTo>
                <a:lnTo>
                  <a:pt x="11168" y="47"/>
                </a:lnTo>
                <a:moveTo>
                  <a:pt x="10936" y="47"/>
                </a:moveTo>
                <a:lnTo>
                  <a:pt x="10936" y="0"/>
                </a:lnTo>
                <a:lnTo>
                  <a:pt x="11075" y="0"/>
                </a:lnTo>
                <a:lnTo>
                  <a:pt x="11075" y="47"/>
                </a:lnTo>
                <a:lnTo>
                  <a:pt x="10936" y="47"/>
                </a:lnTo>
                <a:moveTo>
                  <a:pt x="10703" y="47"/>
                </a:moveTo>
                <a:lnTo>
                  <a:pt x="10703" y="0"/>
                </a:lnTo>
                <a:lnTo>
                  <a:pt x="10842" y="0"/>
                </a:lnTo>
                <a:lnTo>
                  <a:pt x="10842" y="47"/>
                </a:lnTo>
                <a:lnTo>
                  <a:pt x="10703" y="47"/>
                </a:lnTo>
                <a:moveTo>
                  <a:pt x="10471" y="47"/>
                </a:moveTo>
                <a:lnTo>
                  <a:pt x="10471" y="0"/>
                </a:lnTo>
                <a:lnTo>
                  <a:pt x="10610" y="0"/>
                </a:lnTo>
                <a:lnTo>
                  <a:pt x="10610" y="47"/>
                </a:lnTo>
                <a:lnTo>
                  <a:pt x="10471" y="47"/>
                </a:lnTo>
                <a:moveTo>
                  <a:pt x="10238" y="47"/>
                </a:moveTo>
                <a:lnTo>
                  <a:pt x="10238" y="0"/>
                </a:lnTo>
                <a:lnTo>
                  <a:pt x="10377" y="0"/>
                </a:lnTo>
                <a:lnTo>
                  <a:pt x="10377" y="47"/>
                </a:lnTo>
                <a:lnTo>
                  <a:pt x="10238" y="47"/>
                </a:lnTo>
                <a:moveTo>
                  <a:pt x="10005" y="47"/>
                </a:moveTo>
                <a:lnTo>
                  <a:pt x="10005" y="0"/>
                </a:lnTo>
                <a:lnTo>
                  <a:pt x="10145" y="0"/>
                </a:lnTo>
                <a:lnTo>
                  <a:pt x="10145" y="47"/>
                </a:lnTo>
                <a:lnTo>
                  <a:pt x="10005" y="47"/>
                </a:lnTo>
                <a:moveTo>
                  <a:pt x="9773" y="47"/>
                </a:moveTo>
                <a:lnTo>
                  <a:pt x="9773" y="0"/>
                </a:lnTo>
                <a:lnTo>
                  <a:pt x="9912" y="0"/>
                </a:lnTo>
                <a:lnTo>
                  <a:pt x="9912" y="47"/>
                </a:lnTo>
                <a:lnTo>
                  <a:pt x="9773" y="47"/>
                </a:lnTo>
                <a:moveTo>
                  <a:pt x="9540" y="47"/>
                </a:moveTo>
                <a:lnTo>
                  <a:pt x="9540" y="0"/>
                </a:lnTo>
                <a:lnTo>
                  <a:pt x="9680" y="0"/>
                </a:lnTo>
                <a:lnTo>
                  <a:pt x="9680" y="47"/>
                </a:lnTo>
                <a:lnTo>
                  <a:pt x="9540" y="47"/>
                </a:lnTo>
                <a:moveTo>
                  <a:pt x="9308" y="47"/>
                </a:moveTo>
                <a:lnTo>
                  <a:pt x="9308" y="0"/>
                </a:lnTo>
                <a:lnTo>
                  <a:pt x="9447" y="0"/>
                </a:lnTo>
                <a:lnTo>
                  <a:pt x="9447" y="47"/>
                </a:lnTo>
                <a:lnTo>
                  <a:pt x="9308" y="47"/>
                </a:lnTo>
                <a:moveTo>
                  <a:pt x="9075" y="47"/>
                </a:moveTo>
                <a:lnTo>
                  <a:pt x="9075" y="0"/>
                </a:lnTo>
                <a:lnTo>
                  <a:pt x="9214" y="0"/>
                </a:lnTo>
                <a:lnTo>
                  <a:pt x="9214" y="47"/>
                </a:lnTo>
                <a:lnTo>
                  <a:pt x="9075" y="47"/>
                </a:lnTo>
                <a:moveTo>
                  <a:pt x="8843" y="47"/>
                </a:moveTo>
                <a:lnTo>
                  <a:pt x="8843" y="0"/>
                </a:lnTo>
                <a:lnTo>
                  <a:pt x="8982" y="0"/>
                </a:lnTo>
                <a:lnTo>
                  <a:pt x="8982" y="47"/>
                </a:lnTo>
                <a:lnTo>
                  <a:pt x="8843" y="47"/>
                </a:lnTo>
                <a:moveTo>
                  <a:pt x="8610" y="47"/>
                </a:moveTo>
                <a:lnTo>
                  <a:pt x="8610" y="0"/>
                </a:lnTo>
                <a:lnTo>
                  <a:pt x="8749" y="0"/>
                </a:lnTo>
                <a:lnTo>
                  <a:pt x="8749" y="47"/>
                </a:lnTo>
                <a:lnTo>
                  <a:pt x="8610" y="47"/>
                </a:lnTo>
                <a:moveTo>
                  <a:pt x="8377" y="47"/>
                </a:moveTo>
                <a:lnTo>
                  <a:pt x="8377" y="0"/>
                </a:lnTo>
                <a:lnTo>
                  <a:pt x="8517" y="0"/>
                </a:lnTo>
                <a:lnTo>
                  <a:pt x="8517" y="47"/>
                </a:lnTo>
                <a:lnTo>
                  <a:pt x="8377" y="47"/>
                </a:lnTo>
                <a:moveTo>
                  <a:pt x="8145" y="47"/>
                </a:moveTo>
                <a:lnTo>
                  <a:pt x="8145" y="0"/>
                </a:lnTo>
                <a:lnTo>
                  <a:pt x="8284" y="0"/>
                </a:lnTo>
                <a:lnTo>
                  <a:pt x="8284" y="47"/>
                </a:lnTo>
                <a:lnTo>
                  <a:pt x="8145" y="47"/>
                </a:lnTo>
                <a:moveTo>
                  <a:pt x="7912" y="47"/>
                </a:moveTo>
                <a:lnTo>
                  <a:pt x="7912" y="0"/>
                </a:lnTo>
                <a:lnTo>
                  <a:pt x="8052" y="0"/>
                </a:lnTo>
                <a:lnTo>
                  <a:pt x="8052" y="47"/>
                </a:lnTo>
                <a:lnTo>
                  <a:pt x="7912" y="47"/>
                </a:lnTo>
                <a:moveTo>
                  <a:pt x="7680" y="47"/>
                </a:moveTo>
                <a:lnTo>
                  <a:pt x="7680" y="0"/>
                </a:lnTo>
                <a:lnTo>
                  <a:pt x="7819" y="0"/>
                </a:lnTo>
                <a:lnTo>
                  <a:pt x="7819" y="47"/>
                </a:lnTo>
                <a:lnTo>
                  <a:pt x="7680" y="47"/>
                </a:lnTo>
                <a:moveTo>
                  <a:pt x="7447" y="47"/>
                </a:moveTo>
                <a:lnTo>
                  <a:pt x="7447" y="0"/>
                </a:lnTo>
                <a:lnTo>
                  <a:pt x="7586" y="0"/>
                </a:lnTo>
                <a:lnTo>
                  <a:pt x="7586" y="47"/>
                </a:lnTo>
                <a:lnTo>
                  <a:pt x="7447" y="47"/>
                </a:lnTo>
                <a:moveTo>
                  <a:pt x="7215" y="47"/>
                </a:moveTo>
                <a:lnTo>
                  <a:pt x="7215" y="0"/>
                </a:lnTo>
                <a:lnTo>
                  <a:pt x="7354" y="0"/>
                </a:lnTo>
                <a:lnTo>
                  <a:pt x="7354" y="47"/>
                </a:lnTo>
                <a:lnTo>
                  <a:pt x="7215" y="47"/>
                </a:lnTo>
                <a:moveTo>
                  <a:pt x="6982" y="47"/>
                </a:moveTo>
                <a:lnTo>
                  <a:pt x="6982" y="0"/>
                </a:lnTo>
                <a:lnTo>
                  <a:pt x="7121" y="0"/>
                </a:lnTo>
                <a:lnTo>
                  <a:pt x="7121" y="47"/>
                </a:lnTo>
                <a:lnTo>
                  <a:pt x="6982" y="47"/>
                </a:lnTo>
                <a:moveTo>
                  <a:pt x="6750" y="47"/>
                </a:moveTo>
                <a:lnTo>
                  <a:pt x="6750" y="0"/>
                </a:lnTo>
                <a:lnTo>
                  <a:pt x="6889" y="0"/>
                </a:lnTo>
                <a:lnTo>
                  <a:pt x="6889" y="47"/>
                </a:lnTo>
                <a:lnTo>
                  <a:pt x="6750" y="47"/>
                </a:lnTo>
                <a:moveTo>
                  <a:pt x="6517" y="47"/>
                </a:moveTo>
                <a:lnTo>
                  <a:pt x="6517" y="0"/>
                </a:lnTo>
                <a:lnTo>
                  <a:pt x="6656" y="0"/>
                </a:lnTo>
                <a:lnTo>
                  <a:pt x="6656" y="47"/>
                </a:lnTo>
                <a:lnTo>
                  <a:pt x="6517" y="47"/>
                </a:lnTo>
                <a:moveTo>
                  <a:pt x="6284" y="47"/>
                </a:moveTo>
                <a:lnTo>
                  <a:pt x="6284" y="0"/>
                </a:lnTo>
                <a:lnTo>
                  <a:pt x="6424" y="0"/>
                </a:lnTo>
                <a:lnTo>
                  <a:pt x="6424" y="47"/>
                </a:lnTo>
                <a:lnTo>
                  <a:pt x="6284" y="47"/>
                </a:lnTo>
                <a:moveTo>
                  <a:pt x="6052" y="47"/>
                </a:moveTo>
                <a:lnTo>
                  <a:pt x="6052" y="0"/>
                </a:lnTo>
                <a:lnTo>
                  <a:pt x="6191" y="0"/>
                </a:lnTo>
                <a:lnTo>
                  <a:pt x="6191" y="47"/>
                </a:lnTo>
                <a:lnTo>
                  <a:pt x="6052" y="47"/>
                </a:lnTo>
                <a:moveTo>
                  <a:pt x="5819" y="47"/>
                </a:moveTo>
                <a:lnTo>
                  <a:pt x="5819" y="0"/>
                </a:lnTo>
                <a:lnTo>
                  <a:pt x="5959" y="0"/>
                </a:lnTo>
                <a:lnTo>
                  <a:pt x="5959" y="47"/>
                </a:lnTo>
                <a:lnTo>
                  <a:pt x="5819" y="47"/>
                </a:lnTo>
                <a:moveTo>
                  <a:pt x="5587" y="47"/>
                </a:moveTo>
                <a:lnTo>
                  <a:pt x="5587" y="0"/>
                </a:lnTo>
                <a:lnTo>
                  <a:pt x="5726" y="0"/>
                </a:lnTo>
                <a:lnTo>
                  <a:pt x="5726" y="47"/>
                </a:lnTo>
                <a:lnTo>
                  <a:pt x="5587" y="47"/>
                </a:lnTo>
                <a:moveTo>
                  <a:pt x="5354" y="47"/>
                </a:moveTo>
                <a:lnTo>
                  <a:pt x="5354" y="0"/>
                </a:lnTo>
                <a:lnTo>
                  <a:pt x="5493" y="0"/>
                </a:lnTo>
                <a:lnTo>
                  <a:pt x="5493" y="47"/>
                </a:lnTo>
                <a:lnTo>
                  <a:pt x="5354" y="47"/>
                </a:lnTo>
                <a:moveTo>
                  <a:pt x="5122" y="47"/>
                </a:moveTo>
                <a:lnTo>
                  <a:pt x="5122" y="0"/>
                </a:lnTo>
                <a:lnTo>
                  <a:pt x="5261" y="0"/>
                </a:lnTo>
                <a:lnTo>
                  <a:pt x="5261" y="47"/>
                </a:lnTo>
                <a:lnTo>
                  <a:pt x="5122" y="47"/>
                </a:lnTo>
                <a:moveTo>
                  <a:pt x="4889" y="47"/>
                </a:moveTo>
                <a:lnTo>
                  <a:pt x="4889" y="0"/>
                </a:lnTo>
                <a:lnTo>
                  <a:pt x="5028" y="0"/>
                </a:lnTo>
                <a:lnTo>
                  <a:pt x="5028" y="47"/>
                </a:lnTo>
                <a:lnTo>
                  <a:pt x="4889" y="47"/>
                </a:lnTo>
                <a:moveTo>
                  <a:pt x="4656" y="47"/>
                </a:moveTo>
                <a:lnTo>
                  <a:pt x="4656" y="0"/>
                </a:lnTo>
                <a:lnTo>
                  <a:pt x="4796" y="0"/>
                </a:lnTo>
                <a:lnTo>
                  <a:pt x="4796" y="47"/>
                </a:lnTo>
                <a:lnTo>
                  <a:pt x="4656" y="47"/>
                </a:lnTo>
                <a:moveTo>
                  <a:pt x="4423" y="47"/>
                </a:moveTo>
                <a:lnTo>
                  <a:pt x="4423" y="0"/>
                </a:lnTo>
                <a:lnTo>
                  <a:pt x="4562" y="0"/>
                </a:lnTo>
                <a:lnTo>
                  <a:pt x="4562" y="47"/>
                </a:lnTo>
                <a:lnTo>
                  <a:pt x="4423" y="47"/>
                </a:lnTo>
                <a:moveTo>
                  <a:pt x="4190" y="47"/>
                </a:moveTo>
                <a:lnTo>
                  <a:pt x="4190" y="0"/>
                </a:lnTo>
                <a:lnTo>
                  <a:pt x="4330" y="0"/>
                </a:lnTo>
                <a:lnTo>
                  <a:pt x="4330" y="47"/>
                </a:lnTo>
                <a:lnTo>
                  <a:pt x="4190" y="47"/>
                </a:lnTo>
                <a:moveTo>
                  <a:pt x="3958" y="47"/>
                </a:moveTo>
                <a:lnTo>
                  <a:pt x="3958" y="0"/>
                </a:lnTo>
                <a:lnTo>
                  <a:pt x="4097" y="0"/>
                </a:lnTo>
                <a:lnTo>
                  <a:pt x="4097" y="47"/>
                </a:lnTo>
                <a:lnTo>
                  <a:pt x="3958" y="47"/>
                </a:lnTo>
                <a:moveTo>
                  <a:pt x="3725" y="47"/>
                </a:moveTo>
                <a:lnTo>
                  <a:pt x="3725" y="0"/>
                </a:lnTo>
                <a:lnTo>
                  <a:pt x="3864" y="0"/>
                </a:lnTo>
                <a:lnTo>
                  <a:pt x="3864" y="47"/>
                </a:lnTo>
                <a:lnTo>
                  <a:pt x="3725" y="47"/>
                </a:lnTo>
                <a:moveTo>
                  <a:pt x="3493" y="47"/>
                </a:moveTo>
                <a:lnTo>
                  <a:pt x="3493" y="0"/>
                </a:lnTo>
                <a:lnTo>
                  <a:pt x="3632" y="0"/>
                </a:lnTo>
                <a:lnTo>
                  <a:pt x="3632" y="47"/>
                </a:lnTo>
                <a:lnTo>
                  <a:pt x="3493" y="47"/>
                </a:lnTo>
                <a:moveTo>
                  <a:pt x="3260" y="47"/>
                </a:moveTo>
                <a:lnTo>
                  <a:pt x="3260" y="0"/>
                </a:lnTo>
                <a:lnTo>
                  <a:pt x="3399" y="0"/>
                </a:lnTo>
                <a:lnTo>
                  <a:pt x="3399" y="47"/>
                </a:lnTo>
                <a:lnTo>
                  <a:pt x="3260" y="47"/>
                </a:lnTo>
                <a:moveTo>
                  <a:pt x="3027" y="47"/>
                </a:moveTo>
                <a:lnTo>
                  <a:pt x="3027" y="0"/>
                </a:lnTo>
                <a:lnTo>
                  <a:pt x="3167" y="0"/>
                </a:lnTo>
                <a:lnTo>
                  <a:pt x="3167" y="47"/>
                </a:lnTo>
                <a:lnTo>
                  <a:pt x="3027" y="47"/>
                </a:lnTo>
                <a:moveTo>
                  <a:pt x="2795" y="47"/>
                </a:moveTo>
                <a:lnTo>
                  <a:pt x="2795" y="0"/>
                </a:lnTo>
                <a:lnTo>
                  <a:pt x="2934" y="0"/>
                </a:lnTo>
                <a:lnTo>
                  <a:pt x="2934" y="47"/>
                </a:lnTo>
                <a:lnTo>
                  <a:pt x="2795" y="47"/>
                </a:lnTo>
                <a:moveTo>
                  <a:pt x="2562" y="47"/>
                </a:moveTo>
                <a:lnTo>
                  <a:pt x="2562" y="0"/>
                </a:lnTo>
                <a:lnTo>
                  <a:pt x="2702" y="0"/>
                </a:lnTo>
                <a:lnTo>
                  <a:pt x="2702" y="47"/>
                </a:lnTo>
                <a:lnTo>
                  <a:pt x="2562" y="47"/>
                </a:lnTo>
                <a:moveTo>
                  <a:pt x="2330" y="47"/>
                </a:moveTo>
                <a:lnTo>
                  <a:pt x="2330" y="0"/>
                </a:lnTo>
                <a:lnTo>
                  <a:pt x="2469" y="0"/>
                </a:lnTo>
                <a:lnTo>
                  <a:pt x="2469" y="47"/>
                </a:lnTo>
                <a:lnTo>
                  <a:pt x="2330" y="47"/>
                </a:lnTo>
                <a:moveTo>
                  <a:pt x="2097" y="47"/>
                </a:moveTo>
                <a:lnTo>
                  <a:pt x="2097" y="0"/>
                </a:lnTo>
                <a:lnTo>
                  <a:pt x="2236" y="0"/>
                </a:lnTo>
                <a:lnTo>
                  <a:pt x="2236" y="47"/>
                </a:lnTo>
                <a:lnTo>
                  <a:pt x="2097" y="47"/>
                </a:lnTo>
                <a:moveTo>
                  <a:pt x="1865" y="47"/>
                </a:moveTo>
                <a:lnTo>
                  <a:pt x="1865" y="0"/>
                </a:lnTo>
                <a:lnTo>
                  <a:pt x="2004" y="0"/>
                </a:lnTo>
                <a:lnTo>
                  <a:pt x="2004" y="47"/>
                </a:lnTo>
                <a:lnTo>
                  <a:pt x="1865" y="47"/>
                </a:lnTo>
                <a:moveTo>
                  <a:pt x="1632" y="47"/>
                </a:moveTo>
                <a:lnTo>
                  <a:pt x="1632" y="0"/>
                </a:lnTo>
                <a:lnTo>
                  <a:pt x="1771" y="0"/>
                </a:lnTo>
                <a:lnTo>
                  <a:pt x="1771" y="47"/>
                </a:lnTo>
                <a:lnTo>
                  <a:pt x="1632" y="47"/>
                </a:lnTo>
                <a:moveTo>
                  <a:pt x="1400" y="47"/>
                </a:moveTo>
                <a:lnTo>
                  <a:pt x="1400" y="0"/>
                </a:lnTo>
                <a:lnTo>
                  <a:pt x="1539" y="0"/>
                </a:lnTo>
                <a:lnTo>
                  <a:pt x="1539" y="47"/>
                </a:lnTo>
                <a:lnTo>
                  <a:pt x="1400" y="47"/>
                </a:lnTo>
                <a:moveTo>
                  <a:pt x="1167" y="47"/>
                </a:moveTo>
                <a:lnTo>
                  <a:pt x="1167" y="0"/>
                </a:lnTo>
                <a:lnTo>
                  <a:pt x="1306" y="0"/>
                </a:lnTo>
                <a:lnTo>
                  <a:pt x="1306" y="47"/>
                </a:lnTo>
                <a:lnTo>
                  <a:pt x="1167" y="47"/>
                </a:lnTo>
                <a:moveTo>
                  <a:pt x="934" y="47"/>
                </a:moveTo>
                <a:lnTo>
                  <a:pt x="934" y="0"/>
                </a:lnTo>
                <a:lnTo>
                  <a:pt x="1074" y="0"/>
                </a:lnTo>
                <a:lnTo>
                  <a:pt x="1074" y="47"/>
                </a:lnTo>
                <a:lnTo>
                  <a:pt x="934" y="47"/>
                </a:lnTo>
                <a:moveTo>
                  <a:pt x="702" y="47"/>
                </a:moveTo>
                <a:lnTo>
                  <a:pt x="702" y="0"/>
                </a:lnTo>
                <a:lnTo>
                  <a:pt x="841" y="0"/>
                </a:lnTo>
                <a:lnTo>
                  <a:pt x="841" y="47"/>
                </a:lnTo>
                <a:lnTo>
                  <a:pt x="702" y="47"/>
                </a:lnTo>
                <a:moveTo>
                  <a:pt x="469" y="47"/>
                </a:moveTo>
                <a:lnTo>
                  <a:pt x="469" y="0"/>
                </a:lnTo>
                <a:lnTo>
                  <a:pt x="609" y="0"/>
                </a:lnTo>
                <a:lnTo>
                  <a:pt x="609" y="47"/>
                </a:lnTo>
                <a:lnTo>
                  <a:pt x="469" y="47"/>
                </a:lnTo>
                <a:moveTo>
                  <a:pt x="237" y="47"/>
                </a:moveTo>
                <a:cubicBezTo>
                  <a:pt x="234" y="47"/>
                  <a:pt x="231" y="47"/>
                  <a:pt x="229" y="47"/>
                </a:cubicBezTo>
                <a:lnTo>
                  <a:pt x="227" y="0"/>
                </a:lnTo>
                <a:cubicBezTo>
                  <a:pt x="230" y="0"/>
                  <a:pt x="234" y="0"/>
                  <a:pt x="237" y="0"/>
                </a:cubicBezTo>
                <a:lnTo>
                  <a:pt x="376" y="0"/>
                </a:lnTo>
                <a:lnTo>
                  <a:pt x="376" y="47"/>
                </a:lnTo>
                <a:lnTo>
                  <a:pt x="237" y="47"/>
                </a:lnTo>
                <a:moveTo>
                  <a:pt x="121" y="70"/>
                </a:moveTo>
                <a:cubicBezTo>
                  <a:pt x="88" y="84"/>
                  <a:pt x="58" y="103"/>
                  <a:pt x="31" y="128"/>
                </a:cubicBezTo>
                <a:lnTo>
                  <a:pt x="0" y="94"/>
                </a:lnTo>
                <a:cubicBezTo>
                  <a:pt x="30" y="65"/>
                  <a:pt x="65" y="42"/>
                  <a:pt x="103" y="26"/>
                </a:cubicBezTo>
                <a:cubicBezTo>
                  <a:pt x="112" y="23"/>
                  <a:pt x="120" y="20"/>
                  <a:pt x="129" y="17"/>
                </a:cubicBezTo>
                <a:lnTo>
                  <a:pt x="143" y="62"/>
                </a:lnTo>
                <a:cubicBezTo>
                  <a:pt x="136" y="64"/>
                  <a:pt x="129" y="67"/>
                  <a:pt x="121" y="70"/>
                </a:cubicBezTo>
                <a:close/>
              </a:path>
            </a:pathLst>
          </a:custGeom>
          <a:solidFill>
            <a:srgbClr val="4CD1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60" name="任意多邊形 1359"/>
          <p:cNvSpPr/>
          <p:nvPr/>
        </p:nvSpPr>
        <p:spPr>
          <a:xfrm>
            <a:off x="5526720" y="5307840"/>
            <a:ext cx="4785840" cy="48960"/>
          </a:xfrm>
          <a:custGeom>
            <a:avLst/>
            <a:gdLst/>
            <a:ahLst/>
            <a:cxnLst/>
            <a:rect l="0" t="0" r="r" b="b"/>
            <a:pathLst>
              <a:path w="13294" h="136">
                <a:moveTo>
                  <a:pt x="33" y="0"/>
                </a:moveTo>
                <a:cubicBezTo>
                  <a:pt x="44" y="11"/>
                  <a:pt x="56" y="21"/>
                  <a:pt x="68" y="30"/>
                </a:cubicBezTo>
                <a:lnTo>
                  <a:pt x="40" y="68"/>
                </a:lnTo>
                <a:cubicBezTo>
                  <a:pt x="26" y="57"/>
                  <a:pt x="13" y="46"/>
                  <a:pt x="0" y="33"/>
                </a:cubicBezTo>
                <a:lnTo>
                  <a:pt x="33" y="0"/>
                </a:lnTo>
                <a:moveTo>
                  <a:pt x="247" y="90"/>
                </a:moveTo>
                <a:lnTo>
                  <a:pt x="274" y="90"/>
                </a:lnTo>
                <a:lnTo>
                  <a:pt x="274" y="136"/>
                </a:lnTo>
                <a:lnTo>
                  <a:pt x="247" y="136"/>
                </a:lnTo>
                <a:cubicBezTo>
                  <a:pt x="206" y="136"/>
                  <a:pt x="167" y="129"/>
                  <a:pt x="129" y="115"/>
                </a:cubicBezTo>
                <a:lnTo>
                  <a:pt x="144" y="72"/>
                </a:lnTo>
                <a:cubicBezTo>
                  <a:pt x="177" y="84"/>
                  <a:pt x="211" y="90"/>
                  <a:pt x="247" y="90"/>
                </a:cubicBezTo>
                <a:moveTo>
                  <a:pt x="506" y="90"/>
                </a:moveTo>
                <a:lnTo>
                  <a:pt x="506" y="136"/>
                </a:lnTo>
                <a:lnTo>
                  <a:pt x="367" y="136"/>
                </a:lnTo>
                <a:lnTo>
                  <a:pt x="367" y="90"/>
                </a:lnTo>
                <a:lnTo>
                  <a:pt x="506" y="90"/>
                </a:lnTo>
                <a:moveTo>
                  <a:pt x="739" y="90"/>
                </a:moveTo>
                <a:lnTo>
                  <a:pt x="739" y="136"/>
                </a:lnTo>
                <a:lnTo>
                  <a:pt x="600" y="136"/>
                </a:lnTo>
                <a:lnTo>
                  <a:pt x="600" y="90"/>
                </a:lnTo>
                <a:lnTo>
                  <a:pt x="739" y="90"/>
                </a:lnTo>
                <a:moveTo>
                  <a:pt x="971" y="90"/>
                </a:moveTo>
                <a:lnTo>
                  <a:pt x="971" y="136"/>
                </a:lnTo>
                <a:lnTo>
                  <a:pt x="832" y="136"/>
                </a:lnTo>
                <a:lnTo>
                  <a:pt x="832" y="90"/>
                </a:lnTo>
                <a:lnTo>
                  <a:pt x="971" y="90"/>
                </a:lnTo>
                <a:moveTo>
                  <a:pt x="1204" y="90"/>
                </a:moveTo>
                <a:lnTo>
                  <a:pt x="1204" y="136"/>
                </a:lnTo>
                <a:lnTo>
                  <a:pt x="1065" y="136"/>
                </a:lnTo>
                <a:lnTo>
                  <a:pt x="1065" y="90"/>
                </a:lnTo>
                <a:lnTo>
                  <a:pt x="1204" y="90"/>
                </a:lnTo>
                <a:moveTo>
                  <a:pt x="1437" y="90"/>
                </a:moveTo>
                <a:lnTo>
                  <a:pt x="1437" y="136"/>
                </a:lnTo>
                <a:lnTo>
                  <a:pt x="1297" y="136"/>
                </a:lnTo>
                <a:lnTo>
                  <a:pt x="1297" y="90"/>
                </a:lnTo>
                <a:lnTo>
                  <a:pt x="1437" y="90"/>
                </a:lnTo>
                <a:moveTo>
                  <a:pt x="1669" y="90"/>
                </a:moveTo>
                <a:lnTo>
                  <a:pt x="1669" y="136"/>
                </a:lnTo>
                <a:lnTo>
                  <a:pt x="1530" y="136"/>
                </a:lnTo>
                <a:lnTo>
                  <a:pt x="1530" y="90"/>
                </a:lnTo>
                <a:lnTo>
                  <a:pt x="1669" y="90"/>
                </a:lnTo>
                <a:moveTo>
                  <a:pt x="1902" y="90"/>
                </a:moveTo>
                <a:lnTo>
                  <a:pt x="1902" y="136"/>
                </a:lnTo>
                <a:lnTo>
                  <a:pt x="1762" y="136"/>
                </a:lnTo>
                <a:lnTo>
                  <a:pt x="1762" y="90"/>
                </a:lnTo>
                <a:lnTo>
                  <a:pt x="1902" y="90"/>
                </a:lnTo>
                <a:moveTo>
                  <a:pt x="2134" y="90"/>
                </a:moveTo>
                <a:lnTo>
                  <a:pt x="2134" y="136"/>
                </a:lnTo>
                <a:lnTo>
                  <a:pt x="1995" y="136"/>
                </a:lnTo>
                <a:lnTo>
                  <a:pt x="1995" y="90"/>
                </a:lnTo>
                <a:lnTo>
                  <a:pt x="2134" y="90"/>
                </a:lnTo>
                <a:moveTo>
                  <a:pt x="2367" y="90"/>
                </a:moveTo>
                <a:lnTo>
                  <a:pt x="2367" y="136"/>
                </a:lnTo>
                <a:lnTo>
                  <a:pt x="2228" y="136"/>
                </a:lnTo>
                <a:lnTo>
                  <a:pt x="2228" y="90"/>
                </a:lnTo>
                <a:lnTo>
                  <a:pt x="2367" y="90"/>
                </a:lnTo>
                <a:moveTo>
                  <a:pt x="2599" y="90"/>
                </a:moveTo>
                <a:lnTo>
                  <a:pt x="2599" y="136"/>
                </a:lnTo>
                <a:lnTo>
                  <a:pt x="2460" y="136"/>
                </a:lnTo>
                <a:lnTo>
                  <a:pt x="2460" y="90"/>
                </a:lnTo>
                <a:lnTo>
                  <a:pt x="2599" y="90"/>
                </a:lnTo>
                <a:moveTo>
                  <a:pt x="2832" y="90"/>
                </a:moveTo>
                <a:lnTo>
                  <a:pt x="2832" y="136"/>
                </a:lnTo>
                <a:lnTo>
                  <a:pt x="2693" y="136"/>
                </a:lnTo>
                <a:lnTo>
                  <a:pt x="2693" y="90"/>
                </a:lnTo>
                <a:lnTo>
                  <a:pt x="2832" y="90"/>
                </a:lnTo>
                <a:moveTo>
                  <a:pt x="3065" y="90"/>
                </a:moveTo>
                <a:lnTo>
                  <a:pt x="3065" y="136"/>
                </a:lnTo>
                <a:lnTo>
                  <a:pt x="2925" y="136"/>
                </a:lnTo>
                <a:lnTo>
                  <a:pt x="2925" y="90"/>
                </a:lnTo>
                <a:lnTo>
                  <a:pt x="3065" y="90"/>
                </a:lnTo>
                <a:moveTo>
                  <a:pt x="3297" y="90"/>
                </a:moveTo>
                <a:lnTo>
                  <a:pt x="3297" y="136"/>
                </a:lnTo>
                <a:lnTo>
                  <a:pt x="3158" y="136"/>
                </a:lnTo>
                <a:lnTo>
                  <a:pt x="3158" y="90"/>
                </a:lnTo>
                <a:lnTo>
                  <a:pt x="3297" y="90"/>
                </a:lnTo>
                <a:moveTo>
                  <a:pt x="3530" y="90"/>
                </a:moveTo>
                <a:lnTo>
                  <a:pt x="3530" y="136"/>
                </a:lnTo>
                <a:lnTo>
                  <a:pt x="3390" y="136"/>
                </a:lnTo>
                <a:lnTo>
                  <a:pt x="3390" y="90"/>
                </a:lnTo>
                <a:lnTo>
                  <a:pt x="3530" y="90"/>
                </a:lnTo>
                <a:moveTo>
                  <a:pt x="3762" y="90"/>
                </a:moveTo>
                <a:lnTo>
                  <a:pt x="3762" y="136"/>
                </a:lnTo>
                <a:lnTo>
                  <a:pt x="3623" y="136"/>
                </a:lnTo>
                <a:lnTo>
                  <a:pt x="3623" y="90"/>
                </a:lnTo>
                <a:lnTo>
                  <a:pt x="3762" y="90"/>
                </a:lnTo>
                <a:moveTo>
                  <a:pt x="3995" y="90"/>
                </a:moveTo>
                <a:lnTo>
                  <a:pt x="3995" y="136"/>
                </a:lnTo>
                <a:lnTo>
                  <a:pt x="3856" y="136"/>
                </a:lnTo>
                <a:lnTo>
                  <a:pt x="3856" y="90"/>
                </a:lnTo>
                <a:lnTo>
                  <a:pt x="3995" y="90"/>
                </a:lnTo>
                <a:moveTo>
                  <a:pt x="4227" y="90"/>
                </a:moveTo>
                <a:lnTo>
                  <a:pt x="4227" y="136"/>
                </a:lnTo>
                <a:lnTo>
                  <a:pt x="4088" y="136"/>
                </a:lnTo>
                <a:lnTo>
                  <a:pt x="4088" y="90"/>
                </a:lnTo>
                <a:lnTo>
                  <a:pt x="4227" y="90"/>
                </a:lnTo>
                <a:moveTo>
                  <a:pt x="4460" y="90"/>
                </a:moveTo>
                <a:lnTo>
                  <a:pt x="4460" y="136"/>
                </a:lnTo>
                <a:lnTo>
                  <a:pt x="4321" y="136"/>
                </a:lnTo>
                <a:lnTo>
                  <a:pt x="4321" y="90"/>
                </a:lnTo>
                <a:lnTo>
                  <a:pt x="4460" y="90"/>
                </a:lnTo>
                <a:moveTo>
                  <a:pt x="4694" y="90"/>
                </a:moveTo>
                <a:lnTo>
                  <a:pt x="4694" y="136"/>
                </a:lnTo>
                <a:lnTo>
                  <a:pt x="4553" y="136"/>
                </a:lnTo>
                <a:lnTo>
                  <a:pt x="4553" y="90"/>
                </a:lnTo>
                <a:lnTo>
                  <a:pt x="4694" y="90"/>
                </a:lnTo>
                <a:moveTo>
                  <a:pt x="4926" y="90"/>
                </a:moveTo>
                <a:lnTo>
                  <a:pt x="4926" y="136"/>
                </a:lnTo>
                <a:lnTo>
                  <a:pt x="4787" y="136"/>
                </a:lnTo>
                <a:lnTo>
                  <a:pt x="4787" y="90"/>
                </a:lnTo>
                <a:lnTo>
                  <a:pt x="4926" y="90"/>
                </a:lnTo>
                <a:moveTo>
                  <a:pt x="5159" y="90"/>
                </a:moveTo>
                <a:lnTo>
                  <a:pt x="5159" y="136"/>
                </a:lnTo>
                <a:lnTo>
                  <a:pt x="5019" y="136"/>
                </a:lnTo>
                <a:lnTo>
                  <a:pt x="5019" y="90"/>
                </a:lnTo>
                <a:lnTo>
                  <a:pt x="5159" y="90"/>
                </a:lnTo>
                <a:moveTo>
                  <a:pt x="5391" y="90"/>
                </a:moveTo>
                <a:lnTo>
                  <a:pt x="5391" y="136"/>
                </a:lnTo>
                <a:lnTo>
                  <a:pt x="5252" y="136"/>
                </a:lnTo>
                <a:lnTo>
                  <a:pt x="5252" y="90"/>
                </a:lnTo>
                <a:lnTo>
                  <a:pt x="5391" y="90"/>
                </a:lnTo>
                <a:moveTo>
                  <a:pt x="5624" y="90"/>
                </a:moveTo>
                <a:lnTo>
                  <a:pt x="5624" y="136"/>
                </a:lnTo>
                <a:lnTo>
                  <a:pt x="5485" y="136"/>
                </a:lnTo>
                <a:lnTo>
                  <a:pt x="5485" y="90"/>
                </a:lnTo>
                <a:lnTo>
                  <a:pt x="5624" y="90"/>
                </a:lnTo>
                <a:moveTo>
                  <a:pt x="5856" y="90"/>
                </a:moveTo>
                <a:lnTo>
                  <a:pt x="5856" y="136"/>
                </a:lnTo>
                <a:lnTo>
                  <a:pt x="5717" y="136"/>
                </a:lnTo>
                <a:lnTo>
                  <a:pt x="5717" y="90"/>
                </a:lnTo>
                <a:lnTo>
                  <a:pt x="5856" y="90"/>
                </a:lnTo>
                <a:moveTo>
                  <a:pt x="6089" y="90"/>
                </a:moveTo>
                <a:lnTo>
                  <a:pt x="6089" y="136"/>
                </a:lnTo>
                <a:lnTo>
                  <a:pt x="5950" y="136"/>
                </a:lnTo>
                <a:lnTo>
                  <a:pt x="5950" y="90"/>
                </a:lnTo>
                <a:lnTo>
                  <a:pt x="6089" y="90"/>
                </a:lnTo>
                <a:moveTo>
                  <a:pt x="6321" y="90"/>
                </a:moveTo>
                <a:lnTo>
                  <a:pt x="6321" y="136"/>
                </a:lnTo>
                <a:lnTo>
                  <a:pt x="6182" y="136"/>
                </a:lnTo>
                <a:lnTo>
                  <a:pt x="6182" y="90"/>
                </a:lnTo>
                <a:lnTo>
                  <a:pt x="6321" y="90"/>
                </a:lnTo>
                <a:moveTo>
                  <a:pt x="6554" y="90"/>
                </a:moveTo>
                <a:lnTo>
                  <a:pt x="6554" y="136"/>
                </a:lnTo>
                <a:lnTo>
                  <a:pt x="6415" y="136"/>
                </a:lnTo>
                <a:lnTo>
                  <a:pt x="6415" y="90"/>
                </a:lnTo>
                <a:lnTo>
                  <a:pt x="6554" y="90"/>
                </a:lnTo>
                <a:moveTo>
                  <a:pt x="6787" y="90"/>
                </a:moveTo>
                <a:lnTo>
                  <a:pt x="6787" y="136"/>
                </a:lnTo>
                <a:lnTo>
                  <a:pt x="6647" y="136"/>
                </a:lnTo>
                <a:lnTo>
                  <a:pt x="6647" y="90"/>
                </a:lnTo>
                <a:lnTo>
                  <a:pt x="6787" y="90"/>
                </a:lnTo>
                <a:moveTo>
                  <a:pt x="7019" y="90"/>
                </a:moveTo>
                <a:lnTo>
                  <a:pt x="7019" y="136"/>
                </a:lnTo>
                <a:lnTo>
                  <a:pt x="6880" y="136"/>
                </a:lnTo>
                <a:lnTo>
                  <a:pt x="6880" y="90"/>
                </a:lnTo>
                <a:lnTo>
                  <a:pt x="7019" y="90"/>
                </a:lnTo>
                <a:moveTo>
                  <a:pt x="7252" y="90"/>
                </a:moveTo>
                <a:lnTo>
                  <a:pt x="7252" y="136"/>
                </a:lnTo>
                <a:lnTo>
                  <a:pt x="7112" y="136"/>
                </a:lnTo>
                <a:lnTo>
                  <a:pt x="7112" y="90"/>
                </a:lnTo>
                <a:lnTo>
                  <a:pt x="7252" y="90"/>
                </a:lnTo>
                <a:moveTo>
                  <a:pt x="7484" y="90"/>
                </a:moveTo>
                <a:lnTo>
                  <a:pt x="7484" y="136"/>
                </a:lnTo>
                <a:lnTo>
                  <a:pt x="7345" y="136"/>
                </a:lnTo>
                <a:lnTo>
                  <a:pt x="7345" y="90"/>
                </a:lnTo>
                <a:lnTo>
                  <a:pt x="7484" y="90"/>
                </a:lnTo>
                <a:moveTo>
                  <a:pt x="7717" y="90"/>
                </a:moveTo>
                <a:lnTo>
                  <a:pt x="7717" y="136"/>
                </a:lnTo>
                <a:lnTo>
                  <a:pt x="7578" y="136"/>
                </a:lnTo>
                <a:lnTo>
                  <a:pt x="7578" y="90"/>
                </a:lnTo>
                <a:lnTo>
                  <a:pt x="7717" y="90"/>
                </a:lnTo>
                <a:moveTo>
                  <a:pt x="7949" y="90"/>
                </a:moveTo>
                <a:lnTo>
                  <a:pt x="7949" y="136"/>
                </a:lnTo>
                <a:lnTo>
                  <a:pt x="7810" y="136"/>
                </a:lnTo>
                <a:lnTo>
                  <a:pt x="7810" y="90"/>
                </a:lnTo>
                <a:lnTo>
                  <a:pt x="7949" y="90"/>
                </a:lnTo>
                <a:moveTo>
                  <a:pt x="8182" y="90"/>
                </a:moveTo>
                <a:lnTo>
                  <a:pt x="8182" y="136"/>
                </a:lnTo>
                <a:lnTo>
                  <a:pt x="8043" y="136"/>
                </a:lnTo>
                <a:lnTo>
                  <a:pt x="8043" y="90"/>
                </a:lnTo>
                <a:lnTo>
                  <a:pt x="8182" y="90"/>
                </a:lnTo>
                <a:moveTo>
                  <a:pt x="8415" y="90"/>
                </a:moveTo>
                <a:lnTo>
                  <a:pt x="8415" y="136"/>
                </a:lnTo>
                <a:lnTo>
                  <a:pt x="8275" y="136"/>
                </a:lnTo>
                <a:lnTo>
                  <a:pt x="8275" y="90"/>
                </a:lnTo>
                <a:lnTo>
                  <a:pt x="8415" y="90"/>
                </a:lnTo>
                <a:moveTo>
                  <a:pt x="8647" y="90"/>
                </a:moveTo>
                <a:lnTo>
                  <a:pt x="8647" y="136"/>
                </a:lnTo>
                <a:lnTo>
                  <a:pt x="8508" y="136"/>
                </a:lnTo>
                <a:lnTo>
                  <a:pt x="8508" y="90"/>
                </a:lnTo>
                <a:lnTo>
                  <a:pt x="8647" y="90"/>
                </a:lnTo>
                <a:moveTo>
                  <a:pt x="8880" y="90"/>
                </a:moveTo>
                <a:lnTo>
                  <a:pt x="8880" y="136"/>
                </a:lnTo>
                <a:lnTo>
                  <a:pt x="8740" y="136"/>
                </a:lnTo>
                <a:lnTo>
                  <a:pt x="8740" y="90"/>
                </a:lnTo>
                <a:lnTo>
                  <a:pt x="8880" y="90"/>
                </a:lnTo>
                <a:moveTo>
                  <a:pt x="9112" y="90"/>
                </a:moveTo>
                <a:lnTo>
                  <a:pt x="9112" y="136"/>
                </a:lnTo>
                <a:lnTo>
                  <a:pt x="8973" y="136"/>
                </a:lnTo>
                <a:lnTo>
                  <a:pt x="8973" y="90"/>
                </a:lnTo>
                <a:lnTo>
                  <a:pt x="9112" y="90"/>
                </a:lnTo>
                <a:moveTo>
                  <a:pt x="9345" y="90"/>
                </a:moveTo>
                <a:lnTo>
                  <a:pt x="9345" y="136"/>
                </a:lnTo>
                <a:lnTo>
                  <a:pt x="9206" y="136"/>
                </a:lnTo>
                <a:lnTo>
                  <a:pt x="9206" y="90"/>
                </a:lnTo>
                <a:lnTo>
                  <a:pt x="9345" y="90"/>
                </a:lnTo>
                <a:moveTo>
                  <a:pt x="9577" y="90"/>
                </a:moveTo>
                <a:lnTo>
                  <a:pt x="9577" y="136"/>
                </a:lnTo>
                <a:lnTo>
                  <a:pt x="9438" y="136"/>
                </a:lnTo>
                <a:lnTo>
                  <a:pt x="9438" y="90"/>
                </a:lnTo>
                <a:lnTo>
                  <a:pt x="9577" y="90"/>
                </a:lnTo>
                <a:moveTo>
                  <a:pt x="9810" y="90"/>
                </a:moveTo>
                <a:lnTo>
                  <a:pt x="9810" y="136"/>
                </a:lnTo>
                <a:lnTo>
                  <a:pt x="9671" y="136"/>
                </a:lnTo>
                <a:lnTo>
                  <a:pt x="9671" y="90"/>
                </a:lnTo>
                <a:lnTo>
                  <a:pt x="9810" y="90"/>
                </a:lnTo>
                <a:moveTo>
                  <a:pt x="10043" y="90"/>
                </a:moveTo>
                <a:lnTo>
                  <a:pt x="10043" y="136"/>
                </a:lnTo>
                <a:lnTo>
                  <a:pt x="9903" y="136"/>
                </a:lnTo>
                <a:lnTo>
                  <a:pt x="9903" y="90"/>
                </a:lnTo>
                <a:lnTo>
                  <a:pt x="10043" y="90"/>
                </a:lnTo>
                <a:moveTo>
                  <a:pt x="10275" y="90"/>
                </a:moveTo>
                <a:lnTo>
                  <a:pt x="10275" y="136"/>
                </a:lnTo>
                <a:lnTo>
                  <a:pt x="10136" y="136"/>
                </a:lnTo>
                <a:lnTo>
                  <a:pt x="10136" y="90"/>
                </a:lnTo>
                <a:lnTo>
                  <a:pt x="10275" y="90"/>
                </a:lnTo>
                <a:moveTo>
                  <a:pt x="10508" y="90"/>
                </a:moveTo>
                <a:lnTo>
                  <a:pt x="10508" y="136"/>
                </a:lnTo>
                <a:lnTo>
                  <a:pt x="10368" y="136"/>
                </a:lnTo>
                <a:lnTo>
                  <a:pt x="10368" y="90"/>
                </a:lnTo>
                <a:lnTo>
                  <a:pt x="10508" y="90"/>
                </a:lnTo>
                <a:moveTo>
                  <a:pt x="10740" y="90"/>
                </a:moveTo>
                <a:lnTo>
                  <a:pt x="10740" y="136"/>
                </a:lnTo>
                <a:lnTo>
                  <a:pt x="10601" y="136"/>
                </a:lnTo>
                <a:lnTo>
                  <a:pt x="10601" y="90"/>
                </a:lnTo>
                <a:lnTo>
                  <a:pt x="10740" y="90"/>
                </a:lnTo>
                <a:moveTo>
                  <a:pt x="10973" y="90"/>
                </a:moveTo>
                <a:lnTo>
                  <a:pt x="10973" y="136"/>
                </a:lnTo>
                <a:lnTo>
                  <a:pt x="10834" y="136"/>
                </a:lnTo>
                <a:lnTo>
                  <a:pt x="10834" y="90"/>
                </a:lnTo>
                <a:lnTo>
                  <a:pt x="10973" y="90"/>
                </a:lnTo>
                <a:moveTo>
                  <a:pt x="11205" y="90"/>
                </a:moveTo>
                <a:lnTo>
                  <a:pt x="11205" y="136"/>
                </a:lnTo>
                <a:lnTo>
                  <a:pt x="11066" y="136"/>
                </a:lnTo>
                <a:lnTo>
                  <a:pt x="11066" y="90"/>
                </a:lnTo>
                <a:lnTo>
                  <a:pt x="11205" y="90"/>
                </a:lnTo>
                <a:moveTo>
                  <a:pt x="11438" y="90"/>
                </a:moveTo>
                <a:lnTo>
                  <a:pt x="11438" y="136"/>
                </a:lnTo>
                <a:lnTo>
                  <a:pt x="11299" y="136"/>
                </a:lnTo>
                <a:lnTo>
                  <a:pt x="11299" y="90"/>
                </a:lnTo>
                <a:lnTo>
                  <a:pt x="11438" y="90"/>
                </a:lnTo>
                <a:moveTo>
                  <a:pt x="11670" y="90"/>
                </a:moveTo>
                <a:lnTo>
                  <a:pt x="11670" y="136"/>
                </a:lnTo>
                <a:lnTo>
                  <a:pt x="11531" y="136"/>
                </a:lnTo>
                <a:lnTo>
                  <a:pt x="11531" y="90"/>
                </a:lnTo>
                <a:lnTo>
                  <a:pt x="11670" y="90"/>
                </a:lnTo>
                <a:moveTo>
                  <a:pt x="11903" y="90"/>
                </a:moveTo>
                <a:lnTo>
                  <a:pt x="11903" y="136"/>
                </a:lnTo>
                <a:lnTo>
                  <a:pt x="11764" y="136"/>
                </a:lnTo>
                <a:lnTo>
                  <a:pt x="11764" y="90"/>
                </a:lnTo>
                <a:lnTo>
                  <a:pt x="11903" y="90"/>
                </a:lnTo>
                <a:moveTo>
                  <a:pt x="12136" y="90"/>
                </a:moveTo>
                <a:lnTo>
                  <a:pt x="12136" y="136"/>
                </a:lnTo>
                <a:lnTo>
                  <a:pt x="11996" y="136"/>
                </a:lnTo>
                <a:lnTo>
                  <a:pt x="11996" y="90"/>
                </a:lnTo>
                <a:lnTo>
                  <a:pt x="12136" y="90"/>
                </a:lnTo>
                <a:moveTo>
                  <a:pt x="12368" y="90"/>
                </a:moveTo>
                <a:lnTo>
                  <a:pt x="12368" y="136"/>
                </a:lnTo>
                <a:lnTo>
                  <a:pt x="12229" y="136"/>
                </a:lnTo>
                <a:lnTo>
                  <a:pt x="12229" y="90"/>
                </a:lnTo>
                <a:lnTo>
                  <a:pt x="12368" y="90"/>
                </a:lnTo>
                <a:moveTo>
                  <a:pt x="12601" y="90"/>
                </a:moveTo>
                <a:lnTo>
                  <a:pt x="12601" y="136"/>
                </a:lnTo>
                <a:lnTo>
                  <a:pt x="12461" y="136"/>
                </a:lnTo>
                <a:lnTo>
                  <a:pt x="12461" y="90"/>
                </a:lnTo>
                <a:lnTo>
                  <a:pt x="12601" y="90"/>
                </a:lnTo>
                <a:moveTo>
                  <a:pt x="12833" y="90"/>
                </a:moveTo>
                <a:lnTo>
                  <a:pt x="12833" y="136"/>
                </a:lnTo>
                <a:lnTo>
                  <a:pt x="12694" y="136"/>
                </a:lnTo>
                <a:lnTo>
                  <a:pt x="12694" y="90"/>
                </a:lnTo>
                <a:lnTo>
                  <a:pt x="12833" y="90"/>
                </a:lnTo>
                <a:moveTo>
                  <a:pt x="13061" y="90"/>
                </a:moveTo>
                <a:cubicBezTo>
                  <a:pt x="13063" y="90"/>
                  <a:pt x="13064" y="90"/>
                  <a:pt x="13065" y="90"/>
                </a:cubicBezTo>
                <a:lnTo>
                  <a:pt x="13066" y="136"/>
                </a:lnTo>
                <a:cubicBezTo>
                  <a:pt x="13064" y="136"/>
                  <a:pt x="13063" y="136"/>
                  <a:pt x="13061" y="136"/>
                </a:cubicBezTo>
                <a:lnTo>
                  <a:pt x="12927" y="136"/>
                </a:lnTo>
                <a:lnTo>
                  <a:pt x="12927" y="90"/>
                </a:lnTo>
                <a:lnTo>
                  <a:pt x="13061" y="90"/>
                </a:lnTo>
                <a:moveTo>
                  <a:pt x="13177" y="67"/>
                </a:moveTo>
                <a:cubicBezTo>
                  <a:pt x="13209" y="52"/>
                  <a:pt x="13238" y="34"/>
                  <a:pt x="13263" y="11"/>
                </a:cubicBezTo>
                <a:lnTo>
                  <a:pt x="13294" y="45"/>
                </a:lnTo>
                <a:cubicBezTo>
                  <a:pt x="13265" y="73"/>
                  <a:pt x="13232" y="94"/>
                  <a:pt x="13195" y="110"/>
                </a:cubicBezTo>
                <a:cubicBezTo>
                  <a:pt x="13184" y="114"/>
                  <a:pt x="13174" y="117"/>
                  <a:pt x="13164" y="121"/>
                </a:cubicBezTo>
                <a:lnTo>
                  <a:pt x="13150" y="76"/>
                </a:lnTo>
                <a:cubicBezTo>
                  <a:pt x="13159" y="73"/>
                  <a:pt x="13168" y="70"/>
                  <a:pt x="13177" y="67"/>
                </a:cubicBezTo>
                <a:close/>
              </a:path>
            </a:pathLst>
          </a:custGeom>
          <a:solidFill>
            <a:srgbClr val="4CD1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61" name="任意多邊形 1360"/>
          <p:cNvSpPr/>
          <p:nvPr/>
        </p:nvSpPr>
        <p:spPr>
          <a:xfrm>
            <a:off x="10305360" y="3421080"/>
            <a:ext cx="48600" cy="1875240"/>
          </a:xfrm>
          <a:custGeom>
            <a:avLst/>
            <a:gdLst/>
            <a:ahLst/>
            <a:cxnLst/>
            <a:rect l="0" t="0" r="r" b="b"/>
            <a:pathLst>
              <a:path w="135" h="5209">
                <a:moveTo>
                  <a:pt x="65" y="5144"/>
                </a:moveTo>
                <a:cubicBezTo>
                  <a:pt x="76" y="5118"/>
                  <a:pt x="83" y="5090"/>
                  <a:pt x="86" y="5062"/>
                </a:cubicBezTo>
                <a:lnTo>
                  <a:pt x="133" y="5067"/>
                </a:lnTo>
                <a:cubicBezTo>
                  <a:pt x="130" y="5100"/>
                  <a:pt x="122" y="5131"/>
                  <a:pt x="108" y="5162"/>
                </a:cubicBezTo>
                <a:cubicBezTo>
                  <a:pt x="101" y="5179"/>
                  <a:pt x="93" y="5194"/>
                  <a:pt x="84" y="5209"/>
                </a:cubicBezTo>
                <a:lnTo>
                  <a:pt x="44" y="5185"/>
                </a:lnTo>
                <a:cubicBezTo>
                  <a:pt x="52" y="5172"/>
                  <a:pt x="59" y="5159"/>
                  <a:pt x="65" y="5144"/>
                </a:cubicBezTo>
                <a:moveTo>
                  <a:pt x="88" y="4834"/>
                </a:moveTo>
                <a:lnTo>
                  <a:pt x="135" y="4834"/>
                </a:lnTo>
                <a:lnTo>
                  <a:pt x="135" y="4973"/>
                </a:lnTo>
                <a:lnTo>
                  <a:pt x="88" y="4973"/>
                </a:lnTo>
                <a:lnTo>
                  <a:pt x="88" y="4834"/>
                </a:lnTo>
                <a:moveTo>
                  <a:pt x="88" y="4601"/>
                </a:moveTo>
                <a:lnTo>
                  <a:pt x="135" y="4601"/>
                </a:lnTo>
                <a:lnTo>
                  <a:pt x="135" y="4740"/>
                </a:lnTo>
                <a:lnTo>
                  <a:pt x="88" y="4740"/>
                </a:lnTo>
                <a:lnTo>
                  <a:pt x="88" y="4601"/>
                </a:lnTo>
                <a:moveTo>
                  <a:pt x="88" y="4369"/>
                </a:moveTo>
                <a:lnTo>
                  <a:pt x="135" y="4369"/>
                </a:lnTo>
                <a:lnTo>
                  <a:pt x="135" y="4508"/>
                </a:lnTo>
                <a:lnTo>
                  <a:pt x="88" y="4508"/>
                </a:lnTo>
                <a:lnTo>
                  <a:pt x="88" y="4369"/>
                </a:lnTo>
                <a:moveTo>
                  <a:pt x="88" y="4136"/>
                </a:moveTo>
                <a:lnTo>
                  <a:pt x="135" y="4136"/>
                </a:lnTo>
                <a:lnTo>
                  <a:pt x="135" y="4275"/>
                </a:lnTo>
                <a:lnTo>
                  <a:pt x="88" y="4275"/>
                </a:lnTo>
                <a:lnTo>
                  <a:pt x="88" y="4136"/>
                </a:lnTo>
                <a:moveTo>
                  <a:pt x="88" y="3903"/>
                </a:moveTo>
                <a:lnTo>
                  <a:pt x="135" y="3903"/>
                </a:lnTo>
                <a:lnTo>
                  <a:pt x="135" y="4043"/>
                </a:lnTo>
                <a:lnTo>
                  <a:pt x="88" y="4043"/>
                </a:lnTo>
                <a:lnTo>
                  <a:pt x="88" y="3903"/>
                </a:lnTo>
                <a:moveTo>
                  <a:pt x="88" y="3671"/>
                </a:moveTo>
                <a:lnTo>
                  <a:pt x="135" y="3671"/>
                </a:lnTo>
                <a:lnTo>
                  <a:pt x="135" y="3810"/>
                </a:lnTo>
                <a:lnTo>
                  <a:pt x="88" y="3810"/>
                </a:lnTo>
                <a:lnTo>
                  <a:pt x="88" y="3671"/>
                </a:lnTo>
                <a:moveTo>
                  <a:pt x="88" y="3437"/>
                </a:moveTo>
                <a:lnTo>
                  <a:pt x="135" y="3437"/>
                </a:lnTo>
                <a:lnTo>
                  <a:pt x="135" y="3578"/>
                </a:lnTo>
                <a:lnTo>
                  <a:pt x="88" y="3578"/>
                </a:lnTo>
                <a:lnTo>
                  <a:pt x="88" y="3437"/>
                </a:lnTo>
                <a:moveTo>
                  <a:pt x="88" y="3205"/>
                </a:moveTo>
                <a:lnTo>
                  <a:pt x="135" y="3205"/>
                </a:lnTo>
                <a:lnTo>
                  <a:pt x="135" y="3344"/>
                </a:lnTo>
                <a:lnTo>
                  <a:pt x="88" y="3344"/>
                </a:lnTo>
                <a:lnTo>
                  <a:pt x="88" y="3205"/>
                </a:lnTo>
                <a:moveTo>
                  <a:pt x="88" y="2972"/>
                </a:moveTo>
                <a:lnTo>
                  <a:pt x="135" y="2972"/>
                </a:lnTo>
                <a:lnTo>
                  <a:pt x="135" y="3112"/>
                </a:lnTo>
                <a:lnTo>
                  <a:pt x="88" y="3112"/>
                </a:lnTo>
                <a:lnTo>
                  <a:pt x="88" y="2972"/>
                </a:lnTo>
                <a:moveTo>
                  <a:pt x="88" y="2740"/>
                </a:moveTo>
                <a:lnTo>
                  <a:pt x="135" y="2740"/>
                </a:lnTo>
                <a:lnTo>
                  <a:pt x="135" y="2879"/>
                </a:lnTo>
                <a:lnTo>
                  <a:pt x="88" y="2879"/>
                </a:lnTo>
                <a:lnTo>
                  <a:pt x="88" y="2740"/>
                </a:lnTo>
                <a:moveTo>
                  <a:pt x="88" y="2507"/>
                </a:moveTo>
                <a:lnTo>
                  <a:pt x="135" y="2507"/>
                </a:lnTo>
                <a:lnTo>
                  <a:pt x="135" y="2646"/>
                </a:lnTo>
                <a:lnTo>
                  <a:pt x="88" y="2646"/>
                </a:lnTo>
                <a:lnTo>
                  <a:pt x="88" y="2507"/>
                </a:lnTo>
                <a:moveTo>
                  <a:pt x="88" y="2275"/>
                </a:moveTo>
                <a:lnTo>
                  <a:pt x="135" y="2275"/>
                </a:lnTo>
                <a:lnTo>
                  <a:pt x="135" y="2414"/>
                </a:lnTo>
                <a:lnTo>
                  <a:pt x="88" y="2414"/>
                </a:lnTo>
                <a:lnTo>
                  <a:pt x="88" y="2275"/>
                </a:lnTo>
                <a:moveTo>
                  <a:pt x="88" y="2042"/>
                </a:moveTo>
                <a:lnTo>
                  <a:pt x="135" y="2042"/>
                </a:lnTo>
                <a:lnTo>
                  <a:pt x="135" y="2181"/>
                </a:lnTo>
                <a:lnTo>
                  <a:pt x="88" y="2181"/>
                </a:lnTo>
                <a:lnTo>
                  <a:pt x="88" y="2042"/>
                </a:lnTo>
                <a:moveTo>
                  <a:pt x="88" y="1809"/>
                </a:moveTo>
                <a:lnTo>
                  <a:pt x="135" y="1809"/>
                </a:lnTo>
                <a:lnTo>
                  <a:pt x="135" y="1949"/>
                </a:lnTo>
                <a:lnTo>
                  <a:pt x="88" y="1949"/>
                </a:lnTo>
                <a:lnTo>
                  <a:pt x="88" y="1809"/>
                </a:lnTo>
                <a:moveTo>
                  <a:pt x="88" y="1577"/>
                </a:moveTo>
                <a:lnTo>
                  <a:pt x="135" y="1577"/>
                </a:lnTo>
                <a:lnTo>
                  <a:pt x="135" y="1716"/>
                </a:lnTo>
                <a:lnTo>
                  <a:pt x="88" y="1716"/>
                </a:lnTo>
                <a:lnTo>
                  <a:pt x="88" y="1577"/>
                </a:lnTo>
                <a:moveTo>
                  <a:pt x="88" y="1344"/>
                </a:moveTo>
                <a:lnTo>
                  <a:pt x="135" y="1344"/>
                </a:lnTo>
                <a:lnTo>
                  <a:pt x="135" y="1484"/>
                </a:lnTo>
                <a:lnTo>
                  <a:pt x="88" y="1484"/>
                </a:lnTo>
                <a:lnTo>
                  <a:pt x="88" y="1344"/>
                </a:lnTo>
                <a:moveTo>
                  <a:pt x="88" y="1112"/>
                </a:moveTo>
                <a:lnTo>
                  <a:pt x="135" y="1112"/>
                </a:lnTo>
                <a:lnTo>
                  <a:pt x="135" y="1251"/>
                </a:lnTo>
                <a:lnTo>
                  <a:pt x="88" y="1251"/>
                </a:lnTo>
                <a:lnTo>
                  <a:pt x="88" y="1112"/>
                </a:lnTo>
                <a:moveTo>
                  <a:pt x="88" y="879"/>
                </a:moveTo>
                <a:lnTo>
                  <a:pt x="135" y="879"/>
                </a:lnTo>
                <a:lnTo>
                  <a:pt x="135" y="1018"/>
                </a:lnTo>
                <a:lnTo>
                  <a:pt x="88" y="1018"/>
                </a:lnTo>
                <a:lnTo>
                  <a:pt x="88" y="879"/>
                </a:lnTo>
                <a:moveTo>
                  <a:pt x="88" y="647"/>
                </a:moveTo>
                <a:lnTo>
                  <a:pt x="135" y="647"/>
                </a:lnTo>
                <a:lnTo>
                  <a:pt x="135" y="786"/>
                </a:lnTo>
                <a:lnTo>
                  <a:pt x="88" y="786"/>
                </a:lnTo>
                <a:lnTo>
                  <a:pt x="88" y="647"/>
                </a:lnTo>
                <a:moveTo>
                  <a:pt x="88" y="414"/>
                </a:moveTo>
                <a:lnTo>
                  <a:pt x="135" y="414"/>
                </a:lnTo>
                <a:lnTo>
                  <a:pt x="135" y="553"/>
                </a:lnTo>
                <a:lnTo>
                  <a:pt x="88" y="553"/>
                </a:lnTo>
                <a:lnTo>
                  <a:pt x="88" y="414"/>
                </a:lnTo>
                <a:moveTo>
                  <a:pt x="88" y="246"/>
                </a:moveTo>
                <a:cubicBezTo>
                  <a:pt x="88" y="226"/>
                  <a:pt x="86" y="207"/>
                  <a:pt x="82" y="188"/>
                </a:cubicBezTo>
                <a:lnTo>
                  <a:pt x="129" y="179"/>
                </a:lnTo>
                <a:cubicBezTo>
                  <a:pt x="133" y="201"/>
                  <a:pt x="135" y="223"/>
                  <a:pt x="135" y="246"/>
                </a:cubicBezTo>
                <a:lnTo>
                  <a:pt x="135" y="321"/>
                </a:lnTo>
                <a:lnTo>
                  <a:pt x="88" y="321"/>
                </a:lnTo>
                <a:lnTo>
                  <a:pt x="88" y="246"/>
                </a:lnTo>
                <a:moveTo>
                  <a:pt x="0" y="33"/>
                </a:moveTo>
                <a:lnTo>
                  <a:pt x="32" y="0"/>
                </a:lnTo>
                <a:cubicBezTo>
                  <a:pt x="57" y="25"/>
                  <a:pt x="78" y="52"/>
                  <a:pt x="94" y="83"/>
                </a:cubicBezTo>
                <a:lnTo>
                  <a:pt x="53" y="105"/>
                </a:lnTo>
                <a:cubicBezTo>
                  <a:pt x="39" y="78"/>
                  <a:pt x="21" y="54"/>
                  <a:pt x="0" y="33"/>
                </a:cubicBezTo>
                <a:close/>
              </a:path>
            </a:pathLst>
          </a:custGeom>
          <a:solidFill>
            <a:srgbClr val="4CD1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62" name="任意多邊形 1361"/>
          <p:cNvSpPr/>
          <p:nvPr/>
        </p:nvSpPr>
        <p:spPr>
          <a:xfrm>
            <a:off x="5490000" y="3446280"/>
            <a:ext cx="48960" cy="1873800"/>
          </a:xfrm>
          <a:custGeom>
            <a:avLst/>
            <a:gdLst/>
            <a:ahLst/>
            <a:cxnLst/>
            <a:rect l="0" t="0" r="r" b="b"/>
            <a:pathLst>
              <a:path w="136" h="5205">
                <a:moveTo>
                  <a:pt x="70" y="61"/>
                </a:moveTo>
                <a:cubicBezTo>
                  <a:pt x="58" y="88"/>
                  <a:pt x="51" y="117"/>
                  <a:pt x="48" y="147"/>
                </a:cubicBezTo>
                <a:lnTo>
                  <a:pt x="2" y="142"/>
                </a:lnTo>
                <a:cubicBezTo>
                  <a:pt x="5" y="108"/>
                  <a:pt x="14" y="75"/>
                  <a:pt x="27" y="43"/>
                </a:cubicBezTo>
                <a:cubicBezTo>
                  <a:pt x="33" y="28"/>
                  <a:pt x="40" y="13"/>
                  <a:pt x="48" y="0"/>
                </a:cubicBezTo>
                <a:lnTo>
                  <a:pt x="88" y="23"/>
                </a:lnTo>
                <a:cubicBezTo>
                  <a:pt x="81" y="35"/>
                  <a:pt x="75" y="48"/>
                  <a:pt x="70" y="61"/>
                </a:cubicBezTo>
                <a:moveTo>
                  <a:pt x="47" y="376"/>
                </a:moveTo>
                <a:lnTo>
                  <a:pt x="0" y="376"/>
                </a:lnTo>
                <a:lnTo>
                  <a:pt x="0" y="236"/>
                </a:lnTo>
                <a:lnTo>
                  <a:pt x="47" y="236"/>
                </a:lnTo>
                <a:lnTo>
                  <a:pt x="47" y="376"/>
                </a:lnTo>
                <a:moveTo>
                  <a:pt x="47" y="608"/>
                </a:moveTo>
                <a:lnTo>
                  <a:pt x="0" y="608"/>
                </a:lnTo>
                <a:lnTo>
                  <a:pt x="0" y="469"/>
                </a:lnTo>
                <a:lnTo>
                  <a:pt x="47" y="469"/>
                </a:lnTo>
                <a:lnTo>
                  <a:pt x="47" y="608"/>
                </a:lnTo>
                <a:moveTo>
                  <a:pt x="47" y="841"/>
                </a:moveTo>
                <a:lnTo>
                  <a:pt x="0" y="841"/>
                </a:lnTo>
                <a:lnTo>
                  <a:pt x="0" y="702"/>
                </a:lnTo>
                <a:lnTo>
                  <a:pt x="47" y="702"/>
                </a:lnTo>
                <a:lnTo>
                  <a:pt x="47" y="841"/>
                </a:lnTo>
                <a:moveTo>
                  <a:pt x="47" y="1073"/>
                </a:moveTo>
                <a:lnTo>
                  <a:pt x="0" y="1073"/>
                </a:lnTo>
                <a:lnTo>
                  <a:pt x="0" y="934"/>
                </a:lnTo>
                <a:lnTo>
                  <a:pt x="47" y="934"/>
                </a:lnTo>
                <a:lnTo>
                  <a:pt x="47" y="1073"/>
                </a:lnTo>
                <a:moveTo>
                  <a:pt x="47" y="1306"/>
                </a:moveTo>
                <a:lnTo>
                  <a:pt x="0" y="1306"/>
                </a:lnTo>
                <a:lnTo>
                  <a:pt x="0" y="1167"/>
                </a:lnTo>
                <a:lnTo>
                  <a:pt x="47" y="1167"/>
                </a:lnTo>
                <a:lnTo>
                  <a:pt x="47" y="1306"/>
                </a:lnTo>
                <a:moveTo>
                  <a:pt x="47" y="1539"/>
                </a:moveTo>
                <a:lnTo>
                  <a:pt x="0" y="1539"/>
                </a:lnTo>
                <a:lnTo>
                  <a:pt x="0" y="1399"/>
                </a:lnTo>
                <a:lnTo>
                  <a:pt x="47" y="1399"/>
                </a:lnTo>
                <a:lnTo>
                  <a:pt x="47" y="1539"/>
                </a:lnTo>
                <a:moveTo>
                  <a:pt x="47" y="1771"/>
                </a:moveTo>
                <a:lnTo>
                  <a:pt x="0" y="1771"/>
                </a:lnTo>
                <a:lnTo>
                  <a:pt x="0" y="1632"/>
                </a:lnTo>
                <a:lnTo>
                  <a:pt x="47" y="1632"/>
                </a:lnTo>
                <a:lnTo>
                  <a:pt x="47" y="1771"/>
                </a:lnTo>
                <a:moveTo>
                  <a:pt x="47" y="2004"/>
                </a:moveTo>
                <a:lnTo>
                  <a:pt x="0" y="2004"/>
                </a:lnTo>
                <a:lnTo>
                  <a:pt x="0" y="1864"/>
                </a:lnTo>
                <a:lnTo>
                  <a:pt x="47" y="1864"/>
                </a:lnTo>
                <a:lnTo>
                  <a:pt x="47" y="2004"/>
                </a:lnTo>
                <a:moveTo>
                  <a:pt x="47" y="2236"/>
                </a:moveTo>
                <a:lnTo>
                  <a:pt x="0" y="2236"/>
                </a:lnTo>
                <a:lnTo>
                  <a:pt x="0" y="2097"/>
                </a:lnTo>
                <a:lnTo>
                  <a:pt x="47" y="2097"/>
                </a:lnTo>
                <a:lnTo>
                  <a:pt x="47" y="2236"/>
                </a:lnTo>
                <a:moveTo>
                  <a:pt x="47" y="2469"/>
                </a:moveTo>
                <a:lnTo>
                  <a:pt x="0" y="2469"/>
                </a:lnTo>
                <a:lnTo>
                  <a:pt x="0" y="2330"/>
                </a:lnTo>
                <a:lnTo>
                  <a:pt x="47" y="2330"/>
                </a:lnTo>
                <a:lnTo>
                  <a:pt x="47" y="2469"/>
                </a:lnTo>
                <a:moveTo>
                  <a:pt x="47" y="2701"/>
                </a:moveTo>
                <a:lnTo>
                  <a:pt x="0" y="2701"/>
                </a:lnTo>
                <a:lnTo>
                  <a:pt x="0" y="2562"/>
                </a:lnTo>
                <a:lnTo>
                  <a:pt x="47" y="2562"/>
                </a:lnTo>
                <a:lnTo>
                  <a:pt x="47" y="2701"/>
                </a:lnTo>
                <a:moveTo>
                  <a:pt x="47" y="2934"/>
                </a:moveTo>
                <a:lnTo>
                  <a:pt x="0" y="2934"/>
                </a:lnTo>
                <a:lnTo>
                  <a:pt x="0" y="2795"/>
                </a:lnTo>
                <a:lnTo>
                  <a:pt x="47" y="2795"/>
                </a:lnTo>
                <a:lnTo>
                  <a:pt x="47" y="2934"/>
                </a:lnTo>
                <a:moveTo>
                  <a:pt x="47" y="3167"/>
                </a:moveTo>
                <a:lnTo>
                  <a:pt x="0" y="3167"/>
                </a:lnTo>
                <a:lnTo>
                  <a:pt x="0" y="3027"/>
                </a:lnTo>
                <a:lnTo>
                  <a:pt x="47" y="3027"/>
                </a:lnTo>
                <a:lnTo>
                  <a:pt x="47" y="3167"/>
                </a:lnTo>
                <a:moveTo>
                  <a:pt x="47" y="3399"/>
                </a:moveTo>
                <a:lnTo>
                  <a:pt x="0" y="3399"/>
                </a:lnTo>
                <a:lnTo>
                  <a:pt x="0" y="3260"/>
                </a:lnTo>
                <a:lnTo>
                  <a:pt x="47" y="3260"/>
                </a:lnTo>
                <a:lnTo>
                  <a:pt x="47" y="3399"/>
                </a:lnTo>
                <a:moveTo>
                  <a:pt x="47" y="3633"/>
                </a:moveTo>
                <a:lnTo>
                  <a:pt x="0" y="3633"/>
                </a:lnTo>
                <a:lnTo>
                  <a:pt x="0" y="3493"/>
                </a:lnTo>
                <a:lnTo>
                  <a:pt x="47" y="3493"/>
                </a:lnTo>
                <a:lnTo>
                  <a:pt x="47" y="3633"/>
                </a:lnTo>
                <a:moveTo>
                  <a:pt x="47" y="3865"/>
                </a:moveTo>
                <a:lnTo>
                  <a:pt x="0" y="3865"/>
                </a:lnTo>
                <a:lnTo>
                  <a:pt x="0" y="3726"/>
                </a:lnTo>
                <a:lnTo>
                  <a:pt x="47" y="3726"/>
                </a:lnTo>
                <a:lnTo>
                  <a:pt x="47" y="3865"/>
                </a:lnTo>
                <a:moveTo>
                  <a:pt x="47" y="4098"/>
                </a:moveTo>
                <a:lnTo>
                  <a:pt x="0" y="4098"/>
                </a:lnTo>
                <a:lnTo>
                  <a:pt x="0" y="3958"/>
                </a:lnTo>
                <a:lnTo>
                  <a:pt x="47" y="3958"/>
                </a:lnTo>
                <a:lnTo>
                  <a:pt x="47" y="4098"/>
                </a:lnTo>
                <a:moveTo>
                  <a:pt x="47" y="4330"/>
                </a:moveTo>
                <a:lnTo>
                  <a:pt x="0" y="4330"/>
                </a:lnTo>
                <a:lnTo>
                  <a:pt x="0" y="4191"/>
                </a:lnTo>
                <a:lnTo>
                  <a:pt x="47" y="4191"/>
                </a:lnTo>
                <a:lnTo>
                  <a:pt x="47" y="4330"/>
                </a:lnTo>
                <a:moveTo>
                  <a:pt x="47" y="4563"/>
                </a:moveTo>
                <a:lnTo>
                  <a:pt x="0" y="4563"/>
                </a:lnTo>
                <a:lnTo>
                  <a:pt x="0" y="4424"/>
                </a:lnTo>
                <a:lnTo>
                  <a:pt x="47" y="4424"/>
                </a:lnTo>
                <a:lnTo>
                  <a:pt x="47" y="4563"/>
                </a:lnTo>
                <a:moveTo>
                  <a:pt x="47" y="4795"/>
                </a:moveTo>
                <a:lnTo>
                  <a:pt x="0" y="4795"/>
                </a:lnTo>
                <a:lnTo>
                  <a:pt x="0" y="4656"/>
                </a:lnTo>
                <a:lnTo>
                  <a:pt x="47" y="4656"/>
                </a:lnTo>
                <a:lnTo>
                  <a:pt x="47" y="4795"/>
                </a:lnTo>
                <a:moveTo>
                  <a:pt x="47" y="4959"/>
                </a:moveTo>
                <a:cubicBezTo>
                  <a:pt x="47" y="4980"/>
                  <a:pt x="49" y="5001"/>
                  <a:pt x="53" y="5021"/>
                </a:cubicBezTo>
                <a:lnTo>
                  <a:pt x="8" y="5031"/>
                </a:lnTo>
                <a:cubicBezTo>
                  <a:pt x="3" y="5007"/>
                  <a:pt x="0" y="4983"/>
                  <a:pt x="0" y="4959"/>
                </a:cubicBezTo>
                <a:lnTo>
                  <a:pt x="0" y="4889"/>
                </a:lnTo>
                <a:lnTo>
                  <a:pt x="47" y="4889"/>
                </a:lnTo>
                <a:lnTo>
                  <a:pt x="47" y="4959"/>
                </a:lnTo>
                <a:moveTo>
                  <a:pt x="136" y="5172"/>
                </a:moveTo>
                <a:lnTo>
                  <a:pt x="103" y="5205"/>
                </a:lnTo>
                <a:cubicBezTo>
                  <a:pt x="79" y="5181"/>
                  <a:pt x="59" y="5155"/>
                  <a:pt x="43" y="5126"/>
                </a:cubicBezTo>
                <a:lnTo>
                  <a:pt x="84" y="5104"/>
                </a:lnTo>
                <a:cubicBezTo>
                  <a:pt x="99" y="5129"/>
                  <a:pt x="116" y="5152"/>
                  <a:pt x="136" y="5172"/>
                </a:cubicBezTo>
                <a:close/>
              </a:path>
            </a:pathLst>
          </a:custGeom>
          <a:solidFill>
            <a:srgbClr val="4CD1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63" name="任意多邊形 1362"/>
          <p:cNvSpPr/>
          <p:nvPr/>
        </p:nvSpPr>
        <p:spPr>
          <a:xfrm>
            <a:off x="334080" y="4863240"/>
            <a:ext cx="10028520" cy="485280"/>
          </a:xfrm>
          <a:custGeom>
            <a:avLst/>
            <a:gdLst/>
            <a:ahLst/>
            <a:cxnLst/>
            <a:rect l="0" t="0" r="r" b="b"/>
            <a:pathLst>
              <a:path w="27857" h="1348">
                <a:moveTo>
                  <a:pt x="21" y="172"/>
                </a:moveTo>
                <a:cubicBezTo>
                  <a:pt x="35" y="138"/>
                  <a:pt x="55" y="108"/>
                  <a:pt x="82" y="82"/>
                </a:cubicBezTo>
                <a:cubicBezTo>
                  <a:pt x="108" y="56"/>
                  <a:pt x="138" y="36"/>
                  <a:pt x="172" y="22"/>
                </a:cubicBezTo>
                <a:cubicBezTo>
                  <a:pt x="206" y="8"/>
                  <a:pt x="242" y="1"/>
                  <a:pt x="278" y="0"/>
                </a:cubicBezTo>
                <a:lnTo>
                  <a:pt x="27578" y="0"/>
                </a:lnTo>
                <a:cubicBezTo>
                  <a:pt x="27615" y="1"/>
                  <a:pt x="27651" y="8"/>
                  <a:pt x="27685" y="22"/>
                </a:cubicBezTo>
                <a:cubicBezTo>
                  <a:pt x="27719" y="36"/>
                  <a:pt x="27749" y="56"/>
                  <a:pt x="27775" y="82"/>
                </a:cubicBezTo>
                <a:cubicBezTo>
                  <a:pt x="27801" y="108"/>
                  <a:pt x="27821" y="138"/>
                  <a:pt x="27835" y="172"/>
                </a:cubicBezTo>
                <a:cubicBezTo>
                  <a:pt x="27850" y="207"/>
                  <a:pt x="27857" y="242"/>
                  <a:pt x="27857" y="279"/>
                </a:cubicBezTo>
                <a:lnTo>
                  <a:pt x="27857" y="1069"/>
                </a:lnTo>
                <a:cubicBezTo>
                  <a:pt x="27857" y="1106"/>
                  <a:pt x="27850" y="1142"/>
                  <a:pt x="27835" y="1176"/>
                </a:cubicBezTo>
                <a:cubicBezTo>
                  <a:pt x="27821" y="1210"/>
                  <a:pt x="27801" y="1240"/>
                  <a:pt x="27775" y="1266"/>
                </a:cubicBezTo>
                <a:cubicBezTo>
                  <a:pt x="27749" y="1292"/>
                  <a:pt x="27719" y="1313"/>
                  <a:pt x="27685" y="1327"/>
                </a:cubicBezTo>
                <a:cubicBezTo>
                  <a:pt x="27651" y="1341"/>
                  <a:pt x="27615" y="1348"/>
                  <a:pt x="27578" y="1348"/>
                </a:cubicBezTo>
                <a:lnTo>
                  <a:pt x="279" y="1348"/>
                </a:lnTo>
                <a:cubicBezTo>
                  <a:pt x="242" y="1348"/>
                  <a:pt x="206" y="1341"/>
                  <a:pt x="172" y="1327"/>
                </a:cubicBezTo>
                <a:cubicBezTo>
                  <a:pt x="138" y="1313"/>
                  <a:pt x="108" y="1292"/>
                  <a:pt x="82" y="1266"/>
                </a:cubicBezTo>
                <a:cubicBezTo>
                  <a:pt x="55" y="1240"/>
                  <a:pt x="35" y="1210"/>
                  <a:pt x="21" y="1176"/>
                </a:cubicBezTo>
                <a:cubicBezTo>
                  <a:pt x="7" y="1142"/>
                  <a:pt x="0" y="1106"/>
                  <a:pt x="0" y="1069"/>
                </a:cubicBezTo>
                <a:lnTo>
                  <a:pt x="0" y="279"/>
                </a:lnTo>
                <a:cubicBezTo>
                  <a:pt x="0" y="242"/>
                  <a:pt x="7" y="207"/>
                  <a:pt x="21" y="172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64" name="任意多邊形 1363"/>
          <p:cNvSpPr/>
          <p:nvPr/>
        </p:nvSpPr>
        <p:spPr>
          <a:xfrm>
            <a:off x="334080" y="4863240"/>
            <a:ext cx="10028520" cy="485280"/>
          </a:xfrm>
          <a:custGeom>
            <a:avLst/>
            <a:gdLst/>
            <a:ahLst/>
            <a:cxnLst/>
            <a:rect l="0" t="0" r="r" b="b"/>
            <a:pathLst>
              <a:path w="27857" h="1348">
                <a:moveTo>
                  <a:pt x="0" y="1069"/>
                </a:moveTo>
                <a:lnTo>
                  <a:pt x="0" y="279"/>
                </a:lnTo>
                <a:cubicBezTo>
                  <a:pt x="0" y="242"/>
                  <a:pt x="7" y="207"/>
                  <a:pt x="21" y="172"/>
                </a:cubicBezTo>
                <a:cubicBezTo>
                  <a:pt x="35" y="138"/>
                  <a:pt x="55" y="108"/>
                  <a:pt x="82" y="82"/>
                </a:cubicBezTo>
                <a:cubicBezTo>
                  <a:pt x="108" y="56"/>
                  <a:pt x="138" y="36"/>
                  <a:pt x="172" y="22"/>
                </a:cubicBezTo>
                <a:cubicBezTo>
                  <a:pt x="206" y="8"/>
                  <a:pt x="242" y="0"/>
                  <a:pt x="279" y="0"/>
                </a:cubicBezTo>
                <a:lnTo>
                  <a:pt x="27578" y="0"/>
                </a:lnTo>
                <a:cubicBezTo>
                  <a:pt x="27615" y="0"/>
                  <a:pt x="27651" y="8"/>
                  <a:pt x="27685" y="22"/>
                </a:cubicBezTo>
                <a:cubicBezTo>
                  <a:pt x="27719" y="36"/>
                  <a:pt x="27749" y="56"/>
                  <a:pt x="27775" y="82"/>
                </a:cubicBezTo>
                <a:cubicBezTo>
                  <a:pt x="27801" y="108"/>
                  <a:pt x="27821" y="138"/>
                  <a:pt x="27835" y="172"/>
                </a:cubicBezTo>
                <a:cubicBezTo>
                  <a:pt x="27850" y="207"/>
                  <a:pt x="27857" y="242"/>
                  <a:pt x="27857" y="279"/>
                </a:cubicBezTo>
                <a:lnTo>
                  <a:pt x="27857" y="1069"/>
                </a:lnTo>
                <a:cubicBezTo>
                  <a:pt x="27857" y="1106"/>
                  <a:pt x="27850" y="1142"/>
                  <a:pt x="27835" y="1176"/>
                </a:cubicBezTo>
                <a:cubicBezTo>
                  <a:pt x="27821" y="1210"/>
                  <a:pt x="27801" y="1240"/>
                  <a:pt x="27775" y="1266"/>
                </a:cubicBezTo>
                <a:cubicBezTo>
                  <a:pt x="27749" y="1292"/>
                  <a:pt x="27719" y="1313"/>
                  <a:pt x="27685" y="1327"/>
                </a:cubicBezTo>
                <a:cubicBezTo>
                  <a:pt x="27651" y="1341"/>
                  <a:pt x="27615" y="1348"/>
                  <a:pt x="27578" y="1348"/>
                </a:cubicBezTo>
                <a:lnTo>
                  <a:pt x="279" y="1348"/>
                </a:lnTo>
                <a:cubicBezTo>
                  <a:pt x="242" y="1348"/>
                  <a:pt x="206" y="1341"/>
                  <a:pt x="172" y="1327"/>
                </a:cubicBezTo>
                <a:cubicBezTo>
                  <a:pt x="138" y="1313"/>
                  <a:pt x="108" y="1292"/>
                  <a:pt x="82" y="1266"/>
                </a:cubicBezTo>
                <a:cubicBezTo>
                  <a:pt x="55" y="1240"/>
                  <a:pt x="35" y="1210"/>
                  <a:pt x="21" y="1176"/>
                </a:cubicBezTo>
                <a:cubicBezTo>
                  <a:pt x="7" y="1142"/>
                  <a:pt x="0" y="1106"/>
                  <a:pt x="0" y="1069"/>
                </a:cubicBezTo>
                <a:moveTo>
                  <a:pt x="23" y="279"/>
                </a:moveTo>
                <a:lnTo>
                  <a:pt x="23" y="1069"/>
                </a:lnTo>
                <a:cubicBezTo>
                  <a:pt x="23" y="1086"/>
                  <a:pt x="25" y="1103"/>
                  <a:pt x="28" y="1119"/>
                </a:cubicBezTo>
                <a:cubicBezTo>
                  <a:pt x="31" y="1136"/>
                  <a:pt x="36" y="1152"/>
                  <a:pt x="43" y="1167"/>
                </a:cubicBezTo>
                <a:cubicBezTo>
                  <a:pt x="49" y="1183"/>
                  <a:pt x="57" y="1197"/>
                  <a:pt x="66" y="1211"/>
                </a:cubicBezTo>
                <a:cubicBezTo>
                  <a:pt x="76" y="1225"/>
                  <a:pt x="86" y="1238"/>
                  <a:pt x="98" y="1250"/>
                </a:cubicBezTo>
                <a:cubicBezTo>
                  <a:pt x="110" y="1262"/>
                  <a:pt x="123" y="1272"/>
                  <a:pt x="137" y="1282"/>
                </a:cubicBezTo>
                <a:cubicBezTo>
                  <a:pt x="151" y="1291"/>
                  <a:pt x="165" y="1299"/>
                  <a:pt x="181" y="1305"/>
                </a:cubicBezTo>
                <a:cubicBezTo>
                  <a:pt x="196" y="1312"/>
                  <a:pt x="212" y="1316"/>
                  <a:pt x="229" y="1320"/>
                </a:cubicBezTo>
                <a:cubicBezTo>
                  <a:pt x="245" y="1323"/>
                  <a:pt x="262" y="1325"/>
                  <a:pt x="279" y="1325"/>
                </a:cubicBezTo>
                <a:lnTo>
                  <a:pt x="27578" y="1325"/>
                </a:lnTo>
                <a:cubicBezTo>
                  <a:pt x="27595" y="1325"/>
                  <a:pt x="27611" y="1323"/>
                  <a:pt x="27628" y="1320"/>
                </a:cubicBezTo>
                <a:cubicBezTo>
                  <a:pt x="27644" y="1316"/>
                  <a:pt x="27660" y="1312"/>
                  <a:pt x="27676" y="1305"/>
                </a:cubicBezTo>
                <a:cubicBezTo>
                  <a:pt x="27691" y="1299"/>
                  <a:pt x="27706" y="1291"/>
                  <a:pt x="27720" y="1282"/>
                </a:cubicBezTo>
                <a:cubicBezTo>
                  <a:pt x="27734" y="1272"/>
                  <a:pt x="27747" y="1262"/>
                  <a:pt x="27759" y="1250"/>
                </a:cubicBezTo>
                <a:cubicBezTo>
                  <a:pt x="27771" y="1238"/>
                  <a:pt x="27781" y="1225"/>
                  <a:pt x="27790" y="1211"/>
                </a:cubicBezTo>
                <a:cubicBezTo>
                  <a:pt x="27800" y="1197"/>
                  <a:pt x="27808" y="1183"/>
                  <a:pt x="27814" y="1167"/>
                </a:cubicBezTo>
                <a:cubicBezTo>
                  <a:pt x="27820" y="1152"/>
                  <a:pt x="27825" y="1136"/>
                  <a:pt x="27829" y="1119"/>
                </a:cubicBezTo>
                <a:cubicBezTo>
                  <a:pt x="27832" y="1103"/>
                  <a:pt x="27833" y="1086"/>
                  <a:pt x="27833" y="1069"/>
                </a:cubicBezTo>
                <a:lnTo>
                  <a:pt x="27833" y="279"/>
                </a:lnTo>
                <a:cubicBezTo>
                  <a:pt x="27833" y="262"/>
                  <a:pt x="27832" y="246"/>
                  <a:pt x="27829" y="229"/>
                </a:cubicBezTo>
                <a:cubicBezTo>
                  <a:pt x="27825" y="213"/>
                  <a:pt x="27820" y="197"/>
                  <a:pt x="27814" y="181"/>
                </a:cubicBezTo>
                <a:cubicBezTo>
                  <a:pt x="27808" y="166"/>
                  <a:pt x="27800" y="151"/>
                  <a:pt x="27790" y="137"/>
                </a:cubicBezTo>
                <a:cubicBezTo>
                  <a:pt x="27781" y="123"/>
                  <a:pt x="27771" y="110"/>
                  <a:pt x="27759" y="98"/>
                </a:cubicBezTo>
                <a:cubicBezTo>
                  <a:pt x="27747" y="87"/>
                  <a:pt x="27734" y="76"/>
                  <a:pt x="27720" y="67"/>
                </a:cubicBezTo>
                <a:cubicBezTo>
                  <a:pt x="27706" y="57"/>
                  <a:pt x="27691" y="50"/>
                  <a:pt x="27676" y="43"/>
                </a:cubicBezTo>
                <a:cubicBezTo>
                  <a:pt x="27660" y="37"/>
                  <a:pt x="27644" y="32"/>
                  <a:pt x="27628" y="29"/>
                </a:cubicBezTo>
                <a:cubicBezTo>
                  <a:pt x="27611" y="25"/>
                  <a:pt x="27595" y="24"/>
                  <a:pt x="27578" y="24"/>
                </a:cubicBezTo>
                <a:lnTo>
                  <a:pt x="279" y="24"/>
                </a:lnTo>
                <a:cubicBezTo>
                  <a:pt x="262" y="24"/>
                  <a:pt x="245" y="25"/>
                  <a:pt x="229" y="29"/>
                </a:cubicBezTo>
                <a:cubicBezTo>
                  <a:pt x="212" y="32"/>
                  <a:pt x="196" y="37"/>
                  <a:pt x="181" y="43"/>
                </a:cubicBezTo>
                <a:cubicBezTo>
                  <a:pt x="165" y="50"/>
                  <a:pt x="151" y="57"/>
                  <a:pt x="137" y="67"/>
                </a:cubicBezTo>
                <a:cubicBezTo>
                  <a:pt x="123" y="76"/>
                  <a:pt x="110" y="87"/>
                  <a:pt x="98" y="98"/>
                </a:cubicBezTo>
                <a:cubicBezTo>
                  <a:pt x="86" y="110"/>
                  <a:pt x="76" y="123"/>
                  <a:pt x="66" y="137"/>
                </a:cubicBezTo>
                <a:cubicBezTo>
                  <a:pt x="57" y="151"/>
                  <a:pt x="49" y="166"/>
                  <a:pt x="43" y="181"/>
                </a:cubicBezTo>
                <a:cubicBezTo>
                  <a:pt x="36" y="197"/>
                  <a:pt x="31" y="213"/>
                  <a:pt x="28" y="229"/>
                </a:cubicBezTo>
                <a:cubicBezTo>
                  <a:pt x="25" y="246"/>
                  <a:pt x="23" y="262"/>
                  <a:pt x="23" y="279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365" name="圖片 1364"/>
          <p:cNvPicPr/>
          <p:nvPr/>
        </p:nvPicPr>
        <p:blipFill>
          <a:blip r:embed="rId18"/>
          <a:stretch>
            <a:fillRect/>
          </a:stretch>
        </p:blipFill>
        <p:spPr>
          <a:xfrm>
            <a:off x="585000" y="5030640"/>
            <a:ext cx="1000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6" name="文字框 1365"/>
          <p:cNvSpPr txBox="1"/>
          <p:nvPr/>
        </p:nvSpPr>
        <p:spPr>
          <a:xfrm>
            <a:off x="6277680" y="4968720"/>
            <a:ext cx="537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的吸引力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67" name="文字框 1366"/>
          <p:cNvSpPr txBox="1"/>
          <p:nvPr/>
        </p:nvSpPr>
        <p:spPr>
          <a:xfrm>
            <a:off x="755280" y="502380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68" name="文字框 1367"/>
          <p:cNvSpPr txBox="1"/>
          <p:nvPr/>
        </p:nvSpPr>
        <p:spPr>
          <a:xfrm>
            <a:off x="797760" y="5019120"/>
            <a:ext cx="6714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关键洞察：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69" name="文字框 1368"/>
          <p:cNvSpPr txBox="1"/>
          <p:nvPr/>
        </p:nvSpPr>
        <p:spPr>
          <a:xfrm>
            <a:off x="1466280" y="502380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70" name="文字框 1369"/>
          <p:cNvSpPr txBox="1"/>
          <p:nvPr/>
        </p:nvSpPr>
        <p:spPr>
          <a:xfrm>
            <a:off x="1508760" y="5019120"/>
            <a:ext cx="65721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尽管面临诸多挑战，监管引导和技术创新的双重驱动下，稳定币与主权数字货币之间的融合与协作将更加紧密，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71" name="文字框 1370"/>
          <p:cNvSpPr txBox="1"/>
          <p:nvPr/>
        </p:nvSpPr>
        <p:spPr>
          <a:xfrm>
            <a:off x="8060400" y="502380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72" name="文字框 1371"/>
          <p:cNvSpPr txBox="1"/>
          <p:nvPr/>
        </p:nvSpPr>
        <p:spPr>
          <a:xfrm>
            <a:off x="8102880" y="5019120"/>
            <a:ext cx="20124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共同塑造未来的全球金融新生态。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73" name="文字框 1372"/>
          <p:cNvSpPr txBox="1"/>
          <p:nvPr/>
        </p:nvSpPr>
        <p:spPr>
          <a:xfrm>
            <a:off x="9357120" y="562896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第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74" name="文字框 1373"/>
          <p:cNvSpPr txBox="1"/>
          <p:nvPr/>
        </p:nvSpPr>
        <p:spPr>
          <a:xfrm>
            <a:off x="9491040" y="5633640"/>
            <a:ext cx="171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13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75" name="文字框 1374"/>
          <p:cNvSpPr txBox="1"/>
          <p:nvPr/>
        </p:nvSpPr>
        <p:spPr>
          <a:xfrm>
            <a:off x="9660960" y="562896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页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76" name="文字框 1375"/>
          <p:cNvSpPr txBox="1"/>
          <p:nvPr/>
        </p:nvSpPr>
        <p:spPr>
          <a:xfrm>
            <a:off x="9794880" y="563364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/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77" name="文字框 1376"/>
          <p:cNvSpPr txBox="1"/>
          <p:nvPr/>
        </p:nvSpPr>
        <p:spPr>
          <a:xfrm>
            <a:off x="9924840" y="562896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共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78" name="文字框 1377"/>
          <p:cNvSpPr txBox="1"/>
          <p:nvPr/>
        </p:nvSpPr>
        <p:spPr>
          <a:xfrm>
            <a:off x="10058400" y="5633640"/>
            <a:ext cx="171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15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79" name="文字框 1378"/>
          <p:cNvSpPr txBox="1"/>
          <p:nvPr/>
        </p:nvSpPr>
        <p:spPr>
          <a:xfrm>
            <a:off x="10228680" y="562896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页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0" name="圖片 1379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6320" cy="628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1" name="任意多邊形 1380"/>
          <p:cNvSpPr/>
          <p:nvPr/>
        </p:nvSpPr>
        <p:spPr>
          <a:xfrm>
            <a:off x="334080" y="735120"/>
            <a:ext cx="668880" cy="33840"/>
          </a:xfrm>
          <a:custGeom>
            <a:avLst/>
            <a:gdLst/>
            <a:ahLst/>
            <a:cxnLst/>
            <a:rect l="0" t="0" r="r" b="b"/>
            <a:pathLst>
              <a:path w="1858" h="94">
                <a:moveTo>
                  <a:pt x="0" y="0"/>
                </a:moveTo>
                <a:lnTo>
                  <a:pt x="1858" y="0"/>
                </a:lnTo>
                <a:lnTo>
                  <a:pt x="1858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34D3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82" name="任意多邊形 1381"/>
          <p:cNvSpPr/>
          <p:nvPr/>
        </p:nvSpPr>
        <p:spPr>
          <a:xfrm>
            <a:off x="752040" y="334080"/>
            <a:ext cx="9192600" cy="6084000"/>
          </a:xfrm>
          <a:custGeom>
            <a:avLst/>
            <a:gdLst/>
            <a:ahLst/>
            <a:cxnLst/>
            <a:rect l="0" t="0" r="r" b="b"/>
            <a:pathLst>
              <a:path w="25535" h="16900">
                <a:moveTo>
                  <a:pt x="26" y="215"/>
                </a:moveTo>
                <a:cubicBezTo>
                  <a:pt x="44" y="172"/>
                  <a:pt x="69" y="135"/>
                  <a:pt x="102" y="102"/>
                </a:cubicBezTo>
                <a:cubicBezTo>
                  <a:pt x="134" y="69"/>
                  <a:pt x="172" y="44"/>
                  <a:pt x="215" y="27"/>
                </a:cubicBezTo>
                <a:cubicBezTo>
                  <a:pt x="257" y="9"/>
                  <a:pt x="302" y="0"/>
                  <a:pt x="348" y="0"/>
                </a:cubicBezTo>
                <a:lnTo>
                  <a:pt x="25187" y="0"/>
                </a:lnTo>
                <a:cubicBezTo>
                  <a:pt x="25233" y="0"/>
                  <a:pt x="25277" y="9"/>
                  <a:pt x="25320" y="27"/>
                </a:cubicBezTo>
                <a:cubicBezTo>
                  <a:pt x="25363" y="44"/>
                  <a:pt x="25400" y="69"/>
                  <a:pt x="25433" y="102"/>
                </a:cubicBezTo>
                <a:cubicBezTo>
                  <a:pt x="25466" y="135"/>
                  <a:pt x="25491" y="172"/>
                  <a:pt x="25509" y="215"/>
                </a:cubicBezTo>
                <a:cubicBezTo>
                  <a:pt x="25526" y="258"/>
                  <a:pt x="25535" y="302"/>
                  <a:pt x="25535" y="348"/>
                </a:cubicBezTo>
                <a:lnTo>
                  <a:pt x="25535" y="16552"/>
                </a:lnTo>
                <a:cubicBezTo>
                  <a:pt x="25535" y="16598"/>
                  <a:pt x="25526" y="16643"/>
                  <a:pt x="25509" y="16685"/>
                </a:cubicBezTo>
                <a:cubicBezTo>
                  <a:pt x="25491" y="16728"/>
                  <a:pt x="25466" y="16765"/>
                  <a:pt x="25433" y="16798"/>
                </a:cubicBezTo>
                <a:cubicBezTo>
                  <a:pt x="25400" y="16831"/>
                  <a:pt x="25363" y="16856"/>
                  <a:pt x="25320" y="16874"/>
                </a:cubicBezTo>
                <a:cubicBezTo>
                  <a:pt x="25277" y="16891"/>
                  <a:pt x="25233" y="16900"/>
                  <a:pt x="25187" y="16900"/>
                </a:cubicBezTo>
                <a:lnTo>
                  <a:pt x="348" y="16900"/>
                </a:lnTo>
                <a:cubicBezTo>
                  <a:pt x="302" y="16900"/>
                  <a:pt x="257" y="16891"/>
                  <a:pt x="215" y="16874"/>
                </a:cubicBezTo>
                <a:cubicBezTo>
                  <a:pt x="172" y="16856"/>
                  <a:pt x="134" y="16831"/>
                  <a:pt x="102" y="16798"/>
                </a:cubicBezTo>
                <a:cubicBezTo>
                  <a:pt x="69" y="16765"/>
                  <a:pt x="44" y="16728"/>
                  <a:pt x="26" y="16685"/>
                </a:cubicBezTo>
                <a:cubicBezTo>
                  <a:pt x="9" y="16643"/>
                  <a:pt x="0" y="16598"/>
                  <a:pt x="0" y="16552"/>
                </a:cubicBezTo>
                <a:lnTo>
                  <a:pt x="0" y="348"/>
                </a:lnTo>
                <a:cubicBezTo>
                  <a:pt x="0" y="302"/>
                  <a:pt x="9" y="258"/>
                  <a:pt x="26" y="215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83" name="任意多邊形 1382"/>
          <p:cNvSpPr/>
          <p:nvPr/>
        </p:nvSpPr>
        <p:spPr>
          <a:xfrm>
            <a:off x="752040" y="334080"/>
            <a:ext cx="9192600" cy="6084000"/>
          </a:xfrm>
          <a:custGeom>
            <a:avLst/>
            <a:gdLst/>
            <a:ahLst/>
            <a:cxnLst/>
            <a:rect l="0" t="0" r="r" b="b"/>
            <a:pathLst>
              <a:path w="25535" h="16900">
                <a:moveTo>
                  <a:pt x="0" y="16552"/>
                </a:moveTo>
                <a:lnTo>
                  <a:pt x="0" y="348"/>
                </a:lnTo>
                <a:cubicBezTo>
                  <a:pt x="0" y="302"/>
                  <a:pt x="9" y="258"/>
                  <a:pt x="26" y="215"/>
                </a:cubicBezTo>
                <a:cubicBezTo>
                  <a:pt x="44" y="172"/>
                  <a:pt x="69" y="135"/>
                  <a:pt x="102" y="102"/>
                </a:cubicBezTo>
                <a:cubicBezTo>
                  <a:pt x="134" y="69"/>
                  <a:pt x="172" y="44"/>
                  <a:pt x="215" y="27"/>
                </a:cubicBezTo>
                <a:cubicBezTo>
                  <a:pt x="257" y="9"/>
                  <a:pt x="302" y="0"/>
                  <a:pt x="348" y="0"/>
                </a:cubicBezTo>
                <a:lnTo>
                  <a:pt x="25187" y="0"/>
                </a:lnTo>
                <a:cubicBezTo>
                  <a:pt x="25233" y="0"/>
                  <a:pt x="25277" y="9"/>
                  <a:pt x="25320" y="27"/>
                </a:cubicBezTo>
                <a:cubicBezTo>
                  <a:pt x="25363" y="44"/>
                  <a:pt x="25400" y="69"/>
                  <a:pt x="25433" y="102"/>
                </a:cubicBezTo>
                <a:cubicBezTo>
                  <a:pt x="25466" y="135"/>
                  <a:pt x="25491" y="172"/>
                  <a:pt x="25509" y="215"/>
                </a:cubicBezTo>
                <a:cubicBezTo>
                  <a:pt x="25526" y="258"/>
                  <a:pt x="25535" y="302"/>
                  <a:pt x="25535" y="348"/>
                </a:cubicBezTo>
                <a:lnTo>
                  <a:pt x="25535" y="16552"/>
                </a:lnTo>
                <a:cubicBezTo>
                  <a:pt x="25535" y="16598"/>
                  <a:pt x="25526" y="16643"/>
                  <a:pt x="25509" y="16685"/>
                </a:cubicBezTo>
                <a:cubicBezTo>
                  <a:pt x="25491" y="16728"/>
                  <a:pt x="25466" y="16765"/>
                  <a:pt x="25433" y="16798"/>
                </a:cubicBezTo>
                <a:cubicBezTo>
                  <a:pt x="25400" y="16831"/>
                  <a:pt x="25363" y="16856"/>
                  <a:pt x="25320" y="16874"/>
                </a:cubicBezTo>
                <a:cubicBezTo>
                  <a:pt x="25277" y="16891"/>
                  <a:pt x="25233" y="16900"/>
                  <a:pt x="25187" y="16900"/>
                </a:cubicBezTo>
                <a:lnTo>
                  <a:pt x="348" y="16900"/>
                </a:lnTo>
                <a:cubicBezTo>
                  <a:pt x="302" y="16900"/>
                  <a:pt x="257" y="16891"/>
                  <a:pt x="215" y="16874"/>
                </a:cubicBezTo>
                <a:cubicBezTo>
                  <a:pt x="172" y="16856"/>
                  <a:pt x="134" y="16831"/>
                  <a:pt x="102" y="16798"/>
                </a:cubicBezTo>
                <a:cubicBezTo>
                  <a:pt x="69" y="16765"/>
                  <a:pt x="44" y="16728"/>
                  <a:pt x="26" y="16685"/>
                </a:cubicBezTo>
                <a:cubicBezTo>
                  <a:pt x="9" y="16643"/>
                  <a:pt x="0" y="16598"/>
                  <a:pt x="0" y="16552"/>
                </a:cubicBezTo>
                <a:moveTo>
                  <a:pt x="23" y="348"/>
                </a:moveTo>
                <a:lnTo>
                  <a:pt x="23" y="16552"/>
                </a:lnTo>
                <a:cubicBezTo>
                  <a:pt x="23" y="16573"/>
                  <a:pt x="25" y="16594"/>
                  <a:pt x="29" y="16615"/>
                </a:cubicBezTo>
                <a:cubicBezTo>
                  <a:pt x="33" y="16636"/>
                  <a:pt x="39" y="16657"/>
                  <a:pt x="48" y="16676"/>
                </a:cubicBezTo>
                <a:cubicBezTo>
                  <a:pt x="56" y="16696"/>
                  <a:pt x="66" y="16715"/>
                  <a:pt x="78" y="16732"/>
                </a:cubicBezTo>
                <a:cubicBezTo>
                  <a:pt x="90" y="16750"/>
                  <a:pt x="103" y="16767"/>
                  <a:pt x="118" y="16782"/>
                </a:cubicBezTo>
                <a:cubicBezTo>
                  <a:pt x="133" y="16797"/>
                  <a:pt x="150" y="16810"/>
                  <a:pt x="167" y="16822"/>
                </a:cubicBezTo>
                <a:cubicBezTo>
                  <a:pt x="185" y="16834"/>
                  <a:pt x="204" y="16844"/>
                  <a:pt x="224" y="16852"/>
                </a:cubicBezTo>
                <a:cubicBezTo>
                  <a:pt x="243" y="16860"/>
                  <a:pt x="264" y="16867"/>
                  <a:pt x="284" y="16871"/>
                </a:cubicBezTo>
                <a:cubicBezTo>
                  <a:pt x="305" y="16875"/>
                  <a:pt x="327" y="16877"/>
                  <a:pt x="348" y="16877"/>
                </a:cubicBezTo>
                <a:lnTo>
                  <a:pt x="25187" y="16877"/>
                </a:lnTo>
                <a:cubicBezTo>
                  <a:pt x="25208" y="16877"/>
                  <a:pt x="25229" y="16875"/>
                  <a:pt x="25250" y="16871"/>
                </a:cubicBezTo>
                <a:cubicBezTo>
                  <a:pt x="25271" y="16867"/>
                  <a:pt x="25291" y="16860"/>
                  <a:pt x="25311" y="16852"/>
                </a:cubicBezTo>
                <a:cubicBezTo>
                  <a:pt x="25331" y="16844"/>
                  <a:pt x="25350" y="16834"/>
                  <a:pt x="25367" y="16822"/>
                </a:cubicBezTo>
                <a:cubicBezTo>
                  <a:pt x="25385" y="16810"/>
                  <a:pt x="25402" y="16797"/>
                  <a:pt x="25417" y="16782"/>
                </a:cubicBezTo>
                <a:cubicBezTo>
                  <a:pt x="25432" y="16767"/>
                  <a:pt x="25445" y="16750"/>
                  <a:pt x="25457" y="16732"/>
                </a:cubicBezTo>
                <a:cubicBezTo>
                  <a:pt x="25469" y="16715"/>
                  <a:pt x="25479" y="16696"/>
                  <a:pt x="25487" y="16676"/>
                </a:cubicBezTo>
                <a:cubicBezTo>
                  <a:pt x="25495" y="16657"/>
                  <a:pt x="25501" y="16636"/>
                  <a:pt x="25506" y="16615"/>
                </a:cubicBezTo>
                <a:cubicBezTo>
                  <a:pt x="25510" y="16594"/>
                  <a:pt x="25512" y="16573"/>
                  <a:pt x="25512" y="16552"/>
                </a:cubicBezTo>
                <a:lnTo>
                  <a:pt x="25512" y="348"/>
                </a:lnTo>
                <a:cubicBezTo>
                  <a:pt x="25512" y="327"/>
                  <a:pt x="25510" y="306"/>
                  <a:pt x="25506" y="285"/>
                </a:cubicBezTo>
                <a:cubicBezTo>
                  <a:pt x="25501" y="264"/>
                  <a:pt x="25495" y="244"/>
                  <a:pt x="25487" y="224"/>
                </a:cubicBezTo>
                <a:cubicBezTo>
                  <a:pt x="25479" y="204"/>
                  <a:pt x="25469" y="185"/>
                  <a:pt x="25457" y="168"/>
                </a:cubicBezTo>
                <a:cubicBezTo>
                  <a:pt x="25445" y="150"/>
                  <a:pt x="25432" y="134"/>
                  <a:pt x="25417" y="118"/>
                </a:cubicBezTo>
                <a:cubicBezTo>
                  <a:pt x="25402" y="103"/>
                  <a:pt x="25385" y="90"/>
                  <a:pt x="25367" y="78"/>
                </a:cubicBezTo>
                <a:cubicBezTo>
                  <a:pt x="25350" y="66"/>
                  <a:pt x="25331" y="56"/>
                  <a:pt x="25311" y="48"/>
                </a:cubicBezTo>
                <a:cubicBezTo>
                  <a:pt x="25291" y="40"/>
                  <a:pt x="25271" y="34"/>
                  <a:pt x="25250" y="29"/>
                </a:cubicBezTo>
                <a:cubicBezTo>
                  <a:pt x="25229" y="25"/>
                  <a:pt x="25208" y="23"/>
                  <a:pt x="25187" y="23"/>
                </a:cubicBezTo>
                <a:lnTo>
                  <a:pt x="348" y="23"/>
                </a:lnTo>
                <a:cubicBezTo>
                  <a:pt x="327" y="23"/>
                  <a:pt x="305" y="25"/>
                  <a:pt x="284" y="29"/>
                </a:cubicBezTo>
                <a:cubicBezTo>
                  <a:pt x="264" y="34"/>
                  <a:pt x="243" y="40"/>
                  <a:pt x="224" y="48"/>
                </a:cubicBezTo>
                <a:cubicBezTo>
                  <a:pt x="204" y="56"/>
                  <a:pt x="185" y="66"/>
                  <a:pt x="167" y="78"/>
                </a:cubicBezTo>
                <a:cubicBezTo>
                  <a:pt x="150" y="90"/>
                  <a:pt x="133" y="103"/>
                  <a:pt x="118" y="118"/>
                </a:cubicBezTo>
                <a:cubicBezTo>
                  <a:pt x="103" y="134"/>
                  <a:pt x="90" y="150"/>
                  <a:pt x="78" y="168"/>
                </a:cubicBezTo>
                <a:cubicBezTo>
                  <a:pt x="66" y="185"/>
                  <a:pt x="56" y="204"/>
                  <a:pt x="48" y="224"/>
                </a:cubicBezTo>
                <a:cubicBezTo>
                  <a:pt x="39" y="244"/>
                  <a:pt x="33" y="264"/>
                  <a:pt x="29" y="285"/>
                </a:cubicBezTo>
                <a:cubicBezTo>
                  <a:pt x="25" y="306"/>
                  <a:pt x="23" y="327"/>
                  <a:pt x="23" y="348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84" name="任意多邊形 1383"/>
          <p:cNvSpPr/>
          <p:nvPr/>
        </p:nvSpPr>
        <p:spPr>
          <a:xfrm>
            <a:off x="1027800" y="4721400"/>
            <a:ext cx="8641080" cy="1420920"/>
          </a:xfrm>
          <a:custGeom>
            <a:avLst/>
            <a:gdLst/>
            <a:ahLst/>
            <a:cxnLst/>
            <a:rect l="0" t="0" r="r" b="b"/>
            <a:pathLst>
              <a:path w="24003" h="3947">
                <a:moveTo>
                  <a:pt x="14" y="115"/>
                </a:moveTo>
                <a:cubicBezTo>
                  <a:pt x="23" y="92"/>
                  <a:pt x="37" y="72"/>
                  <a:pt x="54" y="54"/>
                </a:cubicBezTo>
                <a:cubicBezTo>
                  <a:pt x="72" y="37"/>
                  <a:pt x="92" y="23"/>
                  <a:pt x="114" y="14"/>
                </a:cubicBezTo>
                <a:cubicBezTo>
                  <a:pt x="137" y="5"/>
                  <a:pt x="161" y="0"/>
                  <a:pt x="185" y="0"/>
                </a:cubicBezTo>
                <a:lnTo>
                  <a:pt x="23817" y="0"/>
                </a:lnTo>
                <a:cubicBezTo>
                  <a:pt x="23842" y="0"/>
                  <a:pt x="23866" y="5"/>
                  <a:pt x="23888" y="14"/>
                </a:cubicBezTo>
                <a:cubicBezTo>
                  <a:pt x="23911" y="23"/>
                  <a:pt x="23931" y="37"/>
                  <a:pt x="23949" y="54"/>
                </a:cubicBezTo>
                <a:cubicBezTo>
                  <a:pt x="23966" y="72"/>
                  <a:pt x="23979" y="92"/>
                  <a:pt x="23989" y="115"/>
                </a:cubicBezTo>
                <a:cubicBezTo>
                  <a:pt x="23998" y="137"/>
                  <a:pt x="24003" y="161"/>
                  <a:pt x="24003" y="186"/>
                </a:cubicBezTo>
                <a:lnTo>
                  <a:pt x="24003" y="3761"/>
                </a:lnTo>
                <a:cubicBezTo>
                  <a:pt x="24003" y="3786"/>
                  <a:pt x="23998" y="3810"/>
                  <a:pt x="23989" y="3832"/>
                </a:cubicBezTo>
                <a:cubicBezTo>
                  <a:pt x="23979" y="3855"/>
                  <a:pt x="23966" y="3875"/>
                  <a:pt x="23949" y="3893"/>
                </a:cubicBezTo>
                <a:cubicBezTo>
                  <a:pt x="23931" y="3910"/>
                  <a:pt x="23911" y="3924"/>
                  <a:pt x="23888" y="3933"/>
                </a:cubicBezTo>
                <a:cubicBezTo>
                  <a:pt x="23866" y="3942"/>
                  <a:pt x="23842" y="3947"/>
                  <a:pt x="23817" y="3947"/>
                </a:cubicBezTo>
                <a:lnTo>
                  <a:pt x="185" y="3947"/>
                </a:lnTo>
                <a:cubicBezTo>
                  <a:pt x="161" y="3947"/>
                  <a:pt x="137" y="3942"/>
                  <a:pt x="114" y="3933"/>
                </a:cubicBezTo>
                <a:cubicBezTo>
                  <a:pt x="92" y="3924"/>
                  <a:pt x="72" y="3910"/>
                  <a:pt x="54" y="3893"/>
                </a:cubicBezTo>
                <a:cubicBezTo>
                  <a:pt x="37" y="3875"/>
                  <a:pt x="23" y="3855"/>
                  <a:pt x="14" y="3832"/>
                </a:cubicBezTo>
                <a:cubicBezTo>
                  <a:pt x="4" y="3810"/>
                  <a:pt x="0" y="3786"/>
                  <a:pt x="0" y="3761"/>
                </a:cubicBezTo>
                <a:lnTo>
                  <a:pt x="0" y="186"/>
                </a:lnTo>
                <a:cubicBezTo>
                  <a:pt x="0" y="161"/>
                  <a:pt x="4" y="137"/>
                  <a:pt x="14" y="115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85" name="任意多邊形 1384"/>
          <p:cNvSpPr/>
          <p:nvPr/>
        </p:nvSpPr>
        <p:spPr>
          <a:xfrm>
            <a:off x="1027800" y="4721400"/>
            <a:ext cx="8641080" cy="1420920"/>
          </a:xfrm>
          <a:custGeom>
            <a:avLst/>
            <a:gdLst/>
            <a:ahLst/>
            <a:cxnLst/>
            <a:rect l="0" t="0" r="r" b="b"/>
            <a:pathLst>
              <a:path w="24003" h="3947">
                <a:moveTo>
                  <a:pt x="0" y="3761"/>
                </a:moveTo>
                <a:lnTo>
                  <a:pt x="0" y="186"/>
                </a:lnTo>
                <a:cubicBezTo>
                  <a:pt x="0" y="161"/>
                  <a:pt x="4" y="137"/>
                  <a:pt x="14" y="115"/>
                </a:cubicBezTo>
                <a:cubicBezTo>
                  <a:pt x="23" y="92"/>
                  <a:pt x="37" y="72"/>
                  <a:pt x="54" y="54"/>
                </a:cubicBezTo>
                <a:cubicBezTo>
                  <a:pt x="72" y="37"/>
                  <a:pt x="92" y="23"/>
                  <a:pt x="114" y="14"/>
                </a:cubicBezTo>
                <a:cubicBezTo>
                  <a:pt x="137" y="5"/>
                  <a:pt x="161" y="0"/>
                  <a:pt x="185" y="0"/>
                </a:cubicBezTo>
                <a:lnTo>
                  <a:pt x="23817" y="0"/>
                </a:lnTo>
                <a:cubicBezTo>
                  <a:pt x="23842" y="0"/>
                  <a:pt x="23866" y="5"/>
                  <a:pt x="23888" y="14"/>
                </a:cubicBezTo>
                <a:cubicBezTo>
                  <a:pt x="23911" y="23"/>
                  <a:pt x="23931" y="37"/>
                  <a:pt x="23949" y="54"/>
                </a:cubicBezTo>
                <a:cubicBezTo>
                  <a:pt x="23966" y="72"/>
                  <a:pt x="23979" y="92"/>
                  <a:pt x="23989" y="115"/>
                </a:cubicBezTo>
                <a:cubicBezTo>
                  <a:pt x="23998" y="137"/>
                  <a:pt x="24003" y="161"/>
                  <a:pt x="24003" y="186"/>
                </a:cubicBezTo>
                <a:lnTo>
                  <a:pt x="24003" y="3761"/>
                </a:lnTo>
                <a:cubicBezTo>
                  <a:pt x="24003" y="3786"/>
                  <a:pt x="23998" y="3810"/>
                  <a:pt x="23989" y="3832"/>
                </a:cubicBezTo>
                <a:cubicBezTo>
                  <a:pt x="23979" y="3855"/>
                  <a:pt x="23966" y="3875"/>
                  <a:pt x="23949" y="3893"/>
                </a:cubicBezTo>
                <a:cubicBezTo>
                  <a:pt x="23931" y="3910"/>
                  <a:pt x="23911" y="3924"/>
                  <a:pt x="23888" y="3933"/>
                </a:cubicBezTo>
                <a:cubicBezTo>
                  <a:pt x="23866" y="3942"/>
                  <a:pt x="23842" y="3947"/>
                  <a:pt x="23817" y="3947"/>
                </a:cubicBezTo>
                <a:lnTo>
                  <a:pt x="185" y="3947"/>
                </a:lnTo>
                <a:cubicBezTo>
                  <a:pt x="161" y="3947"/>
                  <a:pt x="137" y="3942"/>
                  <a:pt x="114" y="3933"/>
                </a:cubicBezTo>
                <a:cubicBezTo>
                  <a:pt x="92" y="3924"/>
                  <a:pt x="72" y="3910"/>
                  <a:pt x="54" y="3893"/>
                </a:cubicBezTo>
                <a:cubicBezTo>
                  <a:pt x="37" y="3875"/>
                  <a:pt x="23" y="3855"/>
                  <a:pt x="14" y="3832"/>
                </a:cubicBezTo>
                <a:cubicBezTo>
                  <a:pt x="4" y="3810"/>
                  <a:pt x="0" y="3786"/>
                  <a:pt x="0" y="3761"/>
                </a:cubicBezTo>
                <a:moveTo>
                  <a:pt x="23" y="186"/>
                </a:moveTo>
                <a:lnTo>
                  <a:pt x="23" y="3761"/>
                </a:lnTo>
                <a:cubicBezTo>
                  <a:pt x="23" y="3772"/>
                  <a:pt x="24" y="3783"/>
                  <a:pt x="26" y="3793"/>
                </a:cubicBezTo>
                <a:cubicBezTo>
                  <a:pt x="28" y="3804"/>
                  <a:pt x="31" y="3814"/>
                  <a:pt x="35" y="3824"/>
                </a:cubicBezTo>
                <a:cubicBezTo>
                  <a:pt x="39" y="3833"/>
                  <a:pt x="44" y="3843"/>
                  <a:pt x="50" y="3852"/>
                </a:cubicBezTo>
                <a:cubicBezTo>
                  <a:pt x="56" y="3861"/>
                  <a:pt x="63" y="3869"/>
                  <a:pt x="71" y="3876"/>
                </a:cubicBezTo>
                <a:cubicBezTo>
                  <a:pt x="78" y="3884"/>
                  <a:pt x="86" y="3891"/>
                  <a:pt x="95" y="3896"/>
                </a:cubicBezTo>
                <a:cubicBezTo>
                  <a:pt x="104" y="3902"/>
                  <a:pt x="113" y="3907"/>
                  <a:pt x="123" y="3912"/>
                </a:cubicBezTo>
                <a:cubicBezTo>
                  <a:pt x="133" y="3916"/>
                  <a:pt x="143" y="3919"/>
                  <a:pt x="154" y="3921"/>
                </a:cubicBezTo>
                <a:cubicBezTo>
                  <a:pt x="164" y="3923"/>
                  <a:pt x="175" y="3924"/>
                  <a:pt x="185" y="3924"/>
                </a:cubicBezTo>
                <a:lnTo>
                  <a:pt x="23817" y="3924"/>
                </a:lnTo>
                <a:cubicBezTo>
                  <a:pt x="23828" y="3924"/>
                  <a:pt x="23839" y="3923"/>
                  <a:pt x="23849" y="3921"/>
                </a:cubicBezTo>
                <a:cubicBezTo>
                  <a:pt x="23859" y="3919"/>
                  <a:pt x="23870" y="3916"/>
                  <a:pt x="23879" y="3912"/>
                </a:cubicBezTo>
                <a:cubicBezTo>
                  <a:pt x="23889" y="3907"/>
                  <a:pt x="23899" y="3902"/>
                  <a:pt x="23908" y="3896"/>
                </a:cubicBezTo>
                <a:cubicBezTo>
                  <a:pt x="23916" y="3891"/>
                  <a:pt x="23925" y="3884"/>
                  <a:pt x="23932" y="3876"/>
                </a:cubicBezTo>
                <a:cubicBezTo>
                  <a:pt x="23940" y="3869"/>
                  <a:pt x="23946" y="3861"/>
                  <a:pt x="23952" y="3852"/>
                </a:cubicBezTo>
                <a:cubicBezTo>
                  <a:pt x="23958" y="3843"/>
                  <a:pt x="23963" y="3833"/>
                  <a:pt x="23967" y="3824"/>
                </a:cubicBezTo>
                <a:cubicBezTo>
                  <a:pt x="23972" y="3814"/>
                  <a:pt x="23975" y="3804"/>
                  <a:pt x="23977" y="3793"/>
                </a:cubicBezTo>
                <a:cubicBezTo>
                  <a:pt x="23979" y="3783"/>
                  <a:pt x="23980" y="3772"/>
                  <a:pt x="23980" y="3761"/>
                </a:cubicBezTo>
                <a:lnTo>
                  <a:pt x="23980" y="186"/>
                </a:lnTo>
                <a:cubicBezTo>
                  <a:pt x="23980" y="175"/>
                  <a:pt x="23979" y="164"/>
                  <a:pt x="23977" y="154"/>
                </a:cubicBezTo>
                <a:cubicBezTo>
                  <a:pt x="23975" y="143"/>
                  <a:pt x="23972" y="133"/>
                  <a:pt x="23967" y="123"/>
                </a:cubicBezTo>
                <a:cubicBezTo>
                  <a:pt x="23963" y="114"/>
                  <a:pt x="23958" y="104"/>
                  <a:pt x="23952" y="95"/>
                </a:cubicBezTo>
                <a:cubicBezTo>
                  <a:pt x="23946" y="86"/>
                  <a:pt x="23940" y="78"/>
                  <a:pt x="23932" y="71"/>
                </a:cubicBezTo>
                <a:cubicBezTo>
                  <a:pt x="23925" y="63"/>
                  <a:pt x="23916" y="56"/>
                  <a:pt x="23908" y="50"/>
                </a:cubicBezTo>
                <a:cubicBezTo>
                  <a:pt x="23899" y="45"/>
                  <a:pt x="23889" y="40"/>
                  <a:pt x="23879" y="35"/>
                </a:cubicBezTo>
                <a:cubicBezTo>
                  <a:pt x="23870" y="31"/>
                  <a:pt x="23859" y="28"/>
                  <a:pt x="23849" y="26"/>
                </a:cubicBezTo>
                <a:cubicBezTo>
                  <a:pt x="23839" y="24"/>
                  <a:pt x="23828" y="23"/>
                  <a:pt x="23817" y="23"/>
                </a:cubicBezTo>
                <a:lnTo>
                  <a:pt x="185" y="23"/>
                </a:lnTo>
                <a:cubicBezTo>
                  <a:pt x="175" y="23"/>
                  <a:pt x="164" y="24"/>
                  <a:pt x="154" y="26"/>
                </a:cubicBezTo>
                <a:cubicBezTo>
                  <a:pt x="143" y="28"/>
                  <a:pt x="133" y="31"/>
                  <a:pt x="123" y="35"/>
                </a:cubicBezTo>
                <a:cubicBezTo>
                  <a:pt x="113" y="40"/>
                  <a:pt x="104" y="45"/>
                  <a:pt x="95" y="50"/>
                </a:cubicBezTo>
                <a:cubicBezTo>
                  <a:pt x="86" y="56"/>
                  <a:pt x="78" y="63"/>
                  <a:pt x="71" y="71"/>
                </a:cubicBezTo>
                <a:cubicBezTo>
                  <a:pt x="63" y="78"/>
                  <a:pt x="56" y="86"/>
                  <a:pt x="50" y="95"/>
                </a:cubicBezTo>
                <a:cubicBezTo>
                  <a:pt x="44" y="104"/>
                  <a:pt x="39" y="114"/>
                  <a:pt x="35" y="123"/>
                </a:cubicBezTo>
                <a:cubicBezTo>
                  <a:pt x="31" y="133"/>
                  <a:pt x="28" y="143"/>
                  <a:pt x="26" y="154"/>
                </a:cubicBezTo>
                <a:cubicBezTo>
                  <a:pt x="24" y="164"/>
                  <a:pt x="23" y="175"/>
                  <a:pt x="23" y="186"/>
                </a:cubicBezTo>
                <a:close/>
              </a:path>
            </a:pathLst>
          </a:custGeom>
          <a:solidFill>
            <a:srgbClr val="FFFFFF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86" name="文字框 1385"/>
          <p:cNvSpPr txBox="1"/>
          <p:nvPr/>
        </p:nvSpPr>
        <p:spPr>
          <a:xfrm>
            <a:off x="334440" y="312120"/>
            <a:ext cx="2702880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37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未来发展趋势与展望</a:t>
            </a:r>
            <a:endParaRPr lang="en-US" sz="23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87" name="任意多邊形 1386"/>
          <p:cNvSpPr/>
          <p:nvPr/>
        </p:nvSpPr>
        <p:spPr>
          <a:xfrm>
            <a:off x="1027800" y="1044360"/>
            <a:ext cx="4220280" cy="1604880"/>
          </a:xfrm>
          <a:custGeom>
            <a:avLst/>
            <a:gdLst/>
            <a:ahLst/>
            <a:cxnLst/>
            <a:rect l="0" t="0" r="r" b="b"/>
            <a:pathLst>
              <a:path w="11723" h="4458">
                <a:moveTo>
                  <a:pt x="21" y="172"/>
                </a:moveTo>
                <a:cubicBezTo>
                  <a:pt x="35" y="138"/>
                  <a:pt x="55" y="108"/>
                  <a:pt x="81" y="82"/>
                </a:cubicBezTo>
                <a:cubicBezTo>
                  <a:pt x="107" y="56"/>
                  <a:pt x="138" y="35"/>
                  <a:pt x="172" y="21"/>
                </a:cubicBezTo>
                <a:cubicBezTo>
                  <a:pt x="206" y="7"/>
                  <a:pt x="241" y="0"/>
                  <a:pt x="278" y="0"/>
                </a:cubicBezTo>
                <a:lnTo>
                  <a:pt x="11445" y="0"/>
                </a:lnTo>
                <a:cubicBezTo>
                  <a:pt x="11482" y="0"/>
                  <a:pt x="11517" y="7"/>
                  <a:pt x="11551" y="21"/>
                </a:cubicBezTo>
                <a:cubicBezTo>
                  <a:pt x="11585" y="35"/>
                  <a:pt x="11616" y="56"/>
                  <a:pt x="11642" y="82"/>
                </a:cubicBezTo>
                <a:cubicBezTo>
                  <a:pt x="11668" y="108"/>
                  <a:pt x="11688" y="138"/>
                  <a:pt x="11702" y="172"/>
                </a:cubicBezTo>
                <a:cubicBezTo>
                  <a:pt x="11716" y="206"/>
                  <a:pt x="11723" y="242"/>
                  <a:pt x="11723" y="279"/>
                </a:cubicBezTo>
                <a:lnTo>
                  <a:pt x="11723" y="4179"/>
                </a:lnTo>
                <a:cubicBezTo>
                  <a:pt x="11723" y="4216"/>
                  <a:pt x="11716" y="4252"/>
                  <a:pt x="11702" y="4286"/>
                </a:cubicBezTo>
                <a:cubicBezTo>
                  <a:pt x="11688" y="4320"/>
                  <a:pt x="11668" y="4350"/>
                  <a:pt x="11642" y="4376"/>
                </a:cubicBezTo>
                <a:cubicBezTo>
                  <a:pt x="11616" y="4403"/>
                  <a:pt x="11585" y="4423"/>
                  <a:pt x="11551" y="4437"/>
                </a:cubicBezTo>
                <a:cubicBezTo>
                  <a:pt x="11517" y="4451"/>
                  <a:pt x="11482" y="4458"/>
                  <a:pt x="11445" y="4458"/>
                </a:cubicBezTo>
                <a:lnTo>
                  <a:pt x="278" y="4458"/>
                </a:lnTo>
                <a:cubicBezTo>
                  <a:pt x="241" y="4458"/>
                  <a:pt x="206" y="4451"/>
                  <a:pt x="172" y="4437"/>
                </a:cubicBezTo>
                <a:cubicBezTo>
                  <a:pt x="138" y="4423"/>
                  <a:pt x="107" y="4403"/>
                  <a:pt x="81" y="4376"/>
                </a:cubicBezTo>
                <a:cubicBezTo>
                  <a:pt x="55" y="4350"/>
                  <a:pt x="35" y="4320"/>
                  <a:pt x="21" y="4286"/>
                </a:cubicBezTo>
                <a:cubicBezTo>
                  <a:pt x="7" y="4252"/>
                  <a:pt x="0" y="4216"/>
                  <a:pt x="0" y="4179"/>
                </a:cubicBezTo>
                <a:lnTo>
                  <a:pt x="0" y="279"/>
                </a:lnTo>
                <a:cubicBezTo>
                  <a:pt x="0" y="242"/>
                  <a:pt x="7" y="206"/>
                  <a:pt x="21" y="172"/>
                </a:cubicBezTo>
                <a:close/>
              </a:path>
            </a:pathLst>
          </a:custGeom>
          <a:solidFill>
            <a:srgbClr val="FFFFFF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88" name="任意多邊形 1387"/>
          <p:cNvSpPr/>
          <p:nvPr/>
        </p:nvSpPr>
        <p:spPr>
          <a:xfrm>
            <a:off x="1027800" y="1044360"/>
            <a:ext cx="4220280" cy="1604880"/>
          </a:xfrm>
          <a:custGeom>
            <a:avLst/>
            <a:gdLst/>
            <a:ahLst/>
            <a:cxnLst/>
            <a:rect l="0" t="0" r="r" b="b"/>
            <a:pathLst>
              <a:path w="11723" h="4458">
                <a:moveTo>
                  <a:pt x="0" y="4179"/>
                </a:moveTo>
                <a:lnTo>
                  <a:pt x="0" y="279"/>
                </a:lnTo>
                <a:cubicBezTo>
                  <a:pt x="0" y="242"/>
                  <a:pt x="7" y="206"/>
                  <a:pt x="21" y="172"/>
                </a:cubicBezTo>
                <a:cubicBezTo>
                  <a:pt x="35" y="138"/>
                  <a:pt x="55" y="108"/>
                  <a:pt x="81" y="82"/>
                </a:cubicBezTo>
                <a:cubicBezTo>
                  <a:pt x="107" y="56"/>
                  <a:pt x="138" y="35"/>
                  <a:pt x="172" y="21"/>
                </a:cubicBezTo>
                <a:cubicBezTo>
                  <a:pt x="206" y="7"/>
                  <a:pt x="241" y="0"/>
                  <a:pt x="278" y="0"/>
                </a:cubicBezTo>
                <a:lnTo>
                  <a:pt x="11445" y="0"/>
                </a:lnTo>
                <a:cubicBezTo>
                  <a:pt x="11482" y="0"/>
                  <a:pt x="11517" y="7"/>
                  <a:pt x="11551" y="21"/>
                </a:cubicBezTo>
                <a:cubicBezTo>
                  <a:pt x="11585" y="35"/>
                  <a:pt x="11616" y="56"/>
                  <a:pt x="11642" y="82"/>
                </a:cubicBezTo>
                <a:cubicBezTo>
                  <a:pt x="11668" y="108"/>
                  <a:pt x="11688" y="138"/>
                  <a:pt x="11702" y="172"/>
                </a:cubicBezTo>
                <a:cubicBezTo>
                  <a:pt x="11716" y="206"/>
                  <a:pt x="11723" y="242"/>
                  <a:pt x="11723" y="279"/>
                </a:cubicBezTo>
                <a:lnTo>
                  <a:pt x="11723" y="4179"/>
                </a:lnTo>
                <a:cubicBezTo>
                  <a:pt x="11723" y="4216"/>
                  <a:pt x="11716" y="4252"/>
                  <a:pt x="11702" y="4286"/>
                </a:cubicBezTo>
                <a:cubicBezTo>
                  <a:pt x="11688" y="4320"/>
                  <a:pt x="11668" y="4350"/>
                  <a:pt x="11642" y="4376"/>
                </a:cubicBezTo>
                <a:cubicBezTo>
                  <a:pt x="11616" y="4403"/>
                  <a:pt x="11585" y="4423"/>
                  <a:pt x="11551" y="4437"/>
                </a:cubicBezTo>
                <a:cubicBezTo>
                  <a:pt x="11517" y="4451"/>
                  <a:pt x="11482" y="4458"/>
                  <a:pt x="11445" y="4458"/>
                </a:cubicBezTo>
                <a:lnTo>
                  <a:pt x="278" y="4458"/>
                </a:lnTo>
                <a:cubicBezTo>
                  <a:pt x="241" y="4458"/>
                  <a:pt x="206" y="4451"/>
                  <a:pt x="172" y="4437"/>
                </a:cubicBezTo>
                <a:cubicBezTo>
                  <a:pt x="138" y="4423"/>
                  <a:pt x="107" y="4403"/>
                  <a:pt x="81" y="4376"/>
                </a:cubicBezTo>
                <a:cubicBezTo>
                  <a:pt x="55" y="4350"/>
                  <a:pt x="35" y="4320"/>
                  <a:pt x="21" y="4286"/>
                </a:cubicBezTo>
                <a:cubicBezTo>
                  <a:pt x="7" y="4252"/>
                  <a:pt x="0" y="4216"/>
                  <a:pt x="0" y="4179"/>
                </a:cubicBezTo>
                <a:moveTo>
                  <a:pt x="23" y="279"/>
                </a:moveTo>
                <a:lnTo>
                  <a:pt x="23" y="4179"/>
                </a:lnTo>
                <a:cubicBezTo>
                  <a:pt x="23" y="4196"/>
                  <a:pt x="25" y="4213"/>
                  <a:pt x="28" y="4229"/>
                </a:cubicBezTo>
                <a:cubicBezTo>
                  <a:pt x="31" y="4246"/>
                  <a:pt x="36" y="4262"/>
                  <a:pt x="42" y="4277"/>
                </a:cubicBezTo>
                <a:cubicBezTo>
                  <a:pt x="49" y="4293"/>
                  <a:pt x="57" y="4307"/>
                  <a:pt x="66" y="4321"/>
                </a:cubicBezTo>
                <a:cubicBezTo>
                  <a:pt x="75" y="4335"/>
                  <a:pt x="86" y="4348"/>
                  <a:pt x="98" y="4360"/>
                </a:cubicBezTo>
                <a:cubicBezTo>
                  <a:pt x="110" y="4372"/>
                  <a:pt x="122" y="4382"/>
                  <a:pt x="136" y="4392"/>
                </a:cubicBezTo>
                <a:cubicBezTo>
                  <a:pt x="150" y="4401"/>
                  <a:pt x="165" y="4409"/>
                  <a:pt x="181" y="4415"/>
                </a:cubicBezTo>
                <a:cubicBezTo>
                  <a:pt x="196" y="4422"/>
                  <a:pt x="212" y="4427"/>
                  <a:pt x="228" y="4430"/>
                </a:cubicBezTo>
                <a:cubicBezTo>
                  <a:pt x="245" y="4433"/>
                  <a:pt x="261" y="4435"/>
                  <a:pt x="278" y="4435"/>
                </a:cubicBezTo>
                <a:lnTo>
                  <a:pt x="11445" y="4435"/>
                </a:lnTo>
                <a:cubicBezTo>
                  <a:pt x="11462" y="4435"/>
                  <a:pt x="11478" y="4433"/>
                  <a:pt x="11495" y="4430"/>
                </a:cubicBezTo>
                <a:cubicBezTo>
                  <a:pt x="11511" y="4427"/>
                  <a:pt x="11527" y="4422"/>
                  <a:pt x="11542" y="4415"/>
                </a:cubicBezTo>
                <a:cubicBezTo>
                  <a:pt x="11558" y="4409"/>
                  <a:pt x="11573" y="4401"/>
                  <a:pt x="11587" y="4392"/>
                </a:cubicBezTo>
                <a:cubicBezTo>
                  <a:pt x="11601" y="4382"/>
                  <a:pt x="11613" y="4372"/>
                  <a:pt x="11625" y="4360"/>
                </a:cubicBezTo>
                <a:cubicBezTo>
                  <a:pt x="11637" y="4348"/>
                  <a:pt x="11648" y="4335"/>
                  <a:pt x="11657" y="4321"/>
                </a:cubicBezTo>
                <a:cubicBezTo>
                  <a:pt x="11666" y="4307"/>
                  <a:pt x="11674" y="4293"/>
                  <a:pt x="11681" y="4277"/>
                </a:cubicBezTo>
                <a:cubicBezTo>
                  <a:pt x="11687" y="4262"/>
                  <a:pt x="11692" y="4246"/>
                  <a:pt x="11695" y="4229"/>
                </a:cubicBezTo>
                <a:cubicBezTo>
                  <a:pt x="11698" y="4213"/>
                  <a:pt x="11700" y="4196"/>
                  <a:pt x="11700" y="4179"/>
                </a:cubicBezTo>
                <a:lnTo>
                  <a:pt x="11700" y="279"/>
                </a:lnTo>
                <a:cubicBezTo>
                  <a:pt x="11700" y="262"/>
                  <a:pt x="11698" y="245"/>
                  <a:pt x="11695" y="229"/>
                </a:cubicBezTo>
                <a:cubicBezTo>
                  <a:pt x="11692" y="212"/>
                  <a:pt x="11687" y="196"/>
                  <a:pt x="11681" y="181"/>
                </a:cubicBezTo>
                <a:cubicBezTo>
                  <a:pt x="11674" y="165"/>
                  <a:pt x="11666" y="151"/>
                  <a:pt x="11657" y="137"/>
                </a:cubicBezTo>
                <a:cubicBezTo>
                  <a:pt x="11648" y="123"/>
                  <a:pt x="11637" y="110"/>
                  <a:pt x="11625" y="98"/>
                </a:cubicBezTo>
                <a:cubicBezTo>
                  <a:pt x="11613" y="86"/>
                  <a:pt x="11601" y="76"/>
                  <a:pt x="11587" y="66"/>
                </a:cubicBezTo>
                <a:cubicBezTo>
                  <a:pt x="11573" y="57"/>
                  <a:pt x="11558" y="49"/>
                  <a:pt x="11542" y="43"/>
                </a:cubicBezTo>
                <a:cubicBezTo>
                  <a:pt x="11527" y="36"/>
                  <a:pt x="11511" y="32"/>
                  <a:pt x="11495" y="28"/>
                </a:cubicBezTo>
                <a:cubicBezTo>
                  <a:pt x="11478" y="25"/>
                  <a:pt x="11462" y="23"/>
                  <a:pt x="11445" y="23"/>
                </a:cubicBezTo>
                <a:lnTo>
                  <a:pt x="278" y="23"/>
                </a:lnTo>
                <a:cubicBezTo>
                  <a:pt x="261" y="23"/>
                  <a:pt x="245" y="25"/>
                  <a:pt x="228" y="28"/>
                </a:cubicBezTo>
                <a:cubicBezTo>
                  <a:pt x="212" y="32"/>
                  <a:pt x="196" y="36"/>
                  <a:pt x="181" y="43"/>
                </a:cubicBezTo>
                <a:cubicBezTo>
                  <a:pt x="165" y="49"/>
                  <a:pt x="150" y="57"/>
                  <a:pt x="136" y="66"/>
                </a:cubicBezTo>
                <a:cubicBezTo>
                  <a:pt x="122" y="76"/>
                  <a:pt x="110" y="86"/>
                  <a:pt x="98" y="98"/>
                </a:cubicBezTo>
                <a:cubicBezTo>
                  <a:pt x="86" y="110"/>
                  <a:pt x="75" y="123"/>
                  <a:pt x="66" y="137"/>
                </a:cubicBezTo>
                <a:cubicBezTo>
                  <a:pt x="57" y="151"/>
                  <a:pt x="49" y="165"/>
                  <a:pt x="42" y="181"/>
                </a:cubicBezTo>
                <a:cubicBezTo>
                  <a:pt x="36" y="196"/>
                  <a:pt x="31" y="212"/>
                  <a:pt x="28" y="229"/>
                </a:cubicBezTo>
                <a:cubicBezTo>
                  <a:pt x="25" y="245"/>
                  <a:pt x="23" y="262"/>
                  <a:pt x="23" y="279"/>
                </a:cubicBezTo>
                <a:close/>
              </a:path>
            </a:pathLst>
          </a:custGeom>
          <a:solidFill>
            <a:srgbClr val="FFFFFF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89" name="任意多邊形 1388"/>
          <p:cNvSpPr/>
          <p:nvPr/>
        </p:nvSpPr>
        <p:spPr>
          <a:xfrm>
            <a:off x="1203120" y="1220040"/>
            <a:ext cx="418320" cy="417960"/>
          </a:xfrm>
          <a:custGeom>
            <a:avLst/>
            <a:gdLst/>
            <a:ahLst/>
            <a:cxnLst/>
            <a:rect l="0" t="0" r="r" b="b"/>
            <a:pathLst>
              <a:path w="1162" h="1161">
                <a:moveTo>
                  <a:pt x="1162" y="580"/>
                </a:moveTo>
                <a:cubicBezTo>
                  <a:pt x="1162" y="599"/>
                  <a:pt x="1161" y="618"/>
                  <a:pt x="1159" y="637"/>
                </a:cubicBezTo>
                <a:cubicBezTo>
                  <a:pt x="1157" y="656"/>
                  <a:pt x="1154" y="676"/>
                  <a:pt x="1151" y="694"/>
                </a:cubicBezTo>
                <a:cubicBezTo>
                  <a:pt x="1147" y="713"/>
                  <a:pt x="1142" y="731"/>
                  <a:pt x="1137" y="749"/>
                </a:cubicBezTo>
                <a:cubicBezTo>
                  <a:pt x="1131" y="768"/>
                  <a:pt x="1125" y="785"/>
                  <a:pt x="1118" y="803"/>
                </a:cubicBezTo>
                <a:cubicBezTo>
                  <a:pt x="1110" y="821"/>
                  <a:pt x="1102" y="838"/>
                  <a:pt x="1093" y="854"/>
                </a:cubicBezTo>
                <a:cubicBezTo>
                  <a:pt x="1084" y="871"/>
                  <a:pt x="1075" y="888"/>
                  <a:pt x="1064" y="903"/>
                </a:cubicBezTo>
                <a:cubicBezTo>
                  <a:pt x="1053" y="919"/>
                  <a:pt x="1042" y="934"/>
                  <a:pt x="1030" y="949"/>
                </a:cubicBezTo>
                <a:cubicBezTo>
                  <a:pt x="1018" y="964"/>
                  <a:pt x="1005" y="978"/>
                  <a:pt x="992" y="991"/>
                </a:cubicBezTo>
                <a:cubicBezTo>
                  <a:pt x="978" y="1005"/>
                  <a:pt x="964" y="1017"/>
                  <a:pt x="950" y="1030"/>
                </a:cubicBezTo>
                <a:cubicBezTo>
                  <a:pt x="935" y="1042"/>
                  <a:pt x="920" y="1053"/>
                  <a:pt x="904" y="1063"/>
                </a:cubicBezTo>
                <a:cubicBezTo>
                  <a:pt x="888" y="1074"/>
                  <a:pt x="872" y="1084"/>
                  <a:pt x="855" y="1093"/>
                </a:cubicBezTo>
                <a:cubicBezTo>
                  <a:pt x="838" y="1102"/>
                  <a:pt x="821" y="1110"/>
                  <a:pt x="804" y="1117"/>
                </a:cubicBezTo>
                <a:cubicBezTo>
                  <a:pt x="786" y="1124"/>
                  <a:pt x="768" y="1131"/>
                  <a:pt x="750" y="1136"/>
                </a:cubicBezTo>
                <a:cubicBezTo>
                  <a:pt x="732" y="1142"/>
                  <a:pt x="712" y="1146"/>
                  <a:pt x="694" y="1150"/>
                </a:cubicBezTo>
                <a:cubicBezTo>
                  <a:pt x="675" y="1154"/>
                  <a:pt x="656" y="1157"/>
                  <a:pt x="637" y="1158"/>
                </a:cubicBezTo>
                <a:cubicBezTo>
                  <a:pt x="618" y="1160"/>
                  <a:pt x="600" y="1161"/>
                  <a:pt x="581" y="1161"/>
                </a:cubicBezTo>
                <a:cubicBezTo>
                  <a:pt x="562" y="1161"/>
                  <a:pt x="543" y="1160"/>
                  <a:pt x="524" y="1158"/>
                </a:cubicBezTo>
                <a:cubicBezTo>
                  <a:pt x="505" y="1157"/>
                  <a:pt x="486" y="1154"/>
                  <a:pt x="467" y="1150"/>
                </a:cubicBezTo>
                <a:cubicBezTo>
                  <a:pt x="449" y="1146"/>
                  <a:pt x="430" y="1142"/>
                  <a:pt x="412" y="1136"/>
                </a:cubicBezTo>
                <a:cubicBezTo>
                  <a:pt x="394" y="1131"/>
                  <a:pt x="376" y="1124"/>
                  <a:pt x="358" y="1117"/>
                </a:cubicBezTo>
                <a:cubicBezTo>
                  <a:pt x="341" y="1110"/>
                  <a:pt x="324" y="1102"/>
                  <a:pt x="307" y="1093"/>
                </a:cubicBezTo>
                <a:cubicBezTo>
                  <a:pt x="290" y="1084"/>
                  <a:pt x="274" y="1074"/>
                  <a:pt x="258" y="1063"/>
                </a:cubicBezTo>
                <a:cubicBezTo>
                  <a:pt x="242" y="1053"/>
                  <a:pt x="227" y="1042"/>
                  <a:pt x="212" y="1030"/>
                </a:cubicBezTo>
                <a:cubicBezTo>
                  <a:pt x="198" y="1017"/>
                  <a:pt x="184" y="1005"/>
                  <a:pt x="170" y="991"/>
                </a:cubicBezTo>
                <a:cubicBezTo>
                  <a:pt x="157" y="978"/>
                  <a:pt x="144" y="964"/>
                  <a:pt x="132" y="949"/>
                </a:cubicBezTo>
                <a:cubicBezTo>
                  <a:pt x="120" y="934"/>
                  <a:pt x="109" y="919"/>
                  <a:pt x="98" y="903"/>
                </a:cubicBezTo>
                <a:cubicBezTo>
                  <a:pt x="87" y="888"/>
                  <a:pt x="78" y="871"/>
                  <a:pt x="69" y="854"/>
                </a:cubicBezTo>
                <a:cubicBezTo>
                  <a:pt x="60" y="838"/>
                  <a:pt x="52" y="821"/>
                  <a:pt x="44" y="803"/>
                </a:cubicBezTo>
                <a:cubicBezTo>
                  <a:pt x="37" y="785"/>
                  <a:pt x="31" y="768"/>
                  <a:pt x="25" y="749"/>
                </a:cubicBezTo>
                <a:cubicBezTo>
                  <a:pt x="20" y="731"/>
                  <a:pt x="15" y="713"/>
                  <a:pt x="11" y="694"/>
                </a:cubicBezTo>
                <a:cubicBezTo>
                  <a:pt x="8" y="676"/>
                  <a:pt x="5" y="656"/>
                  <a:pt x="3" y="637"/>
                </a:cubicBezTo>
                <a:cubicBezTo>
                  <a:pt x="1" y="618"/>
                  <a:pt x="0" y="599"/>
                  <a:pt x="0" y="580"/>
                </a:cubicBezTo>
                <a:cubicBezTo>
                  <a:pt x="0" y="561"/>
                  <a:pt x="1" y="542"/>
                  <a:pt x="3" y="523"/>
                </a:cubicBezTo>
                <a:cubicBezTo>
                  <a:pt x="5" y="504"/>
                  <a:pt x="8" y="485"/>
                  <a:pt x="11" y="467"/>
                </a:cubicBezTo>
                <a:cubicBezTo>
                  <a:pt x="15" y="448"/>
                  <a:pt x="20" y="430"/>
                  <a:pt x="25" y="411"/>
                </a:cubicBezTo>
                <a:cubicBezTo>
                  <a:pt x="31" y="393"/>
                  <a:pt x="37" y="375"/>
                  <a:pt x="44" y="358"/>
                </a:cubicBezTo>
                <a:cubicBezTo>
                  <a:pt x="52" y="340"/>
                  <a:pt x="60" y="323"/>
                  <a:pt x="69" y="306"/>
                </a:cubicBezTo>
                <a:cubicBezTo>
                  <a:pt x="78" y="290"/>
                  <a:pt x="87" y="273"/>
                  <a:pt x="98" y="258"/>
                </a:cubicBezTo>
                <a:cubicBezTo>
                  <a:pt x="109" y="242"/>
                  <a:pt x="120" y="226"/>
                  <a:pt x="132" y="212"/>
                </a:cubicBezTo>
                <a:cubicBezTo>
                  <a:pt x="144" y="197"/>
                  <a:pt x="157" y="183"/>
                  <a:pt x="170" y="170"/>
                </a:cubicBezTo>
                <a:cubicBezTo>
                  <a:pt x="184" y="156"/>
                  <a:pt x="198" y="143"/>
                  <a:pt x="212" y="131"/>
                </a:cubicBezTo>
                <a:cubicBezTo>
                  <a:pt x="227" y="119"/>
                  <a:pt x="242" y="108"/>
                  <a:pt x="258" y="97"/>
                </a:cubicBezTo>
                <a:cubicBezTo>
                  <a:pt x="274" y="87"/>
                  <a:pt x="290" y="77"/>
                  <a:pt x="307" y="68"/>
                </a:cubicBezTo>
                <a:cubicBezTo>
                  <a:pt x="324" y="59"/>
                  <a:pt x="341" y="51"/>
                  <a:pt x="358" y="44"/>
                </a:cubicBezTo>
                <a:cubicBezTo>
                  <a:pt x="376" y="37"/>
                  <a:pt x="394" y="30"/>
                  <a:pt x="412" y="25"/>
                </a:cubicBezTo>
                <a:cubicBezTo>
                  <a:pt x="430" y="19"/>
                  <a:pt x="449" y="14"/>
                  <a:pt x="467" y="11"/>
                </a:cubicBezTo>
                <a:cubicBezTo>
                  <a:pt x="486" y="7"/>
                  <a:pt x="505" y="4"/>
                  <a:pt x="524" y="2"/>
                </a:cubicBezTo>
                <a:cubicBezTo>
                  <a:pt x="543" y="1"/>
                  <a:pt x="562" y="0"/>
                  <a:pt x="581" y="0"/>
                </a:cubicBezTo>
                <a:cubicBezTo>
                  <a:pt x="600" y="0"/>
                  <a:pt x="618" y="1"/>
                  <a:pt x="637" y="2"/>
                </a:cubicBezTo>
                <a:cubicBezTo>
                  <a:pt x="656" y="4"/>
                  <a:pt x="675" y="7"/>
                  <a:pt x="694" y="11"/>
                </a:cubicBezTo>
                <a:cubicBezTo>
                  <a:pt x="712" y="14"/>
                  <a:pt x="732" y="19"/>
                  <a:pt x="750" y="25"/>
                </a:cubicBezTo>
                <a:cubicBezTo>
                  <a:pt x="768" y="30"/>
                  <a:pt x="786" y="37"/>
                  <a:pt x="804" y="44"/>
                </a:cubicBezTo>
                <a:cubicBezTo>
                  <a:pt x="821" y="51"/>
                  <a:pt x="838" y="59"/>
                  <a:pt x="855" y="68"/>
                </a:cubicBezTo>
                <a:cubicBezTo>
                  <a:pt x="872" y="77"/>
                  <a:pt x="888" y="87"/>
                  <a:pt x="904" y="97"/>
                </a:cubicBezTo>
                <a:cubicBezTo>
                  <a:pt x="920" y="108"/>
                  <a:pt x="935" y="119"/>
                  <a:pt x="950" y="131"/>
                </a:cubicBezTo>
                <a:cubicBezTo>
                  <a:pt x="964" y="143"/>
                  <a:pt x="978" y="156"/>
                  <a:pt x="992" y="170"/>
                </a:cubicBezTo>
                <a:cubicBezTo>
                  <a:pt x="1005" y="183"/>
                  <a:pt x="1018" y="197"/>
                  <a:pt x="1030" y="212"/>
                </a:cubicBezTo>
                <a:cubicBezTo>
                  <a:pt x="1042" y="226"/>
                  <a:pt x="1053" y="242"/>
                  <a:pt x="1064" y="258"/>
                </a:cubicBezTo>
                <a:cubicBezTo>
                  <a:pt x="1075" y="273"/>
                  <a:pt x="1084" y="290"/>
                  <a:pt x="1093" y="306"/>
                </a:cubicBezTo>
                <a:cubicBezTo>
                  <a:pt x="1102" y="323"/>
                  <a:pt x="1110" y="340"/>
                  <a:pt x="1118" y="358"/>
                </a:cubicBezTo>
                <a:cubicBezTo>
                  <a:pt x="1125" y="375"/>
                  <a:pt x="1131" y="393"/>
                  <a:pt x="1137" y="411"/>
                </a:cubicBezTo>
                <a:cubicBezTo>
                  <a:pt x="1142" y="430"/>
                  <a:pt x="1147" y="448"/>
                  <a:pt x="1151" y="467"/>
                </a:cubicBezTo>
                <a:cubicBezTo>
                  <a:pt x="1154" y="485"/>
                  <a:pt x="1157" y="504"/>
                  <a:pt x="1159" y="523"/>
                </a:cubicBezTo>
                <a:cubicBezTo>
                  <a:pt x="1161" y="542"/>
                  <a:pt x="1162" y="561"/>
                  <a:pt x="1162" y="580"/>
                </a:cubicBezTo>
                <a:close/>
              </a:path>
            </a:pathLst>
          </a:custGeom>
          <a:solidFill>
            <a:srgbClr val="1D4E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90" name="文字框 1389"/>
          <p:cNvSpPr txBox="1"/>
          <p:nvPr/>
        </p:nvSpPr>
        <p:spPr>
          <a:xfrm>
            <a:off x="1027800" y="624600"/>
            <a:ext cx="720936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全球数字货币格局正经历前所未有的变革，稳定币与数字人民币的互操作性将成为关键发展方向。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391" name="圖片 1390"/>
          <p:cNvPicPr/>
          <p:nvPr/>
        </p:nvPicPr>
        <p:blipFill>
          <a:blip r:embed="rId2"/>
          <a:stretch>
            <a:fillRect/>
          </a:stretch>
        </p:blipFill>
        <p:spPr>
          <a:xfrm>
            <a:off x="1738080" y="176328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2" name="文字框 1391"/>
          <p:cNvSpPr txBox="1"/>
          <p:nvPr/>
        </p:nvSpPr>
        <p:spPr>
          <a:xfrm>
            <a:off x="1755000" y="1227600"/>
            <a:ext cx="22136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合规港元稳定币作为桥梁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93" name="文字框 1392"/>
          <p:cNvSpPr txBox="1"/>
          <p:nvPr/>
        </p:nvSpPr>
        <p:spPr>
          <a:xfrm>
            <a:off x="1938600" y="175608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94" name="文字框 1393"/>
          <p:cNvSpPr txBox="1"/>
          <p:nvPr/>
        </p:nvSpPr>
        <p:spPr>
          <a:xfrm>
            <a:off x="1981080" y="1751400"/>
            <a:ext cx="9396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香港稳定币可在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95" name="文字框 1394"/>
          <p:cNvSpPr txBox="1"/>
          <p:nvPr/>
        </p:nvSpPr>
        <p:spPr>
          <a:xfrm>
            <a:off x="2917080" y="175608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96" name="文字框 1395"/>
          <p:cNvSpPr txBox="1"/>
          <p:nvPr/>
        </p:nvSpPr>
        <p:spPr>
          <a:xfrm>
            <a:off x="2978640" y="1751400"/>
            <a:ext cx="537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一国两制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97" name="文字框 1396"/>
          <p:cNvSpPr txBox="1"/>
          <p:nvPr/>
        </p:nvSpPr>
        <p:spPr>
          <a:xfrm>
            <a:off x="3513600" y="175608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398" name="圖片 1397"/>
          <p:cNvPicPr/>
          <p:nvPr/>
        </p:nvPicPr>
        <p:blipFill>
          <a:blip r:embed="rId2"/>
          <a:stretch>
            <a:fillRect/>
          </a:stretch>
        </p:blipFill>
        <p:spPr>
          <a:xfrm>
            <a:off x="1738080" y="203076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9" name="文字框 1398"/>
          <p:cNvSpPr txBox="1"/>
          <p:nvPr/>
        </p:nvSpPr>
        <p:spPr>
          <a:xfrm>
            <a:off x="3575160" y="1751400"/>
            <a:ext cx="12078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框架下实现合规发行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00" name="文字框 1399"/>
          <p:cNvSpPr txBox="1"/>
          <p:nvPr/>
        </p:nvSpPr>
        <p:spPr>
          <a:xfrm>
            <a:off x="1938600" y="2023560"/>
            <a:ext cx="4266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100%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401" name="圖片 1400"/>
          <p:cNvPicPr/>
          <p:nvPr/>
        </p:nvPicPr>
        <p:blipFill>
          <a:blip r:embed="rId2"/>
          <a:stretch>
            <a:fillRect/>
          </a:stretch>
        </p:blipFill>
        <p:spPr>
          <a:xfrm>
            <a:off x="1738080" y="229824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2" name="文字框 1401"/>
          <p:cNvSpPr txBox="1"/>
          <p:nvPr/>
        </p:nvSpPr>
        <p:spPr>
          <a:xfrm>
            <a:off x="2363400" y="2018880"/>
            <a:ext cx="20124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抵押品要求提升市场信任与稳定性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03" name="文字框 1402"/>
          <p:cNvSpPr txBox="1"/>
          <p:nvPr/>
        </p:nvSpPr>
        <p:spPr>
          <a:xfrm>
            <a:off x="1938600" y="229104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04" name="文字框 1403"/>
          <p:cNvSpPr txBox="1"/>
          <p:nvPr/>
        </p:nvSpPr>
        <p:spPr>
          <a:xfrm>
            <a:off x="1981080" y="2286360"/>
            <a:ext cx="6714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香港金管局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05" name="文字框 1404"/>
          <p:cNvSpPr txBox="1"/>
          <p:nvPr/>
        </p:nvSpPr>
        <p:spPr>
          <a:xfrm>
            <a:off x="2649960" y="229104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06" name="文字框 1405"/>
          <p:cNvSpPr txBox="1"/>
          <p:nvPr/>
        </p:nvSpPr>
        <p:spPr>
          <a:xfrm>
            <a:off x="2711160" y="2286360"/>
            <a:ext cx="268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沙盒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07" name="文字框 1406"/>
          <p:cNvSpPr txBox="1"/>
          <p:nvPr/>
        </p:nvSpPr>
        <p:spPr>
          <a:xfrm>
            <a:off x="2978640" y="229104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08" name="任意多邊形 1407"/>
          <p:cNvSpPr/>
          <p:nvPr/>
        </p:nvSpPr>
        <p:spPr>
          <a:xfrm>
            <a:off x="5448240" y="1044360"/>
            <a:ext cx="4220640" cy="1604880"/>
          </a:xfrm>
          <a:custGeom>
            <a:avLst/>
            <a:gdLst/>
            <a:ahLst/>
            <a:cxnLst/>
            <a:rect l="0" t="0" r="r" b="b"/>
            <a:pathLst>
              <a:path w="11724" h="4458">
                <a:moveTo>
                  <a:pt x="22" y="172"/>
                </a:moveTo>
                <a:cubicBezTo>
                  <a:pt x="36" y="138"/>
                  <a:pt x="56" y="108"/>
                  <a:pt x="82" y="82"/>
                </a:cubicBezTo>
                <a:cubicBezTo>
                  <a:pt x="108" y="56"/>
                  <a:pt x="138" y="35"/>
                  <a:pt x="172" y="21"/>
                </a:cubicBezTo>
                <a:cubicBezTo>
                  <a:pt x="206" y="7"/>
                  <a:pt x="242" y="0"/>
                  <a:pt x="279" y="0"/>
                </a:cubicBezTo>
                <a:lnTo>
                  <a:pt x="11445" y="0"/>
                </a:lnTo>
                <a:cubicBezTo>
                  <a:pt x="11482" y="0"/>
                  <a:pt x="11518" y="7"/>
                  <a:pt x="11552" y="21"/>
                </a:cubicBezTo>
                <a:cubicBezTo>
                  <a:pt x="11586" y="35"/>
                  <a:pt x="11616" y="56"/>
                  <a:pt x="11642" y="82"/>
                </a:cubicBezTo>
                <a:cubicBezTo>
                  <a:pt x="11669" y="108"/>
                  <a:pt x="11689" y="138"/>
                  <a:pt x="11703" y="172"/>
                </a:cubicBezTo>
                <a:cubicBezTo>
                  <a:pt x="11717" y="206"/>
                  <a:pt x="11724" y="242"/>
                  <a:pt x="11724" y="279"/>
                </a:cubicBezTo>
                <a:lnTo>
                  <a:pt x="11724" y="4179"/>
                </a:lnTo>
                <a:cubicBezTo>
                  <a:pt x="11724" y="4216"/>
                  <a:pt x="11717" y="4252"/>
                  <a:pt x="11703" y="4286"/>
                </a:cubicBezTo>
                <a:cubicBezTo>
                  <a:pt x="11689" y="4320"/>
                  <a:pt x="11669" y="4350"/>
                  <a:pt x="11642" y="4376"/>
                </a:cubicBezTo>
                <a:cubicBezTo>
                  <a:pt x="11616" y="4403"/>
                  <a:pt x="11586" y="4423"/>
                  <a:pt x="11552" y="4437"/>
                </a:cubicBezTo>
                <a:cubicBezTo>
                  <a:pt x="11518" y="4451"/>
                  <a:pt x="11482" y="4458"/>
                  <a:pt x="11445" y="4458"/>
                </a:cubicBezTo>
                <a:lnTo>
                  <a:pt x="279" y="4458"/>
                </a:lnTo>
                <a:cubicBezTo>
                  <a:pt x="242" y="4458"/>
                  <a:pt x="206" y="4451"/>
                  <a:pt x="172" y="4437"/>
                </a:cubicBezTo>
                <a:cubicBezTo>
                  <a:pt x="138" y="4423"/>
                  <a:pt x="108" y="4403"/>
                  <a:pt x="82" y="4376"/>
                </a:cubicBezTo>
                <a:cubicBezTo>
                  <a:pt x="56" y="4350"/>
                  <a:pt x="36" y="4320"/>
                  <a:pt x="22" y="4286"/>
                </a:cubicBezTo>
                <a:cubicBezTo>
                  <a:pt x="7" y="4252"/>
                  <a:pt x="0" y="4217"/>
                  <a:pt x="0" y="4180"/>
                </a:cubicBezTo>
                <a:lnTo>
                  <a:pt x="0" y="279"/>
                </a:lnTo>
                <a:cubicBezTo>
                  <a:pt x="0" y="242"/>
                  <a:pt x="7" y="206"/>
                  <a:pt x="22" y="172"/>
                </a:cubicBezTo>
                <a:close/>
              </a:path>
            </a:pathLst>
          </a:custGeom>
          <a:solidFill>
            <a:srgbClr val="FFFFFF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09" name="任意多邊形 1408"/>
          <p:cNvSpPr/>
          <p:nvPr/>
        </p:nvSpPr>
        <p:spPr>
          <a:xfrm>
            <a:off x="5448240" y="1044360"/>
            <a:ext cx="4220640" cy="1604880"/>
          </a:xfrm>
          <a:custGeom>
            <a:avLst/>
            <a:gdLst/>
            <a:ahLst/>
            <a:cxnLst/>
            <a:rect l="0" t="0" r="r" b="b"/>
            <a:pathLst>
              <a:path w="11724" h="4458">
                <a:moveTo>
                  <a:pt x="0" y="4179"/>
                </a:moveTo>
                <a:lnTo>
                  <a:pt x="0" y="279"/>
                </a:lnTo>
                <a:cubicBezTo>
                  <a:pt x="0" y="242"/>
                  <a:pt x="7" y="206"/>
                  <a:pt x="22" y="172"/>
                </a:cubicBezTo>
                <a:cubicBezTo>
                  <a:pt x="36" y="138"/>
                  <a:pt x="56" y="108"/>
                  <a:pt x="82" y="82"/>
                </a:cubicBezTo>
                <a:cubicBezTo>
                  <a:pt x="108" y="56"/>
                  <a:pt x="138" y="35"/>
                  <a:pt x="172" y="21"/>
                </a:cubicBezTo>
                <a:cubicBezTo>
                  <a:pt x="206" y="7"/>
                  <a:pt x="242" y="0"/>
                  <a:pt x="279" y="0"/>
                </a:cubicBezTo>
                <a:lnTo>
                  <a:pt x="11445" y="0"/>
                </a:lnTo>
                <a:cubicBezTo>
                  <a:pt x="11482" y="0"/>
                  <a:pt x="11518" y="7"/>
                  <a:pt x="11552" y="21"/>
                </a:cubicBezTo>
                <a:cubicBezTo>
                  <a:pt x="11586" y="35"/>
                  <a:pt x="11616" y="56"/>
                  <a:pt x="11642" y="82"/>
                </a:cubicBezTo>
                <a:cubicBezTo>
                  <a:pt x="11669" y="108"/>
                  <a:pt x="11689" y="138"/>
                  <a:pt x="11703" y="172"/>
                </a:cubicBezTo>
                <a:cubicBezTo>
                  <a:pt x="11717" y="206"/>
                  <a:pt x="11724" y="242"/>
                  <a:pt x="11724" y="279"/>
                </a:cubicBezTo>
                <a:lnTo>
                  <a:pt x="11724" y="4179"/>
                </a:lnTo>
                <a:cubicBezTo>
                  <a:pt x="11724" y="4216"/>
                  <a:pt x="11717" y="4252"/>
                  <a:pt x="11703" y="4286"/>
                </a:cubicBezTo>
                <a:cubicBezTo>
                  <a:pt x="11689" y="4320"/>
                  <a:pt x="11669" y="4350"/>
                  <a:pt x="11642" y="4376"/>
                </a:cubicBezTo>
                <a:cubicBezTo>
                  <a:pt x="11616" y="4403"/>
                  <a:pt x="11586" y="4423"/>
                  <a:pt x="11552" y="4437"/>
                </a:cubicBezTo>
                <a:cubicBezTo>
                  <a:pt x="11518" y="4451"/>
                  <a:pt x="11482" y="4458"/>
                  <a:pt x="11445" y="4458"/>
                </a:cubicBezTo>
                <a:lnTo>
                  <a:pt x="279" y="4458"/>
                </a:lnTo>
                <a:cubicBezTo>
                  <a:pt x="242" y="4458"/>
                  <a:pt x="206" y="4451"/>
                  <a:pt x="172" y="4437"/>
                </a:cubicBezTo>
                <a:cubicBezTo>
                  <a:pt x="138" y="4423"/>
                  <a:pt x="108" y="4403"/>
                  <a:pt x="82" y="4376"/>
                </a:cubicBezTo>
                <a:cubicBezTo>
                  <a:pt x="56" y="4350"/>
                  <a:pt x="36" y="4320"/>
                  <a:pt x="22" y="4286"/>
                </a:cubicBezTo>
                <a:cubicBezTo>
                  <a:pt x="7" y="4252"/>
                  <a:pt x="0" y="4216"/>
                  <a:pt x="0" y="4179"/>
                </a:cubicBezTo>
                <a:moveTo>
                  <a:pt x="24" y="279"/>
                </a:moveTo>
                <a:lnTo>
                  <a:pt x="24" y="4179"/>
                </a:lnTo>
                <a:cubicBezTo>
                  <a:pt x="24" y="4196"/>
                  <a:pt x="25" y="4213"/>
                  <a:pt x="29" y="4229"/>
                </a:cubicBezTo>
                <a:cubicBezTo>
                  <a:pt x="32" y="4246"/>
                  <a:pt x="37" y="4262"/>
                  <a:pt x="43" y="4277"/>
                </a:cubicBezTo>
                <a:cubicBezTo>
                  <a:pt x="49" y="4293"/>
                  <a:pt x="57" y="4307"/>
                  <a:pt x="67" y="4321"/>
                </a:cubicBezTo>
                <a:cubicBezTo>
                  <a:pt x="76" y="4335"/>
                  <a:pt x="87" y="4348"/>
                  <a:pt x="98" y="4360"/>
                </a:cubicBezTo>
                <a:cubicBezTo>
                  <a:pt x="110" y="4372"/>
                  <a:pt x="123" y="4382"/>
                  <a:pt x="137" y="4392"/>
                </a:cubicBezTo>
                <a:cubicBezTo>
                  <a:pt x="151" y="4401"/>
                  <a:pt x="166" y="4409"/>
                  <a:pt x="181" y="4415"/>
                </a:cubicBezTo>
                <a:cubicBezTo>
                  <a:pt x="197" y="4422"/>
                  <a:pt x="213" y="4427"/>
                  <a:pt x="229" y="4430"/>
                </a:cubicBezTo>
                <a:cubicBezTo>
                  <a:pt x="246" y="4433"/>
                  <a:pt x="262" y="4435"/>
                  <a:pt x="279" y="4435"/>
                </a:cubicBezTo>
                <a:lnTo>
                  <a:pt x="11445" y="4435"/>
                </a:lnTo>
                <a:cubicBezTo>
                  <a:pt x="11462" y="4435"/>
                  <a:pt x="11479" y="4433"/>
                  <a:pt x="11495" y="4430"/>
                </a:cubicBezTo>
                <a:cubicBezTo>
                  <a:pt x="11512" y="4427"/>
                  <a:pt x="11528" y="4422"/>
                  <a:pt x="11543" y="4415"/>
                </a:cubicBezTo>
                <a:cubicBezTo>
                  <a:pt x="11559" y="4409"/>
                  <a:pt x="11573" y="4401"/>
                  <a:pt x="11587" y="4392"/>
                </a:cubicBezTo>
                <a:cubicBezTo>
                  <a:pt x="11601" y="4382"/>
                  <a:pt x="11614" y="4372"/>
                  <a:pt x="11626" y="4360"/>
                </a:cubicBezTo>
                <a:cubicBezTo>
                  <a:pt x="11638" y="4348"/>
                  <a:pt x="11648" y="4335"/>
                  <a:pt x="11658" y="4321"/>
                </a:cubicBezTo>
                <a:cubicBezTo>
                  <a:pt x="11667" y="4307"/>
                  <a:pt x="11675" y="4293"/>
                  <a:pt x="11681" y="4277"/>
                </a:cubicBezTo>
                <a:cubicBezTo>
                  <a:pt x="11688" y="4262"/>
                  <a:pt x="11693" y="4246"/>
                  <a:pt x="11696" y="4229"/>
                </a:cubicBezTo>
                <a:cubicBezTo>
                  <a:pt x="11699" y="4213"/>
                  <a:pt x="11701" y="4196"/>
                  <a:pt x="11701" y="4179"/>
                </a:cubicBezTo>
                <a:lnTo>
                  <a:pt x="11701" y="279"/>
                </a:lnTo>
                <a:cubicBezTo>
                  <a:pt x="11701" y="262"/>
                  <a:pt x="11699" y="245"/>
                  <a:pt x="11696" y="229"/>
                </a:cubicBezTo>
                <a:cubicBezTo>
                  <a:pt x="11693" y="212"/>
                  <a:pt x="11688" y="196"/>
                  <a:pt x="11681" y="181"/>
                </a:cubicBezTo>
                <a:cubicBezTo>
                  <a:pt x="11675" y="165"/>
                  <a:pt x="11667" y="151"/>
                  <a:pt x="11658" y="137"/>
                </a:cubicBezTo>
                <a:cubicBezTo>
                  <a:pt x="11648" y="123"/>
                  <a:pt x="11638" y="110"/>
                  <a:pt x="11626" y="98"/>
                </a:cubicBezTo>
                <a:cubicBezTo>
                  <a:pt x="11614" y="86"/>
                  <a:pt x="11601" y="76"/>
                  <a:pt x="11587" y="66"/>
                </a:cubicBezTo>
                <a:cubicBezTo>
                  <a:pt x="11573" y="57"/>
                  <a:pt x="11559" y="49"/>
                  <a:pt x="11543" y="43"/>
                </a:cubicBezTo>
                <a:cubicBezTo>
                  <a:pt x="11528" y="36"/>
                  <a:pt x="11512" y="32"/>
                  <a:pt x="11495" y="28"/>
                </a:cubicBezTo>
                <a:cubicBezTo>
                  <a:pt x="11479" y="25"/>
                  <a:pt x="11462" y="23"/>
                  <a:pt x="11445" y="23"/>
                </a:cubicBezTo>
                <a:lnTo>
                  <a:pt x="279" y="23"/>
                </a:lnTo>
                <a:cubicBezTo>
                  <a:pt x="262" y="23"/>
                  <a:pt x="246" y="25"/>
                  <a:pt x="229" y="28"/>
                </a:cubicBezTo>
                <a:cubicBezTo>
                  <a:pt x="213" y="32"/>
                  <a:pt x="197" y="36"/>
                  <a:pt x="181" y="43"/>
                </a:cubicBezTo>
                <a:cubicBezTo>
                  <a:pt x="166" y="49"/>
                  <a:pt x="151" y="57"/>
                  <a:pt x="137" y="66"/>
                </a:cubicBezTo>
                <a:cubicBezTo>
                  <a:pt x="123" y="76"/>
                  <a:pt x="110" y="86"/>
                  <a:pt x="98" y="98"/>
                </a:cubicBezTo>
                <a:cubicBezTo>
                  <a:pt x="87" y="110"/>
                  <a:pt x="76" y="123"/>
                  <a:pt x="67" y="137"/>
                </a:cubicBezTo>
                <a:cubicBezTo>
                  <a:pt x="57" y="151"/>
                  <a:pt x="49" y="165"/>
                  <a:pt x="43" y="181"/>
                </a:cubicBezTo>
                <a:cubicBezTo>
                  <a:pt x="37" y="196"/>
                  <a:pt x="32" y="212"/>
                  <a:pt x="29" y="229"/>
                </a:cubicBezTo>
                <a:cubicBezTo>
                  <a:pt x="25" y="245"/>
                  <a:pt x="24" y="262"/>
                  <a:pt x="24" y="279"/>
                </a:cubicBezTo>
                <a:close/>
              </a:path>
            </a:pathLst>
          </a:custGeom>
          <a:solidFill>
            <a:srgbClr val="FFFFFF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10" name="任意多邊形 1409"/>
          <p:cNvSpPr/>
          <p:nvPr/>
        </p:nvSpPr>
        <p:spPr>
          <a:xfrm>
            <a:off x="5623920" y="1220040"/>
            <a:ext cx="418320" cy="417960"/>
          </a:xfrm>
          <a:custGeom>
            <a:avLst/>
            <a:gdLst/>
            <a:ahLst/>
            <a:cxnLst/>
            <a:rect l="0" t="0" r="r" b="b"/>
            <a:pathLst>
              <a:path w="1162" h="1161">
                <a:moveTo>
                  <a:pt x="1162" y="580"/>
                </a:moveTo>
                <a:cubicBezTo>
                  <a:pt x="1162" y="599"/>
                  <a:pt x="1161" y="618"/>
                  <a:pt x="1159" y="637"/>
                </a:cubicBezTo>
                <a:cubicBezTo>
                  <a:pt x="1157" y="656"/>
                  <a:pt x="1154" y="676"/>
                  <a:pt x="1150" y="694"/>
                </a:cubicBezTo>
                <a:cubicBezTo>
                  <a:pt x="1147" y="713"/>
                  <a:pt x="1142" y="731"/>
                  <a:pt x="1137" y="749"/>
                </a:cubicBezTo>
                <a:cubicBezTo>
                  <a:pt x="1131" y="768"/>
                  <a:pt x="1125" y="785"/>
                  <a:pt x="1117" y="803"/>
                </a:cubicBezTo>
                <a:cubicBezTo>
                  <a:pt x="1110" y="821"/>
                  <a:pt x="1102" y="838"/>
                  <a:pt x="1093" y="854"/>
                </a:cubicBezTo>
                <a:cubicBezTo>
                  <a:pt x="1084" y="871"/>
                  <a:pt x="1074" y="888"/>
                  <a:pt x="1064" y="903"/>
                </a:cubicBezTo>
                <a:cubicBezTo>
                  <a:pt x="1053" y="919"/>
                  <a:pt x="1042" y="934"/>
                  <a:pt x="1030" y="949"/>
                </a:cubicBezTo>
                <a:cubicBezTo>
                  <a:pt x="1018" y="964"/>
                  <a:pt x="1005" y="978"/>
                  <a:pt x="992" y="991"/>
                </a:cubicBezTo>
                <a:cubicBezTo>
                  <a:pt x="978" y="1005"/>
                  <a:pt x="964" y="1017"/>
                  <a:pt x="949" y="1030"/>
                </a:cubicBezTo>
                <a:cubicBezTo>
                  <a:pt x="935" y="1042"/>
                  <a:pt x="919" y="1053"/>
                  <a:pt x="904" y="1063"/>
                </a:cubicBezTo>
                <a:cubicBezTo>
                  <a:pt x="888" y="1074"/>
                  <a:pt x="872" y="1084"/>
                  <a:pt x="855" y="1093"/>
                </a:cubicBezTo>
                <a:cubicBezTo>
                  <a:pt x="838" y="1102"/>
                  <a:pt x="821" y="1110"/>
                  <a:pt x="803" y="1117"/>
                </a:cubicBezTo>
                <a:cubicBezTo>
                  <a:pt x="786" y="1124"/>
                  <a:pt x="768" y="1131"/>
                  <a:pt x="750" y="1136"/>
                </a:cubicBezTo>
                <a:cubicBezTo>
                  <a:pt x="731" y="1142"/>
                  <a:pt x="713" y="1146"/>
                  <a:pt x="694" y="1150"/>
                </a:cubicBezTo>
                <a:cubicBezTo>
                  <a:pt x="676" y="1154"/>
                  <a:pt x="657" y="1157"/>
                  <a:pt x="638" y="1158"/>
                </a:cubicBezTo>
                <a:cubicBezTo>
                  <a:pt x="619" y="1160"/>
                  <a:pt x="600" y="1161"/>
                  <a:pt x="581" y="1161"/>
                </a:cubicBezTo>
                <a:cubicBezTo>
                  <a:pt x="562" y="1161"/>
                  <a:pt x="543" y="1160"/>
                  <a:pt x="524" y="1158"/>
                </a:cubicBezTo>
                <a:cubicBezTo>
                  <a:pt x="505" y="1157"/>
                  <a:pt x="487" y="1154"/>
                  <a:pt x="468" y="1150"/>
                </a:cubicBezTo>
                <a:cubicBezTo>
                  <a:pt x="449" y="1146"/>
                  <a:pt x="431" y="1142"/>
                  <a:pt x="413" y="1136"/>
                </a:cubicBezTo>
                <a:cubicBezTo>
                  <a:pt x="395" y="1131"/>
                  <a:pt x="377" y="1124"/>
                  <a:pt x="359" y="1117"/>
                </a:cubicBezTo>
                <a:cubicBezTo>
                  <a:pt x="342" y="1110"/>
                  <a:pt x="324" y="1102"/>
                  <a:pt x="308" y="1093"/>
                </a:cubicBezTo>
                <a:cubicBezTo>
                  <a:pt x="291" y="1084"/>
                  <a:pt x="275" y="1074"/>
                  <a:pt x="259" y="1063"/>
                </a:cubicBezTo>
                <a:cubicBezTo>
                  <a:pt x="243" y="1053"/>
                  <a:pt x="228" y="1042"/>
                  <a:pt x="213" y="1030"/>
                </a:cubicBezTo>
                <a:cubicBezTo>
                  <a:pt x="198" y="1017"/>
                  <a:pt x="184" y="1005"/>
                  <a:pt x="171" y="991"/>
                </a:cubicBezTo>
                <a:cubicBezTo>
                  <a:pt x="157" y="978"/>
                  <a:pt x="145" y="964"/>
                  <a:pt x="133" y="949"/>
                </a:cubicBezTo>
                <a:cubicBezTo>
                  <a:pt x="121" y="934"/>
                  <a:pt x="109" y="919"/>
                  <a:pt x="99" y="903"/>
                </a:cubicBezTo>
                <a:cubicBezTo>
                  <a:pt x="88" y="888"/>
                  <a:pt x="78" y="871"/>
                  <a:pt x="69" y="854"/>
                </a:cubicBezTo>
                <a:cubicBezTo>
                  <a:pt x="60" y="838"/>
                  <a:pt x="52" y="821"/>
                  <a:pt x="45" y="803"/>
                </a:cubicBezTo>
                <a:cubicBezTo>
                  <a:pt x="37" y="785"/>
                  <a:pt x="30" y="768"/>
                  <a:pt x="25" y="749"/>
                </a:cubicBezTo>
                <a:cubicBezTo>
                  <a:pt x="19" y="731"/>
                  <a:pt x="15" y="713"/>
                  <a:pt x="11" y="694"/>
                </a:cubicBezTo>
                <a:cubicBezTo>
                  <a:pt x="7" y="676"/>
                  <a:pt x="5" y="656"/>
                  <a:pt x="3" y="637"/>
                </a:cubicBezTo>
                <a:cubicBezTo>
                  <a:pt x="1" y="618"/>
                  <a:pt x="0" y="599"/>
                  <a:pt x="0" y="580"/>
                </a:cubicBezTo>
                <a:cubicBezTo>
                  <a:pt x="0" y="561"/>
                  <a:pt x="1" y="542"/>
                  <a:pt x="3" y="523"/>
                </a:cubicBezTo>
                <a:cubicBezTo>
                  <a:pt x="5" y="504"/>
                  <a:pt x="7" y="485"/>
                  <a:pt x="11" y="467"/>
                </a:cubicBezTo>
                <a:cubicBezTo>
                  <a:pt x="15" y="448"/>
                  <a:pt x="19" y="430"/>
                  <a:pt x="25" y="411"/>
                </a:cubicBezTo>
                <a:cubicBezTo>
                  <a:pt x="30" y="393"/>
                  <a:pt x="37" y="375"/>
                  <a:pt x="45" y="358"/>
                </a:cubicBezTo>
                <a:cubicBezTo>
                  <a:pt x="52" y="340"/>
                  <a:pt x="60" y="323"/>
                  <a:pt x="69" y="306"/>
                </a:cubicBezTo>
                <a:cubicBezTo>
                  <a:pt x="78" y="290"/>
                  <a:pt x="88" y="273"/>
                  <a:pt x="99" y="258"/>
                </a:cubicBezTo>
                <a:cubicBezTo>
                  <a:pt x="109" y="242"/>
                  <a:pt x="121" y="226"/>
                  <a:pt x="133" y="212"/>
                </a:cubicBezTo>
                <a:cubicBezTo>
                  <a:pt x="145" y="197"/>
                  <a:pt x="157" y="183"/>
                  <a:pt x="171" y="170"/>
                </a:cubicBezTo>
                <a:cubicBezTo>
                  <a:pt x="184" y="156"/>
                  <a:pt x="198" y="143"/>
                  <a:pt x="213" y="131"/>
                </a:cubicBezTo>
                <a:cubicBezTo>
                  <a:pt x="228" y="119"/>
                  <a:pt x="243" y="108"/>
                  <a:pt x="259" y="97"/>
                </a:cubicBezTo>
                <a:cubicBezTo>
                  <a:pt x="275" y="87"/>
                  <a:pt x="291" y="77"/>
                  <a:pt x="308" y="68"/>
                </a:cubicBezTo>
                <a:cubicBezTo>
                  <a:pt x="324" y="59"/>
                  <a:pt x="342" y="51"/>
                  <a:pt x="359" y="44"/>
                </a:cubicBezTo>
                <a:cubicBezTo>
                  <a:pt x="377" y="37"/>
                  <a:pt x="395" y="30"/>
                  <a:pt x="413" y="25"/>
                </a:cubicBezTo>
                <a:cubicBezTo>
                  <a:pt x="431" y="19"/>
                  <a:pt x="449" y="14"/>
                  <a:pt x="468" y="11"/>
                </a:cubicBezTo>
                <a:cubicBezTo>
                  <a:pt x="487" y="7"/>
                  <a:pt x="505" y="4"/>
                  <a:pt x="524" y="2"/>
                </a:cubicBezTo>
                <a:cubicBezTo>
                  <a:pt x="543" y="1"/>
                  <a:pt x="562" y="0"/>
                  <a:pt x="581" y="0"/>
                </a:cubicBezTo>
                <a:cubicBezTo>
                  <a:pt x="600" y="0"/>
                  <a:pt x="619" y="1"/>
                  <a:pt x="638" y="2"/>
                </a:cubicBezTo>
                <a:cubicBezTo>
                  <a:pt x="657" y="4"/>
                  <a:pt x="676" y="7"/>
                  <a:pt x="694" y="11"/>
                </a:cubicBezTo>
                <a:cubicBezTo>
                  <a:pt x="713" y="14"/>
                  <a:pt x="731" y="19"/>
                  <a:pt x="750" y="25"/>
                </a:cubicBezTo>
                <a:cubicBezTo>
                  <a:pt x="768" y="30"/>
                  <a:pt x="786" y="37"/>
                  <a:pt x="803" y="44"/>
                </a:cubicBezTo>
                <a:cubicBezTo>
                  <a:pt x="821" y="51"/>
                  <a:pt x="838" y="59"/>
                  <a:pt x="855" y="68"/>
                </a:cubicBezTo>
                <a:cubicBezTo>
                  <a:pt x="872" y="77"/>
                  <a:pt x="888" y="87"/>
                  <a:pt x="904" y="97"/>
                </a:cubicBezTo>
                <a:cubicBezTo>
                  <a:pt x="919" y="108"/>
                  <a:pt x="935" y="119"/>
                  <a:pt x="949" y="131"/>
                </a:cubicBezTo>
                <a:cubicBezTo>
                  <a:pt x="964" y="143"/>
                  <a:pt x="978" y="156"/>
                  <a:pt x="992" y="170"/>
                </a:cubicBezTo>
                <a:cubicBezTo>
                  <a:pt x="1005" y="183"/>
                  <a:pt x="1018" y="197"/>
                  <a:pt x="1030" y="212"/>
                </a:cubicBezTo>
                <a:cubicBezTo>
                  <a:pt x="1042" y="226"/>
                  <a:pt x="1053" y="242"/>
                  <a:pt x="1064" y="258"/>
                </a:cubicBezTo>
                <a:cubicBezTo>
                  <a:pt x="1074" y="273"/>
                  <a:pt x="1084" y="290"/>
                  <a:pt x="1093" y="306"/>
                </a:cubicBezTo>
                <a:cubicBezTo>
                  <a:pt x="1102" y="323"/>
                  <a:pt x="1110" y="340"/>
                  <a:pt x="1117" y="358"/>
                </a:cubicBezTo>
                <a:cubicBezTo>
                  <a:pt x="1125" y="375"/>
                  <a:pt x="1131" y="393"/>
                  <a:pt x="1137" y="411"/>
                </a:cubicBezTo>
                <a:cubicBezTo>
                  <a:pt x="1142" y="430"/>
                  <a:pt x="1147" y="448"/>
                  <a:pt x="1150" y="467"/>
                </a:cubicBezTo>
                <a:cubicBezTo>
                  <a:pt x="1154" y="485"/>
                  <a:pt x="1157" y="504"/>
                  <a:pt x="1159" y="523"/>
                </a:cubicBezTo>
                <a:cubicBezTo>
                  <a:pt x="1161" y="542"/>
                  <a:pt x="1162" y="561"/>
                  <a:pt x="1162" y="580"/>
                </a:cubicBezTo>
                <a:close/>
              </a:path>
            </a:pathLst>
          </a:custGeom>
          <a:solidFill>
            <a:srgbClr val="04785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411" name="圖片 1410"/>
          <p:cNvPicPr/>
          <p:nvPr/>
        </p:nvPicPr>
        <p:blipFill>
          <a:blip r:embed="rId3"/>
          <a:stretch>
            <a:fillRect/>
          </a:stretch>
        </p:blipFill>
        <p:spPr>
          <a:xfrm>
            <a:off x="5732640" y="132876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2" name="文字框 1411"/>
          <p:cNvSpPr txBox="1"/>
          <p:nvPr/>
        </p:nvSpPr>
        <p:spPr>
          <a:xfrm>
            <a:off x="3040200" y="2286360"/>
            <a:ext cx="13417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计划为创新提供试验田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413" name="圖片 1412"/>
          <p:cNvPicPr/>
          <p:nvPr/>
        </p:nvPicPr>
        <p:blipFill>
          <a:blip r:embed="rId2"/>
          <a:stretch>
            <a:fillRect/>
          </a:stretch>
        </p:blipFill>
        <p:spPr>
          <a:xfrm>
            <a:off x="6158880" y="176328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4" name="文字框 1413"/>
          <p:cNvSpPr txBox="1"/>
          <p:nvPr/>
        </p:nvSpPr>
        <p:spPr>
          <a:xfrm>
            <a:off x="6175440" y="1227600"/>
            <a:ext cx="16099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互操作性实现路径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15" name="文字框 1414"/>
          <p:cNvSpPr txBox="1"/>
          <p:nvPr/>
        </p:nvSpPr>
        <p:spPr>
          <a:xfrm>
            <a:off x="6359400" y="1756080"/>
            <a:ext cx="6112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mBridge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16" name="文字框 1415"/>
          <p:cNvSpPr txBox="1"/>
          <p:nvPr/>
        </p:nvSpPr>
        <p:spPr>
          <a:xfrm>
            <a:off x="6968160" y="1751400"/>
            <a:ext cx="6714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项目为跨境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17" name="文字框 1416"/>
          <p:cNvSpPr txBox="1"/>
          <p:nvPr/>
        </p:nvSpPr>
        <p:spPr>
          <a:xfrm>
            <a:off x="7636680" y="1756080"/>
            <a:ext cx="3834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CBDC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418" name="圖片 1417"/>
          <p:cNvPicPr/>
          <p:nvPr/>
        </p:nvPicPr>
        <p:blipFill>
          <a:blip r:embed="rId2"/>
          <a:stretch>
            <a:fillRect/>
          </a:stretch>
        </p:blipFill>
        <p:spPr>
          <a:xfrm>
            <a:off x="6158880" y="203076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9" name="文字框 1418"/>
          <p:cNvSpPr txBox="1"/>
          <p:nvPr/>
        </p:nvSpPr>
        <p:spPr>
          <a:xfrm>
            <a:off x="8017920" y="1751400"/>
            <a:ext cx="8053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兑换提供平台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20" name="文字框 1419"/>
          <p:cNvSpPr txBox="1"/>
          <p:nvPr/>
        </p:nvSpPr>
        <p:spPr>
          <a:xfrm>
            <a:off x="6359400" y="202356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21" name="文字框 1420"/>
          <p:cNvSpPr txBox="1"/>
          <p:nvPr/>
        </p:nvSpPr>
        <p:spPr>
          <a:xfrm>
            <a:off x="6401880" y="2018880"/>
            <a:ext cx="20124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持牌交易所作为中介实现稳定币与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22" name="文字框 1421"/>
          <p:cNvSpPr txBox="1"/>
          <p:nvPr/>
        </p:nvSpPr>
        <p:spPr>
          <a:xfrm>
            <a:off x="8407440" y="2023560"/>
            <a:ext cx="4075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e-CNY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423" name="圖片 1422"/>
          <p:cNvPicPr/>
          <p:nvPr/>
        </p:nvPicPr>
        <p:blipFill>
          <a:blip r:embed="rId2"/>
          <a:stretch>
            <a:fillRect/>
          </a:stretch>
        </p:blipFill>
        <p:spPr>
          <a:xfrm>
            <a:off x="6158880" y="229824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4" name="文字框 1423"/>
          <p:cNvSpPr txBox="1"/>
          <p:nvPr/>
        </p:nvSpPr>
        <p:spPr>
          <a:xfrm>
            <a:off x="8813160" y="2018880"/>
            <a:ext cx="268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兑换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25" name="文字框 1424"/>
          <p:cNvSpPr txBox="1"/>
          <p:nvPr/>
        </p:nvSpPr>
        <p:spPr>
          <a:xfrm>
            <a:off x="6359400" y="229104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26" name="文字框 1425"/>
          <p:cNvSpPr txBox="1"/>
          <p:nvPr/>
        </p:nvSpPr>
        <p:spPr>
          <a:xfrm>
            <a:off x="6463440" y="2286360"/>
            <a:ext cx="8053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批发层面互换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27" name="文字框 1426"/>
          <p:cNvSpPr txBox="1"/>
          <p:nvPr/>
        </p:nvSpPr>
        <p:spPr>
          <a:xfrm>
            <a:off x="7265520" y="229104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28" name="任意多邊形 1427"/>
          <p:cNvSpPr/>
          <p:nvPr/>
        </p:nvSpPr>
        <p:spPr>
          <a:xfrm>
            <a:off x="1027800" y="2849400"/>
            <a:ext cx="4220280" cy="1604880"/>
          </a:xfrm>
          <a:custGeom>
            <a:avLst/>
            <a:gdLst/>
            <a:ahLst/>
            <a:cxnLst/>
            <a:rect l="0" t="0" r="r" b="b"/>
            <a:pathLst>
              <a:path w="11723" h="4458">
                <a:moveTo>
                  <a:pt x="21" y="172"/>
                </a:moveTo>
                <a:cubicBezTo>
                  <a:pt x="35" y="138"/>
                  <a:pt x="55" y="108"/>
                  <a:pt x="81" y="82"/>
                </a:cubicBezTo>
                <a:cubicBezTo>
                  <a:pt x="107" y="56"/>
                  <a:pt x="138" y="35"/>
                  <a:pt x="172" y="21"/>
                </a:cubicBezTo>
                <a:cubicBezTo>
                  <a:pt x="206" y="7"/>
                  <a:pt x="241" y="0"/>
                  <a:pt x="278" y="0"/>
                </a:cubicBezTo>
                <a:lnTo>
                  <a:pt x="11445" y="0"/>
                </a:lnTo>
                <a:cubicBezTo>
                  <a:pt x="11482" y="0"/>
                  <a:pt x="11517" y="7"/>
                  <a:pt x="11551" y="21"/>
                </a:cubicBezTo>
                <a:cubicBezTo>
                  <a:pt x="11585" y="35"/>
                  <a:pt x="11616" y="56"/>
                  <a:pt x="11642" y="82"/>
                </a:cubicBezTo>
                <a:cubicBezTo>
                  <a:pt x="11668" y="108"/>
                  <a:pt x="11688" y="138"/>
                  <a:pt x="11702" y="172"/>
                </a:cubicBezTo>
                <a:cubicBezTo>
                  <a:pt x="11716" y="206"/>
                  <a:pt x="11723" y="242"/>
                  <a:pt x="11723" y="279"/>
                </a:cubicBezTo>
                <a:lnTo>
                  <a:pt x="11723" y="4180"/>
                </a:lnTo>
                <a:cubicBezTo>
                  <a:pt x="11723" y="4216"/>
                  <a:pt x="11716" y="4252"/>
                  <a:pt x="11702" y="4286"/>
                </a:cubicBezTo>
                <a:cubicBezTo>
                  <a:pt x="11688" y="4320"/>
                  <a:pt x="11668" y="4350"/>
                  <a:pt x="11642" y="4376"/>
                </a:cubicBezTo>
                <a:cubicBezTo>
                  <a:pt x="11616" y="4403"/>
                  <a:pt x="11585" y="4423"/>
                  <a:pt x="11551" y="4437"/>
                </a:cubicBezTo>
                <a:cubicBezTo>
                  <a:pt x="11517" y="4451"/>
                  <a:pt x="11482" y="4458"/>
                  <a:pt x="11445" y="4458"/>
                </a:cubicBezTo>
                <a:lnTo>
                  <a:pt x="278" y="4458"/>
                </a:lnTo>
                <a:cubicBezTo>
                  <a:pt x="241" y="4458"/>
                  <a:pt x="206" y="4451"/>
                  <a:pt x="172" y="4437"/>
                </a:cubicBezTo>
                <a:cubicBezTo>
                  <a:pt x="138" y="4423"/>
                  <a:pt x="107" y="4403"/>
                  <a:pt x="81" y="4376"/>
                </a:cubicBezTo>
                <a:cubicBezTo>
                  <a:pt x="55" y="4350"/>
                  <a:pt x="35" y="4320"/>
                  <a:pt x="21" y="4286"/>
                </a:cubicBezTo>
                <a:cubicBezTo>
                  <a:pt x="7" y="4252"/>
                  <a:pt x="0" y="4216"/>
                  <a:pt x="0" y="4180"/>
                </a:cubicBezTo>
                <a:lnTo>
                  <a:pt x="0" y="279"/>
                </a:lnTo>
                <a:cubicBezTo>
                  <a:pt x="0" y="242"/>
                  <a:pt x="7" y="206"/>
                  <a:pt x="21" y="172"/>
                </a:cubicBezTo>
                <a:close/>
              </a:path>
            </a:pathLst>
          </a:custGeom>
          <a:solidFill>
            <a:srgbClr val="FFFFFF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29" name="任意多邊形 1428"/>
          <p:cNvSpPr/>
          <p:nvPr/>
        </p:nvSpPr>
        <p:spPr>
          <a:xfrm>
            <a:off x="1027800" y="2849400"/>
            <a:ext cx="4220280" cy="1604880"/>
          </a:xfrm>
          <a:custGeom>
            <a:avLst/>
            <a:gdLst/>
            <a:ahLst/>
            <a:cxnLst/>
            <a:rect l="0" t="0" r="r" b="b"/>
            <a:pathLst>
              <a:path w="11723" h="4458">
                <a:moveTo>
                  <a:pt x="0" y="4180"/>
                </a:moveTo>
                <a:lnTo>
                  <a:pt x="0" y="279"/>
                </a:lnTo>
                <a:cubicBezTo>
                  <a:pt x="0" y="242"/>
                  <a:pt x="7" y="206"/>
                  <a:pt x="21" y="172"/>
                </a:cubicBezTo>
                <a:cubicBezTo>
                  <a:pt x="35" y="138"/>
                  <a:pt x="55" y="108"/>
                  <a:pt x="81" y="82"/>
                </a:cubicBezTo>
                <a:cubicBezTo>
                  <a:pt x="107" y="56"/>
                  <a:pt x="138" y="35"/>
                  <a:pt x="172" y="21"/>
                </a:cubicBezTo>
                <a:cubicBezTo>
                  <a:pt x="206" y="7"/>
                  <a:pt x="241" y="0"/>
                  <a:pt x="278" y="0"/>
                </a:cubicBezTo>
                <a:lnTo>
                  <a:pt x="11445" y="0"/>
                </a:lnTo>
                <a:cubicBezTo>
                  <a:pt x="11482" y="0"/>
                  <a:pt x="11517" y="7"/>
                  <a:pt x="11551" y="21"/>
                </a:cubicBezTo>
                <a:cubicBezTo>
                  <a:pt x="11585" y="35"/>
                  <a:pt x="11616" y="56"/>
                  <a:pt x="11642" y="82"/>
                </a:cubicBezTo>
                <a:cubicBezTo>
                  <a:pt x="11668" y="108"/>
                  <a:pt x="11688" y="138"/>
                  <a:pt x="11702" y="172"/>
                </a:cubicBezTo>
                <a:cubicBezTo>
                  <a:pt x="11716" y="206"/>
                  <a:pt x="11723" y="242"/>
                  <a:pt x="11723" y="279"/>
                </a:cubicBezTo>
                <a:lnTo>
                  <a:pt x="11723" y="4180"/>
                </a:lnTo>
                <a:cubicBezTo>
                  <a:pt x="11723" y="4216"/>
                  <a:pt x="11716" y="4252"/>
                  <a:pt x="11702" y="4286"/>
                </a:cubicBezTo>
                <a:cubicBezTo>
                  <a:pt x="11688" y="4320"/>
                  <a:pt x="11668" y="4350"/>
                  <a:pt x="11642" y="4376"/>
                </a:cubicBezTo>
                <a:cubicBezTo>
                  <a:pt x="11616" y="4403"/>
                  <a:pt x="11585" y="4423"/>
                  <a:pt x="11551" y="4437"/>
                </a:cubicBezTo>
                <a:cubicBezTo>
                  <a:pt x="11517" y="4451"/>
                  <a:pt x="11482" y="4458"/>
                  <a:pt x="11445" y="4458"/>
                </a:cubicBezTo>
                <a:lnTo>
                  <a:pt x="278" y="4458"/>
                </a:lnTo>
                <a:cubicBezTo>
                  <a:pt x="241" y="4458"/>
                  <a:pt x="206" y="4451"/>
                  <a:pt x="172" y="4437"/>
                </a:cubicBezTo>
                <a:cubicBezTo>
                  <a:pt x="138" y="4423"/>
                  <a:pt x="107" y="4403"/>
                  <a:pt x="81" y="4376"/>
                </a:cubicBezTo>
                <a:cubicBezTo>
                  <a:pt x="55" y="4350"/>
                  <a:pt x="35" y="4320"/>
                  <a:pt x="21" y="4286"/>
                </a:cubicBezTo>
                <a:cubicBezTo>
                  <a:pt x="7" y="4252"/>
                  <a:pt x="0" y="4216"/>
                  <a:pt x="0" y="4180"/>
                </a:cubicBezTo>
                <a:moveTo>
                  <a:pt x="23" y="279"/>
                </a:moveTo>
                <a:lnTo>
                  <a:pt x="23" y="4180"/>
                </a:lnTo>
                <a:cubicBezTo>
                  <a:pt x="23" y="4196"/>
                  <a:pt x="25" y="4213"/>
                  <a:pt x="28" y="4229"/>
                </a:cubicBezTo>
                <a:cubicBezTo>
                  <a:pt x="31" y="4246"/>
                  <a:pt x="36" y="4262"/>
                  <a:pt x="42" y="4277"/>
                </a:cubicBezTo>
                <a:cubicBezTo>
                  <a:pt x="49" y="4293"/>
                  <a:pt x="57" y="4307"/>
                  <a:pt x="66" y="4321"/>
                </a:cubicBezTo>
                <a:cubicBezTo>
                  <a:pt x="75" y="4335"/>
                  <a:pt x="86" y="4348"/>
                  <a:pt x="98" y="4360"/>
                </a:cubicBezTo>
                <a:cubicBezTo>
                  <a:pt x="110" y="4372"/>
                  <a:pt x="122" y="4382"/>
                  <a:pt x="136" y="4392"/>
                </a:cubicBezTo>
                <a:cubicBezTo>
                  <a:pt x="150" y="4401"/>
                  <a:pt x="165" y="4409"/>
                  <a:pt x="181" y="4415"/>
                </a:cubicBezTo>
                <a:cubicBezTo>
                  <a:pt x="196" y="4422"/>
                  <a:pt x="212" y="4427"/>
                  <a:pt x="228" y="4430"/>
                </a:cubicBezTo>
                <a:cubicBezTo>
                  <a:pt x="245" y="4433"/>
                  <a:pt x="261" y="4435"/>
                  <a:pt x="278" y="4435"/>
                </a:cubicBezTo>
                <a:lnTo>
                  <a:pt x="11445" y="4435"/>
                </a:lnTo>
                <a:cubicBezTo>
                  <a:pt x="11462" y="4435"/>
                  <a:pt x="11478" y="4433"/>
                  <a:pt x="11495" y="4430"/>
                </a:cubicBezTo>
                <a:cubicBezTo>
                  <a:pt x="11511" y="4427"/>
                  <a:pt x="11527" y="4422"/>
                  <a:pt x="11542" y="4415"/>
                </a:cubicBezTo>
                <a:cubicBezTo>
                  <a:pt x="11558" y="4409"/>
                  <a:pt x="11573" y="4401"/>
                  <a:pt x="11587" y="4392"/>
                </a:cubicBezTo>
                <a:cubicBezTo>
                  <a:pt x="11601" y="4382"/>
                  <a:pt x="11613" y="4372"/>
                  <a:pt x="11625" y="4360"/>
                </a:cubicBezTo>
                <a:cubicBezTo>
                  <a:pt x="11637" y="4348"/>
                  <a:pt x="11648" y="4335"/>
                  <a:pt x="11657" y="4321"/>
                </a:cubicBezTo>
                <a:cubicBezTo>
                  <a:pt x="11666" y="4307"/>
                  <a:pt x="11674" y="4293"/>
                  <a:pt x="11681" y="4277"/>
                </a:cubicBezTo>
                <a:cubicBezTo>
                  <a:pt x="11687" y="4262"/>
                  <a:pt x="11692" y="4246"/>
                  <a:pt x="11695" y="4229"/>
                </a:cubicBezTo>
                <a:cubicBezTo>
                  <a:pt x="11698" y="4213"/>
                  <a:pt x="11700" y="4196"/>
                  <a:pt x="11700" y="4180"/>
                </a:cubicBezTo>
                <a:lnTo>
                  <a:pt x="11700" y="279"/>
                </a:lnTo>
                <a:cubicBezTo>
                  <a:pt x="11700" y="262"/>
                  <a:pt x="11698" y="245"/>
                  <a:pt x="11695" y="229"/>
                </a:cubicBezTo>
                <a:cubicBezTo>
                  <a:pt x="11692" y="212"/>
                  <a:pt x="11687" y="196"/>
                  <a:pt x="11681" y="181"/>
                </a:cubicBezTo>
                <a:cubicBezTo>
                  <a:pt x="11674" y="166"/>
                  <a:pt x="11666" y="151"/>
                  <a:pt x="11657" y="137"/>
                </a:cubicBezTo>
                <a:cubicBezTo>
                  <a:pt x="11648" y="123"/>
                  <a:pt x="11637" y="110"/>
                  <a:pt x="11625" y="98"/>
                </a:cubicBezTo>
                <a:cubicBezTo>
                  <a:pt x="11613" y="86"/>
                  <a:pt x="11601" y="76"/>
                  <a:pt x="11587" y="66"/>
                </a:cubicBezTo>
                <a:cubicBezTo>
                  <a:pt x="11573" y="57"/>
                  <a:pt x="11558" y="49"/>
                  <a:pt x="11542" y="43"/>
                </a:cubicBezTo>
                <a:cubicBezTo>
                  <a:pt x="11527" y="36"/>
                  <a:pt x="11511" y="32"/>
                  <a:pt x="11495" y="28"/>
                </a:cubicBezTo>
                <a:cubicBezTo>
                  <a:pt x="11478" y="25"/>
                  <a:pt x="11462" y="23"/>
                  <a:pt x="11445" y="23"/>
                </a:cubicBezTo>
                <a:lnTo>
                  <a:pt x="278" y="23"/>
                </a:lnTo>
                <a:cubicBezTo>
                  <a:pt x="261" y="23"/>
                  <a:pt x="245" y="25"/>
                  <a:pt x="228" y="28"/>
                </a:cubicBezTo>
                <a:cubicBezTo>
                  <a:pt x="212" y="32"/>
                  <a:pt x="196" y="36"/>
                  <a:pt x="181" y="43"/>
                </a:cubicBezTo>
                <a:cubicBezTo>
                  <a:pt x="165" y="49"/>
                  <a:pt x="150" y="57"/>
                  <a:pt x="136" y="66"/>
                </a:cubicBezTo>
                <a:cubicBezTo>
                  <a:pt x="122" y="76"/>
                  <a:pt x="110" y="86"/>
                  <a:pt x="98" y="98"/>
                </a:cubicBezTo>
                <a:cubicBezTo>
                  <a:pt x="86" y="110"/>
                  <a:pt x="75" y="123"/>
                  <a:pt x="66" y="137"/>
                </a:cubicBezTo>
                <a:cubicBezTo>
                  <a:pt x="57" y="151"/>
                  <a:pt x="49" y="166"/>
                  <a:pt x="42" y="181"/>
                </a:cubicBezTo>
                <a:cubicBezTo>
                  <a:pt x="36" y="196"/>
                  <a:pt x="31" y="212"/>
                  <a:pt x="28" y="229"/>
                </a:cubicBezTo>
                <a:cubicBezTo>
                  <a:pt x="25" y="245"/>
                  <a:pt x="23" y="262"/>
                  <a:pt x="23" y="279"/>
                </a:cubicBezTo>
                <a:close/>
              </a:path>
            </a:pathLst>
          </a:custGeom>
          <a:solidFill>
            <a:srgbClr val="FFFFFF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30" name="任意多邊形 1429"/>
          <p:cNvSpPr/>
          <p:nvPr/>
        </p:nvSpPr>
        <p:spPr>
          <a:xfrm>
            <a:off x="1203120" y="3025080"/>
            <a:ext cx="418320" cy="417960"/>
          </a:xfrm>
          <a:custGeom>
            <a:avLst/>
            <a:gdLst/>
            <a:ahLst/>
            <a:cxnLst/>
            <a:rect l="0" t="0" r="r" b="b"/>
            <a:pathLst>
              <a:path w="1162" h="1161">
                <a:moveTo>
                  <a:pt x="1162" y="581"/>
                </a:moveTo>
                <a:cubicBezTo>
                  <a:pt x="1162" y="600"/>
                  <a:pt x="1161" y="619"/>
                  <a:pt x="1159" y="638"/>
                </a:cubicBezTo>
                <a:cubicBezTo>
                  <a:pt x="1157" y="657"/>
                  <a:pt x="1154" y="676"/>
                  <a:pt x="1151" y="694"/>
                </a:cubicBezTo>
                <a:cubicBezTo>
                  <a:pt x="1147" y="713"/>
                  <a:pt x="1142" y="731"/>
                  <a:pt x="1137" y="749"/>
                </a:cubicBezTo>
                <a:cubicBezTo>
                  <a:pt x="1131" y="768"/>
                  <a:pt x="1125" y="785"/>
                  <a:pt x="1118" y="803"/>
                </a:cubicBezTo>
                <a:cubicBezTo>
                  <a:pt x="1110" y="821"/>
                  <a:pt x="1102" y="838"/>
                  <a:pt x="1093" y="855"/>
                </a:cubicBezTo>
                <a:cubicBezTo>
                  <a:pt x="1084" y="871"/>
                  <a:pt x="1075" y="888"/>
                  <a:pt x="1064" y="903"/>
                </a:cubicBezTo>
                <a:cubicBezTo>
                  <a:pt x="1053" y="919"/>
                  <a:pt x="1042" y="934"/>
                  <a:pt x="1030" y="949"/>
                </a:cubicBezTo>
                <a:cubicBezTo>
                  <a:pt x="1018" y="964"/>
                  <a:pt x="1005" y="978"/>
                  <a:pt x="992" y="991"/>
                </a:cubicBezTo>
                <a:cubicBezTo>
                  <a:pt x="978" y="1005"/>
                  <a:pt x="964" y="1017"/>
                  <a:pt x="950" y="1030"/>
                </a:cubicBezTo>
                <a:cubicBezTo>
                  <a:pt x="935" y="1042"/>
                  <a:pt x="920" y="1053"/>
                  <a:pt x="904" y="1063"/>
                </a:cubicBezTo>
                <a:cubicBezTo>
                  <a:pt x="888" y="1074"/>
                  <a:pt x="872" y="1084"/>
                  <a:pt x="855" y="1093"/>
                </a:cubicBezTo>
                <a:cubicBezTo>
                  <a:pt x="838" y="1102"/>
                  <a:pt x="821" y="1110"/>
                  <a:pt x="804" y="1117"/>
                </a:cubicBezTo>
                <a:cubicBezTo>
                  <a:pt x="786" y="1124"/>
                  <a:pt x="768" y="1131"/>
                  <a:pt x="750" y="1136"/>
                </a:cubicBezTo>
                <a:cubicBezTo>
                  <a:pt x="732" y="1142"/>
                  <a:pt x="712" y="1146"/>
                  <a:pt x="694" y="1150"/>
                </a:cubicBezTo>
                <a:cubicBezTo>
                  <a:pt x="675" y="1154"/>
                  <a:pt x="656" y="1157"/>
                  <a:pt x="637" y="1158"/>
                </a:cubicBezTo>
                <a:cubicBezTo>
                  <a:pt x="618" y="1160"/>
                  <a:pt x="600" y="1161"/>
                  <a:pt x="581" y="1161"/>
                </a:cubicBezTo>
                <a:cubicBezTo>
                  <a:pt x="562" y="1161"/>
                  <a:pt x="543" y="1160"/>
                  <a:pt x="524" y="1158"/>
                </a:cubicBezTo>
                <a:cubicBezTo>
                  <a:pt x="505" y="1157"/>
                  <a:pt x="486" y="1154"/>
                  <a:pt x="467" y="1150"/>
                </a:cubicBezTo>
                <a:cubicBezTo>
                  <a:pt x="449" y="1146"/>
                  <a:pt x="430" y="1142"/>
                  <a:pt x="412" y="1136"/>
                </a:cubicBezTo>
                <a:cubicBezTo>
                  <a:pt x="394" y="1131"/>
                  <a:pt x="376" y="1124"/>
                  <a:pt x="358" y="1117"/>
                </a:cubicBezTo>
                <a:cubicBezTo>
                  <a:pt x="341" y="1110"/>
                  <a:pt x="324" y="1102"/>
                  <a:pt x="307" y="1093"/>
                </a:cubicBezTo>
                <a:cubicBezTo>
                  <a:pt x="290" y="1084"/>
                  <a:pt x="274" y="1074"/>
                  <a:pt x="258" y="1063"/>
                </a:cubicBezTo>
                <a:cubicBezTo>
                  <a:pt x="242" y="1053"/>
                  <a:pt x="227" y="1042"/>
                  <a:pt x="212" y="1030"/>
                </a:cubicBezTo>
                <a:cubicBezTo>
                  <a:pt x="198" y="1017"/>
                  <a:pt x="184" y="1005"/>
                  <a:pt x="170" y="991"/>
                </a:cubicBezTo>
                <a:cubicBezTo>
                  <a:pt x="157" y="978"/>
                  <a:pt x="144" y="964"/>
                  <a:pt x="132" y="949"/>
                </a:cubicBezTo>
                <a:cubicBezTo>
                  <a:pt x="120" y="934"/>
                  <a:pt x="109" y="919"/>
                  <a:pt x="98" y="903"/>
                </a:cubicBezTo>
                <a:cubicBezTo>
                  <a:pt x="87" y="888"/>
                  <a:pt x="78" y="871"/>
                  <a:pt x="69" y="855"/>
                </a:cubicBezTo>
                <a:cubicBezTo>
                  <a:pt x="60" y="838"/>
                  <a:pt x="52" y="821"/>
                  <a:pt x="44" y="803"/>
                </a:cubicBezTo>
                <a:cubicBezTo>
                  <a:pt x="37" y="785"/>
                  <a:pt x="31" y="768"/>
                  <a:pt x="25" y="749"/>
                </a:cubicBezTo>
                <a:cubicBezTo>
                  <a:pt x="20" y="731"/>
                  <a:pt x="15" y="713"/>
                  <a:pt x="11" y="694"/>
                </a:cubicBezTo>
                <a:cubicBezTo>
                  <a:pt x="8" y="676"/>
                  <a:pt x="5" y="657"/>
                  <a:pt x="3" y="638"/>
                </a:cubicBezTo>
                <a:cubicBezTo>
                  <a:pt x="1" y="619"/>
                  <a:pt x="0" y="600"/>
                  <a:pt x="0" y="581"/>
                </a:cubicBezTo>
                <a:cubicBezTo>
                  <a:pt x="0" y="562"/>
                  <a:pt x="1" y="543"/>
                  <a:pt x="3" y="524"/>
                </a:cubicBezTo>
                <a:cubicBezTo>
                  <a:pt x="5" y="505"/>
                  <a:pt x="8" y="486"/>
                  <a:pt x="11" y="468"/>
                </a:cubicBezTo>
                <a:cubicBezTo>
                  <a:pt x="15" y="449"/>
                  <a:pt x="20" y="431"/>
                  <a:pt x="25" y="412"/>
                </a:cubicBezTo>
                <a:cubicBezTo>
                  <a:pt x="31" y="394"/>
                  <a:pt x="37" y="376"/>
                  <a:pt x="44" y="359"/>
                </a:cubicBezTo>
                <a:cubicBezTo>
                  <a:pt x="52" y="341"/>
                  <a:pt x="60" y="324"/>
                  <a:pt x="69" y="307"/>
                </a:cubicBezTo>
                <a:cubicBezTo>
                  <a:pt x="78" y="290"/>
                  <a:pt x="87" y="273"/>
                  <a:pt x="98" y="258"/>
                </a:cubicBezTo>
                <a:cubicBezTo>
                  <a:pt x="109" y="242"/>
                  <a:pt x="120" y="226"/>
                  <a:pt x="132" y="212"/>
                </a:cubicBezTo>
                <a:cubicBezTo>
                  <a:pt x="144" y="197"/>
                  <a:pt x="157" y="183"/>
                  <a:pt x="170" y="170"/>
                </a:cubicBezTo>
                <a:cubicBezTo>
                  <a:pt x="184" y="156"/>
                  <a:pt x="198" y="143"/>
                  <a:pt x="212" y="131"/>
                </a:cubicBezTo>
                <a:cubicBezTo>
                  <a:pt x="227" y="119"/>
                  <a:pt x="242" y="108"/>
                  <a:pt x="258" y="97"/>
                </a:cubicBezTo>
                <a:cubicBezTo>
                  <a:pt x="274" y="87"/>
                  <a:pt x="290" y="77"/>
                  <a:pt x="307" y="68"/>
                </a:cubicBezTo>
                <a:cubicBezTo>
                  <a:pt x="324" y="59"/>
                  <a:pt x="341" y="51"/>
                  <a:pt x="358" y="44"/>
                </a:cubicBezTo>
                <a:cubicBezTo>
                  <a:pt x="376" y="37"/>
                  <a:pt x="394" y="30"/>
                  <a:pt x="412" y="25"/>
                </a:cubicBezTo>
                <a:cubicBezTo>
                  <a:pt x="430" y="19"/>
                  <a:pt x="449" y="14"/>
                  <a:pt x="467" y="11"/>
                </a:cubicBezTo>
                <a:cubicBezTo>
                  <a:pt x="486" y="7"/>
                  <a:pt x="505" y="4"/>
                  <a:pt x="524" y="2"/>
                </a:cubicBezTo>
                <a:cubicBezTo>
                  <a:pt x="543" y="1"/>
                  <a:pt x="562" y="0"/>
                  <a:pt x="581" y="0"/>
                </a:cubicBezTo>
                <a:cubicBezTo>
                  <a:pt x="600" y="0"/>
                  <a:pt x="618" y="1"/>
                  <a:pt x="637" y="2"/>
                </a:cubicBezTo>
                <a:cubicBezTo>
                  <a:pt x="656" y="4"/>
                  <a:pt x="675" y="7"/>
                  <a:pt x="694" y="11"/>
                </a:cubicBezTo>
                <a:cubicBezTo>
                  <a:pt x="712" y="14"/>
                  <a:pt x="732" y="19"/>
                  <a:pt x="750" y="25"/>
                </a:cubicBezTo>
                <a:cubicBezTo>
                  <a:pt x="768" y="30"/>
                  <a:pt x="786" y="37"/>
                  <a:pt x="804" y="44"/>
                </a:cubicBezTo>
                <a:cubicBezTo>
                  <a:pt x="821" y="51"/>
                  <a:pt x="838" y="59"/>
                  <a:pt x="855" y="68"/>
                </a:cubicBezTo>
                <a:cubicBezTo>
                  <a:pt x="872" y="77"/>
                  <a:pt x="888" y="87"/>
                  <a:pt x="904" y="97"/>
                </a:cubicBezTo>
                <a:cubicBezTo>
                  <a:pt x="920" y="108"/>
                  <a:pt x="935" y="119"/>
                  <a:pt x="950" y="131"/>
                </a:cubicBezTo>
                <a:cubicBezTo>
                  <a:pt x="964" y="143"/>
                  <a:pt x="978" y="156"/>
                  <a:pt x="992" y="170"/>
                </a:cubicBezTo>
                <a:cubicBezTo>
                  <a:pt x="1005" y="183"/>
                  <a:pt x="1018" y="197"/>
                  <a:pt x="1030" y="212"/>
                </a:cubicBezTo>
                <a:cubicBezTo>
                  <a:pt x="1042" y="226"/>
                  <a:pt x="1053" y="242"/>
                  <a:pt x="1064" y="258"/>
                </a:cubicBezTo>
                <a:cubicBezTo>
                  <a:pt x="1075" y="273"/>
                  <a:pt x="1084" y="290"/>
                  <a:pt x="1093" y="307"/>
                </a:cubicBezTo>
                <a:cubicBezTo>
                  <a:pt x="1102" y="324"/>
                  <a:pt x="1110" y="341"/>
                  <a:pt x="1118" y="359"/>
                </a:cubicBezTo>
                <a:cubicBezTo>
                  <a:pt x="1125" y="376"/>
                  <a:pt x="1131" y="394"/>
                  <a:pt x="1137" y="412"/>
                </a:cubicBezTo>
                <a:cubicBezTo>
                  <a:pt x="1142" y="431"/>
                  <a:pt x="1147" y="449"/>
                  <a:pt x="1151" y="468"/>
                </a:cubicBezTo>
                <a:cubicBezTo>
                  <a:pt x="1154" y="486"/>
                  <a:pt x="1157" y="505"/>
                  <a:pt x="1159" y="524"/>
                </a:cubicBezTo>
                <a:cubicBezTo>
                  <a:pt x="1161" y="543"/>
                  <a:pt x="1162" y="562"/>
                  <a:pt x="1162" y="581"/>
                </a:cubicBezTo>
                <a:close/>
              </a:path>
            </a:pathLst>
          </a:custGeom>
          <a:solidFill>
            <a:srgbClr val="D9770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431" name="圖片 1430"/>
          <p:cNvPicPr/>
          <p:nvPr/>
        </p:nvPicPr>
        <p:blipFill>
          <a:blip r:embed="rId4"/>
          <a:stretch>
            <a:fillRect/>
          </a:stretch>
        </p:blipFill>
        <p:spPr>
          <a:xfrm>
            <a:off x="1311840" y="313380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2" name="文字框 1431"/>
          <p:cNvSpPr txBox="1"/>
          <p:nvPr/>
        </p:nvSpPr>
        <p:spPr>
          <a:xfrm>
            <a:off x="7327080" y="2286360"/>
            <a:ext cx="1744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成为机构间大额结算关键方向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433" name="圖片 1432"/>
          <p:cNvPicPr/>
          <p:nvPr/>
        </p:nvPicPr>
        <p:blipFill>
          <a:blip r:embed="rId2"/>
          <a:stretch>
            <a:fillRect/>
          </a:stretch>
        </p:blipFill>
        <p:spPr>
          <a:xfrm>
            <a:off x="1738080" y="356832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4" name="文字框 1433"/>
          <p:cNvSpPr txBox="1"/>
          <p:nvPr/>
        </p:nvSpPr>
        <p:spPr>
          <a:xfrm>
            <a:off x="1755000" y="3032640"/>
            <a:ext cx="14090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市场与监管演变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35" name="文字框 1434"/>
          <p:cNvSpPr txBox="1"/>
          <p:nvPr/>
        </p:nvSpPr>
        <p:spPr>
          <a:xfrm>
            <a:off x="1938600" y="356112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436" name="圖片 1435"/>
          <p:cNvPicPr/>
          <p:nvPr/>
        </p:nvPicPr>
        <p:blipFill>
          <a:blip r:embed="rId2"/>
          <a:stretch>
            <a:fillRect/>
          </a:stretch>
        </p:blipFill>
        <p:spPr>
          <a:xfrm>
            <a:off x="1738080" y="383580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7" name="文字框 1436"/>
          <p:cNvSpPr txBox="1"/>
          <p:nvPr/>
        </p:nvSpPr>
        <p:spPr>
          <a:xfrm>
            <a:off x="1981080" y="3556440"/>
            <a:ext cx="22806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全球监管框架逐步统一，降低合规成本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38" name="文字框 1437"/>
          <p:cNvSpPr txBox="1"/>
          <p:nvPr/>
        </p:nvSpPr>
        <p:spPr>
          <a:xfrm>
            <a:off x="1938600" y="382860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439" name="圖片 1438"/>
          <p:cNvPicPr/>
          <p:nvPr/>
        </p:nvPicPr>
        <p:blipFill>
          <a:blip r:embed="rId2"/>
          <a:stretch>
            <a:fillRect/>
          </a:stretch>
        </p:blipFill>
        <p:spPr>
          <a:xfrm>
            <a:off x="1738080" y="410328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0" name="文字框 1439"/>
          <p:cNvSpPr txBox="1"/>
          <p:nvPr/>
        </p:nvSpPr>
        <p:spPr>
          <a:xfrm>
            <a:off x="1981080" y="3823920"/>
            <a:ext cx="21466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中国香港有望成为全球虚拟资产中心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41" name="文字框 1440"/>
          <p:cNvSpPr txBox="1"/>
          <p:nvPr/>
        </p:nvSpPr>
        <p:spPr>
          <a:xfrm>
            <a:off x="1938600" y="409608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42" name="任意多邊形 1441"/>
          <p:cNvSpPr/>
          <p:nvPr/>
        </p:nvSpPr>
        <p:spPr>
          <a:xfrm>
            <a:off x="5448240" y="2849400"/>
            <a:ext cx="4220640" cy="1604880"/>
          </a:xfrm>
          <a:custGeom>
            <a:avLst/>
            <a:gdLst/>
            <a:ahLst/>
            <a:cxnLst/>
            <a:rect l="0" t="0" r="r" b="b"/>
            <a:pathLst>
              <a:path w="11724" h="4458">
                <a:moveTo>
                  <a:pt x="22" y="172"/>
                </a:moveTo>
                <a:cubicBezTo>
                  <a:pt x="36" y="138"/>
                  <a:pt x="56" y="108"/>
                  <a:pt x="82" y="82"/>
                </a:cubicBezTo>
                <a:cubicBezTo>
                  <a:pt x="108" y="56"/>
                  <a:pt x="138" y="35"/>
                  <a:pt x="172" y="21"/>
                </a:cubicBezTo>
                <a:cubicBezTo>
                  <a:pt x="206" y="7"/>
                  <a:pt x="242" y="0"/>
                  <a:pt x="279" y="0"/>
                </a:cubicBezTo>
                <a:lnTo>
                  <a:pt x="11446" y="0"/>
                </a:lnTo>
                <a:cubicBezTo>
                  <a:pt x="11482" y="0"/>
                  <a:pt x="11518" y="7"/>
                  <a:pt x="11552" y="21"/>
                </a:cubicBezTo>
                <a:cubicBezTo>
                  <a:pt x="11586" y="35"/>
                  <a:pt x="11616" y="56"/>
                  <a:pt x="11642" y="82"/>
                </a:cubicBezTo>
                <a:cubicBezTo>
                  <a:pt x="11669" y="108"/>
                  <a:pt x="11689" y="138"/>
                  <a:pt x="11703" y="172"/>
                </a:cubicBezTo>
                <a:cubicBezTo>
                  <a:pt x="11717" y="206"/>
                  <a:pt x="11724" y="242"/>
                  <a:pt x="11724" y="279"/>
                </a:cubicBezTo>
                <a:lnTo>
                  <a:pt x="11724" y="4180"/>
                </a:lnTo>
                <a:cubicBezTo>
                  <a:pt x="11724" y="4216"/>
                  <a:pt x="11717" y="4252"/>
                  <a:pt x="11703" y="4286"/>
                </a:cubicBezTo>
                <a:cubicBezTo>
                  <a:pt x="11689" y="4320"/>
                  <a:pt x="11669" y="4350"/>
                  <a:pt x="11642" y="4376"/>
                </a:cubicBezTo>
                <a:cubicBezTo>
                  <a:pt x="11616" y="4403"/>
                  <a:pt x="11586" y="4423"/>
                  <a:pt x="11552" y="4437"/>
                </a:cubicBezTo>
                <a:cubicBezTo>
                  <a:pt x="11518" y="4451"/>
                  <a:pt x="11482" y="4458"/>
                  <a:pt x="11445" y="4458"/>
                </a:cubicBezTo>
                <a:lnTo>
                  <a:pt x="279" y="4458"/>
                </a:lnTo>
                <a:cubicBezTo>
                  <a:pt x="242" y="4458"/>
                  <a:pt x="206" y="4451"/>
                  <a:pt x="172" y="4437"/>
                </a:cubicBezTo>
                <a:cubicBezTo>
                  <a:pt x="138" y="4423"/>
                  <a:pt x="108" y="4403"/>
                  <a:pt x="82" y="4376"/>
                </a:cubicBezTo>
                <a:cubicBezTo>
                  <a:pt x="56" y="4350"/>
                  <a:pt x="36" y="4320"/>
                  <a:pt x="22" y="4286"/>
                </a:cubicBezTo>
                <a:cubicBezTo>
                  <a:pt x="7" y="4252"/>
                  <a:pt x="0" y="4217"/>
                  <a:pt x="0" y="4180"/>
                </a:cubicBezTo>
                <a:lnTo>
                  <a:pt x="0" y="279"/>
                </a:lnTo>
                <a:cubicBezTo>
                  <a:pt x="0" y="242"/>
                  <a:pt x="7" y="206"/>
                  <a:pt x="22" y="172"/>
                </a:cubicBezTo>
                <a:close/>
              </a:path>
            </a:pathLst>
          </a:custGeom>
          <a:solidFill>
            <a:srgbClr val="FFFFFF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43" name="任意多邊形 1442"/>
          <p:cNvSpPr/>
          <p:nvPr/>
        </p:nvSpPr>
        <p:spPr>
          <a:xfrm>
            <a:off x="5448240" y="2849400"/>
            <a:ext cx="4220640" cy="1604880"/>
          </a:xfrm>
          <a:custGeom>
            <a:avLst/>
            <a:gdLst/>
            <a:ahLst/>
            <a:cxnLst/>
            <a:rect l="0" t="0" r="r" b="b"/>
            <a:pathLst>
              <a:path w="11724" h="4458">
                <a:moveTo>
                  <a:pt x="0" y="4180"/>
                </a:moveTo>
                <a:lnTo>
                  <a:pt x="0" y="279"/>
                </a:lnTo>
                <a:cubicBezTo>
                  <a:pt x="0" y="242"/>
                  <a:pt x="7" y="206"/>
                  <a:pt x="22" y="172"/>
                </a:cubicBezTo>
                <a:cubicBezTo>
                  <a:pt x="36" y="138"/>
                  <a:pt x="56" y="108"/>
                  <a:pt x="82" y="82"/>
                </a:cubicBezTo>
                <a:cubicBezTo>
                  <a:pt x="108" y="56"/>
                  <a:pt x="138" y="35"/>
                  <a:pt x="172" y="21"/>
                </a:cubicBezTo>
                <a:cubicBezTo>
                  <a:pt x="206" y="7"/>
                  <a:pt x="242" y="0"/>
                  <a:pt x="279" y="0"/>
                </a:cubicBezTo>
                <a:lnTo>
                  <a:pt x="11445" y="0"/>
                </a:lnTo>
                <a:cubicBezTo>
                  <a:pt x="11482" y="0"/>
                  <a:pt x="11518" y="7"/>
                  <a:pt x="11552" y="21"/>
                </a:cubicBezTo>
                <a:cubicBezTo>
                  <a:pt x="11586" y="35"/>
                  <a:pt x="11616" y="56"/>
                  <a:pt x="11642" y="82"/>
                </a:cubicBezTo>
                <a:cubicBezTo>
                  <a:pt x="11669" y="108"/>
                  <a:pt x="11689" y="138"/>
                  <a:pt x="11703" y="172"/>
                </a:cubicBezTo>
                <a:cubicBezTo>
                  <a:pt x="11717" y="206"/>
                  <a:pt x="11724" y="242"/>
                  <a:pt x="11724" y="279"/>
                </a:cubicBezTo>
                <a:lnTo>
                  <a:pt x="11724" y="4180"/>
                </a:lnTo>
                <a:cubicBezTo>
                  <a:pt x="11724" y="4216"/>
                  <a:pt x="11717" y="4252"/>
                  <a:pt x="11703" y="4286"/>
                </a:cubicBezTo>
                <a:cubicBezTo>
                  <a:pt x="11689" y="4320"/>
                  <a:pt x="11669" y="4350"/>
                  <a:pt x="11642" y="4376"/>
                </a:cubicBezTo>
                <a:cubicBezTo>
                  <a:pt x="11616" y="4403"/>
                  <a:pt x="11586" y="4423"/>
                  <a:pt x="11552" y="4437"/>
                </a:cubicBezTo>
                <a:cubicBezTo>
                  <a:pt x="11518" y="4451"/>
                  <a:pt x="11482" y="4458"/>
                  <a:pt x="11445" y="4458"/>
                </a:cubicBezTo>
                <a:lnTo>
                  <a:pt x="279" y="4458"/>
                </a:lnTo>
                <a:cubicBezTo>
                  <a:pt x="242" y="4458"/>
                  <a:pt x="206" y="4451"/>
                  <a:pt x="172" y="4437"/>
                </a:cubicBezTo>
                <a:cubicBezTo>
                  <a:pt x="138" y="4423"/>
                  <a:pt x="108" y="4403"/>
                  <a:pt x="82" y="4376"/>
                </a:cubicBezTo>
                <a:cubicBezTo>
                  <a:pt x="56" y="4350"/>
                  <a:pt x="36" y="4320"/>
                  <a:pt x="22" y="4286"/>
                </a:cubicBezTo>
                <a:cubicBezTo>
                  <a:pt x="7" y="4252"/>
                  <a:pt x="0" y="4216"/>
                  <a:pt x="0" y="4180"/>
                </a:cubicBezTo>
                <a:moveTo>
                  <a:pt x="24" y="279"/>
                </a:moveTo>
                <a:lnTo>
                  <a:pt x="24" y="4180"/>
                </a:lnTo>
                <a:cubicBezTo>
                  <a:pt x="24" y="4196"/>
                  <a:pt x="25" y="4213"/>
                  <a:pt x="29" y="4229"/>
                </a:cubicBezTo>
                <a:cubicBezTo>
                  <a:pt x="32" y="4246"/>
                  <a:pt x="37" y="4262"/>
                  <a:pt x="43" y="4277"/>
                </a:cubicBezTo>
                <a:cubicBezTo>
                  <a:pt x="49" y="4293"/>
                  <a:pt x="57" y="4307"/>
                  <a:pt x="67" y="4321"/>
                </a:cubicBezTo>
                <a:cubicBezTo>
                  <a:pt x="76" y="4335"/>
                  <a:pt x="87" y="4348"/>
                  <a:pt x="98" y="4360"/>
                </a:cubicBezTo>
                <a:cubicBezTo>
                  <a:pt x="110" y="4372"/>
                  <a:pt x="123" y="4382"/>
                  <a:pt x="137" y="4392"/>
                </a:cubicBezTo>
                <a:cubicBezTo>
                  <a:pt x="151" y="4401"/>
                  <a:pt x="166" y="4409"/>
                  <a:pt x="181" y="4415"/>
                </a:cubicBezTo>
                <a:cubicBezTo>
                  <a:pt x="197" y="4422"/>
                  <a:pt x="213" y="4427"/>
                  <a:pt x="229" y="4430"/>
                </a:cubicBezTo>
                <a:cubicBezTo>
                  <a:pt x="246" y="4433"/>
                  <a:pt x="262" y="4435"/>
                  <a:pt x="279" y="4435"/>
                </a:cubicBezTo>
                <a:lnTo>
                  <a:pt x="11445" y="4435"/>
                </a:lnTo>
                <a:cubicBezTo>
                  <a:pt x="11462" y="4435"/>
                  <a:pt x="11479" y="4433"/>
                  <a:pt x="11495" y="4430"/>
                </a:cubicBezTo>
                <a:cubicBezTo>
                  <a:pt x="11512" y="4427"/>
                  <a:pt x="11528" y="4422"/>
                  <a:pt x="11543" y="4415"/>
                </a:cubicBezTo>
                <a:cubicBezTo>
                  <a:pt x="11559" y="4409"/>
                  <a:pt x="11573" y="4401"/>
                  <a:pt x="11587" y="4392"/>
                </a:cubicBezTo>
                <a:cubicBezTo>
                  <a:pt x="11601" y="4382"/>
                  <a:pt x="11614" y="4372"/>
                  <a:pt x="11626" y="4360"/>
                </a:cubicBezTo>
                <a:cubicBezTo>
                  <a:pt x="11638" y="4348"/>
                  <a:pt x="11648" y="4335"/>
                  <a:pt x="11658" y="4321"/>
                </a:cubicBezTo>
                <a:cubicBezTo>
                  <a:pt x="11667" y="4307"/>
                  <a:pt x="11675" y="4293"/>
                  <a:pt x="11681" y="4277"/>
                </a:cubicBezTo>
                <a:cubicBezTo>
                  <a:pt x="11688" y="4262"/>
                  <a:pt x="11693" y="4246"/>
                  <a:pt x="11696" y="4229"/>
                </a:cubicBezTo>
                <a:cubicBezTo>
                  <a:pt x="11699" y="4213"/>
                  <a:pt x="11701" y="4196"/>
                  <a:pt x="11701" y="4180"/>
                </a:cubicBezTo>
                <a:lnTo>
                  <a:pt x="11701" y="279"/>
                </a:lnTo>
                <a:cubicBezTo>
                  <a:pt x="11701" y="262"/>
                  <a:pt x="11699" y="245"/>
                  <a:pt x="11696" y="229"/>
                </a:cubicBezTo>
                <a:cubicBezTo>
                  <a:pt x="11693" y="212"/>
                  <a:pt x="11688" y="196"/>
                  <a:pt x="11681" y="181"/>
                </a:cubicBezTo>
                <a:cubicBezTo>
                  <a:pt x="11675" y="166"/>
                  <a:pt x="11667" y="151"/>
                  <a:pt x="11658" y="137"/>
                </a:cubicBezTo>
                <a:cubicBezTo>
                  <a:pt x="11648" y="123"/>
                  <a:pt x="11638" y="110"/>
                  <a:pt x="11626" y="98"/>
                </a:cubicBezTo>
                <a:cubicBezTo>
                  <a:pt x="11614" y="86"/>
                  <a:pt x="11601" y="76"/>
                  <a:pt x="11587" y="66"/>
                </a:cubicBezTo>
                <a:cubicBezTo>
                  <a:pt x="11573" y="57"/>
                  <a:pt x="11559" y="49"/>
                  <a:pt x="11543" y="43"/>
                </a:cubicBezTo>
                <a:cubicBezTo>
                  <a:pt x="11528" y="36"/>
                  <a:pt x="11512" y="32"/>
                  <a:pt x="11495" y="28"/>
                </a:cubicBezTo>
                <a:cubicBezTo>
                  <a:pt x="11479" y="25"/>
                  <a:pt x="11462" y="23"/>
                  <a:pt x="11445" y="23"/>
                </a:cubicBezTo>
                <a:lnTo>
                  <a:pt x="279" y="23"/>
                </a:lnTo>
                <a:cubicBezTo>
                  <a:pt x="262" y="23"/>
                  <a:pt x="246" y="25"/>
                  <a:pt x="229" y="28"/>
                </a:cubicBezTo>
                <a:cubicBezTo>
                  <a:pt x="213" y="32"/>
                  <a:pt x="197" y="36"/>
                  <a:pt x="181" y="43"/>
                </a:cubicBezTo>
                <a:cubicBezTo>
                  <a:pt x="166" y="49"/>
                  <a:pt x="151" y="57"/>
                  <a:pt x="137" y="66"/>
                </a:cubicBezTo>
                <a:cubicBezTo>
                  <a:pt x="123" y="76"/>
                  <a:pt x="110" y="86"/>
                  <a:pt x="98" y="98"/>
                </a:cubicBezTo>
                <a:cubicBezTo>
                  <a:pt x="87" y="110"/>
                  <a:pt x="76" y="123"/>
                  <a:pt x="67" y="137"/>
                </a:cubicBezTo>
                <a:cubicBezTo>
                  <a:pt x="57" y="151"/>
                  <a:pt x="49" y="166"/>
                  <a:pt x="43" y="181"/>
                </a:cubicBezTo>
                <a:cubicBezTo>
                  <a:pt x="37" y="196"/>
                  <a:pt x="32" y="212"/>
                  <a:pt x="29" y="229"/>
                </a:cubicBezTo>
                <a:cubicBezTo>
                  <a:pt x="25" y="245"/>
                  <a:pt x="24" y="262"/>
                  <a:pt x="24" y="279"/>
                </a:cubicBezTo>
                <a:close/>
              </a:path>
            </a:pathLst>
          </a:custGeom>
          <a:solidFill>
            <a:srgbClr val="FFFFFF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44" name="任意多邊形 1443"/>
          <p:cNvSpPr/>
          <p:nvPr/>
        </p:nvSpPr>
        <p:spPr>
          <a:xfrm>
            <a:off x="5623920" y="3025080"/>
            <a:ext cx="418320" cy="417960"/>
          </a:xfrm>
          <a:custGeom>
            <a:avLst/>
            <a:gdLst/>
            <a:ahLst/>
            <a:cxnLst/>
            <a:rect l="0" t="0" r="r" b="b"/>
            <a:pathLst>
              <a:path w="1162" h="1161">
                <a:moveTo>
                  <a:pt x="1162" y="581"/>
                </a:moveTo>
                <a:cubicBezTo>
                  <a:pt x="1162" y="600"/>
                  <a:pt x="1161" y="619"/>
                  <a:pt x="1159" y="638"/>
                </a:cubicBezTo>
                <a:cubicBezTo>
                  <a:pt x="1157" y="657"/>
                  <a:pt x="1154" y="676"/>
                  <a:pt x="1150" y="694"/>
                </a:cubicBezTo>
                <a:cubicBezTo>
                  <a:pt x="1147" y="713"/>
                  <a:pt x="1142" y="731"/>
                  <a:pt x="1137" y="749"/>
                </a:cubicBezTo>
                <a:cubicBezTo>
                  <a:pt x="1131" y="768"/>
                  <a:pt x="1125" y="785"/>
                  <a:pt x="1117" y="803"/>
                </a:cubicBezTo>
                <a:cubicBezTo>
                  <a:pt x="1110" y="821"/>
                  <a:pt x="1102" y="838"/>
                  <a:pt x="1093" y="855"/>
                </a:cubicBezTo>
                <a:cubicBezTo>
                  <a:pt x="1084" y="871"/>
                  <a:pt x="1074" y="888"/>
                  <a:pt x="1064" y="903"/>
                </a:cubicBezTo>
                <a:cubicBezTo>
                  <a:pt x="1053" y="919"/>
                  <a:pt x="1042" y="934"/>
                  <a:pt x="1030" y="949"/>
                </a:cubicBezTo>
                <a:cubicBezTo>
                  <a:pt x="1018" y="964"/>
                  <a:pt x="1005" y="978"/>
                  <a:pt x="992" y="991"/>
                </a:cubicBezTo>
                <a:cubicBezTo>
                  <a:pt x="978" y="1005"/>
                  <a:pt x="964" y="1017"/>
                  <a:pt x="949" y="1030"/>
                </a:cubicBezTo>
                <a:cubicBezTo>
                  <a:pt x="935" y="1042"/>
                  <a:pt x="919" y="1053"/>
                  <a:pt x="904" y="1063"/>
                </a:cubicBezTo>
                <a:cubicBezTo>
                  <a:pt x="888" y="1074"/>
                  <a:pt x="872" y="1084"/>
                  <a:pt x="855" y="1093"/>
                </a:cubicBezTo>
                <a:cubicBezTo>
                  <a:pt x="838" y="1102"/>
                  <a:pt x="821" y="1110"/>
                  <a:pt x="803" y="1117"/>
                </a:cubicBezTo>
                <a:cubicBezTo>
                  <a:pt x="786" y="1124"/>
                  <a:pt x="768" y="1131"/>
                  <a:pt x="750" y="1136"/>
                </a:cubicBezTo>
                <a:cubicBezTo>
                  <a:pt x="731" y="1142"/>
                  <a:pt x="713" y="1146"/>
                  <a:pt x="694" y="1150"/>
                </a:cubicBezTo>
                <a:cubicBezTo>
                  <a:pt x="676" y="1154"/>
                  <a:pt x="657" y="1157"/>
                  <a:pt x="638" y="1158"/>
                </a:cubicBezTo>
                <a:cubicBezTo>
                  <a:pt x="619" y="1160"/>
                  <a:pt x="600" y="1161"/>
                  <a:pt x="581" y="1161"/>
                </a:cubicBezTo>
                <a:cubicBezTo>
                  <a:pt x="562" y="1161"/>
                  <a:pt x="543" y="1160"/>
                  <a:pt x="524" y="1158"/>
                </a:cubicBezTo>
                <a:cubicBezTo>
                  <a:pt x="505" y="1157"/>
                  <a:pt x="487" y="1154"/>
                  <a:pt x="468" y="1150"/>
                </a:cubicBezTo>
                <a:cubicBezTo>
                  <a:pt x="449" y="1146"/>
                  <a:pt x="431" y="1142"/>
                  <a:pt x="413" y="1136"/>
                </a:cubicBezTo>
                <a:cubicBezTo>
                  <a:pt x="395" y="1131"/>
                  <a:pt x="377" y="1124"/>
                  <a:pt x="359" y="1117"/>
                </a:cubicBezTo>
                <a:cubicBezTo>
                  <a:pt x="342" y="1110"/>
                  <a:pt x="324" y="1102"/>
                  <a:pt x="308" y="1093"/>
                </a:cubicBezTo>
                <a:cubicBezTo>
                  <a:pt x="291" y="1084"/>
                  <a:pt x="275" y="1074"/>
                  <a:pt x="259" y="1063"/>
                </a:cubicBezTo>
                <a:cubicBezTo>
                  <a:pt x="243" y="1053"/>
                  <a:pt x="228" y="1042"/>
                  <a:pt x="213" y="1030"/>
                </a:cubicBezTo>
                <a:cubicBezTo>
                  <a:pt x="198" y="1017"/>
                  <a:pt x="184" y="1005"/>
                  <a:pt x="171" y="991"/>
                </a:cubicBezTo>
                <a:cubicBezTo>
                  <a:pt x="157" y="978"/>
                  <a:pt x="145" y="964"/>
                  <a:pt x="133" y="949"/>
                </a:cubicBezTo>
                <a:cubicBezTo>
                  <a:pt x="121" y="934"/>
                  <a:pt x="109" y="919"/>
                  <a:pt x="99" y="903"/>
                </a:cubicBezTo>
                <a:cubicBezTo>
                  <a:pt x="88" y="888"/>
                  <a:pt x="78" y="871"/>
                  <a:pt x="69" y="855"/>
                </a:cubicBezTo>
                <a:cubicBezTo>
                  <a:pt x="60" y="838"/>
                  <a:pt x="52" y="821"/>
                  <a:pt x="45" y="803"/>
                </a:cubicBezTo>
                <a:cubicBezTo>
                  <a:pt x="37" y="785"/>
                  <a:pt x="30" y="768"/>
                  <a:pt x="25" y="749"/>
                </a:cubicBezTo>
                <a:cubicBezTo>
                  <a:pt x="19" y="731"/>
                  <a:pt x="15" y="713"/>
                  <a:pt x="11" y="694"/>
                </a:cubicBezTo>
                <a:cubicBezTo>
                  <a:pt x="7" y="676"/>
                  <a:pt x="5" y="657"/>
                  <a:pt x="3" y="638"/>
                </a:cubicBezTo>
                <a:cubicBezTo>
                  <a:pt x="1" y="619"/>
                  <a:pt x="0" y="600"/>
                  <a:pt x="0" y="581"/>
                </a:cubicBezTo>
                <a:cubicBezTo>
                  <a:pt x="0" y="562"/>
                  <a:pt x="1" y="543"/>
                  <a:pt x="3" y="524"/>
                </a:cubicBezTo>
                <a:cubicBezTo>
                  <a:pt x="5" y="505"/>
                  <a:pt x="7" y="486"/>
                  <a:pt x="11" y="468"/>
                </a:cubicBezTo>
                <a:cubicBezTo>
                  <a:pt x="15" y="449"/>
                  <a:pt x="19" y="431"/>
                  <a:pt x="25" y="412"/>
                </a:cubicBezTo>
                <a:cubicBezTo>
                  <a:pt x="30" y="394"/>
                  <a:pt x="37" y="376"/>
                  <a:pt x="45" y="359"/>
                </a:cubicBezTo>
                <a:cubicBezTo>
                  <a:pt x="52" y="341"/>
                  <a:pt x="60" y="324"/>
                  <a:pt x="69" y="307"/>
                </a:cubicBezTo>
                <a:cubicBezTo>
                  <a:pt x="78" y="290"/>
                  <a:pt x="88" y="273"/>
                  <a:pt x="99" y="258"/>
                </a:cubicBezTo>
                <a:cubicBezTo>
                  <a:pt x="109" y="242"/>
                  <a:pt x="121" y="226"/>
                  <a:pt x="133" y="212"/>
                </a:cubicBezTo>
                <a:cubicBezTo>
                  <a:pt x="145" y="197"/>
                  <a:pt x="157" y="183"/>
                  <a:pt x="171" y="170"/>
                </a:cubicBezTo>
                <a:cubicBezTo>
                  <a:pt x="184" y="156"/>
                  <a:pt x="198" y="143"/>
                  <a:pt x="213" y="131"/>
                </a:cubicBezTo>
                <a:cubicBezTo>
                  <a:pt x="228" y="119"/>
                  <a:pt x="243" y="108"/>
                  <a:pt x="259" y="97"/>
                </a:cubicBezTo>
                <a:cubicBezTo>
                  <a:pt x="275" y="87"/>
                  <a:pt x="291" y="77"/>
                  <a:pt x="308" y="68"/>
                </a:cubicBezTo>
                <a:cubicBezTo>
                  <a:pt x="324" y="59"/>
                  <a:pt x="342" y="51"/>
                  <a:pt x="359" y="44"/>
                </a:cubicBezTo>
                <a:cubicBezTo>
                  <a:pt x="377" y="37"/>
                  <a:pt x="395" y="30"/>
                  <a:pt x="413" y="25"/>
                </a:cubicBezTo>
                <a:cubicBezTo>
                  <a:pt x="431" y="19"/>
                  <a:pt x="449" y="14"/>
                  <a:pt x="468" y="11"/>
                </a:cubicBezTo>
                <a:cubicBezTo>
                  <a:pt x="487" y="7"/>
                  <a:pt x="505" y="4"/>
                  <a:pt x="524" y="2"/>
                </a:cubicBezTo>
                <a:cubicBezTo>
                  <a:pt x="543" y="1"/>
                  <a:pt x="562" y="0"/>
                  <a:pt x="581" y="0"/>
                </a:cubicBezTo>
                <a:cubicBezTo>
                  <a:pt x="600" y="0"/>
                  <a:pt x="619" y="1"/>
                  <a:pt x="638" y="2"/>
                </a:cubicBezTo>
                <a:cubicBezTo>
                  <a:pt x="657" y="4"/>
                  <a:pt x="676" y="7"/>
                  <a:pt x="694" y="11"/>
                </a:cubicBezTo>
                <a:cubicBezTo>
                  <a:pt x="713" y="14"/>
                  <a:pt x="731" y="19"/>
                  <a:pt x="750" y="25"/>
                </a:cubicBezTo>
                <a:cubicBezTo>
                  <a:pt x="768" y="30"/>
                  <a:pt x="786" y="37"/>
                  <a:pt x="803" y="44"/>
                </a:cubicBezTo>
                <a:cubicBezTo>
                  <a:pt x="821" y="51"/>
                  <a:pt x="838" y="59"/>
                  <a:pt x="855" y="68"/>
                </a:cubicBezTo>
                <a:cubicBezTo>
                  <a:pt x="872" y="77"/>
                  <a:pt x="888" y="87"/>
                  <a:pt x="904" y="97"/>
                </a:cubicBezTo>
                <a:cubicBezTo>
                  <a:pt x="919" y="108"/>
                  <a:pt x="935" y="119"/>
                  <a:pt x="949" y="131"/>
                </a:cubicBezTo>
                <a:cubicBezTo>
                  <a:pt x="964" y="143"/>
                  <a:pt x="978" y="156"/>
                  <a:pt x="992" y="170"/>
                </a:cubicBezTo>
                <a:cubicBezTo>
                  <a:pt x="1005" y="183"/>
                  <a:pt x="1018" y="197"/>
                  <a:pt x="1030" y="212"/>
                </a:cubicBezTo>
                <a:cubicBezTo>
                  <a:pt x="1042" y="226"/>
                  <a:pt x="1053" y="242"/>
                  <a:pt x="1064" y="258"/>
                </a:cubicBezTo>
                <a:cubicBezTo>
                  <a:pt x="1074" y="273"/>
                  <a:pt x="1084" y="290"/>
                  <a:pt x="1093" y="307"/>
                </a:cubicBezTo>
                <a:cubicBezTo>
                  <a:pt x="1102" y="324"/>
                  <a:pt x="1110" y="341"/>
                  <a:pt x="1117" y="359"/>
                </a:cubicBezTo>
                <a:cubicBezTo>
                  <a:pt x="1125" y="376"/>
                  <a:pt x="1131" y="394"/>
                  <a:pt x="1137" y="412"/>
                </a:cubicBezTo>
                <a:cubicBezTo>
                  <a:pt x="1142" y="431"/>
                  <a:pt x="1147" y="449"/>
                  <a:pt x="1150" y="468"/>
                </a:cubicBezTo>
                <a:cubicBezTo>
                  <a:pt x="1154" y="486"/>
                  <a:pt x="1157" y="505"/>
                  <a:pt x="1159" y="524"/>
                </a:cubicBezTo>
                <a:cubicBezTo>
                  <a:pt x="1161" y="543"/>
                  <a:pt x="1162" y="562"/>
                  <a:pt x="1162" y="581"/>
                </a:cubicBezTo>
                <a:close/>
              </a:path>
            </a:pathLst>
          </a:custGeom>
          <a:solidFill>
            <a:srgbClr val="B91C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445" name="圖片 1444"/>
          <p:cNvPicPr/>
          <p:nvPr/>
        </p:nvPicPr>
        <p:blipFill>
          <a:blip r:embed="rId5"/>
          <a:stretch>
            <a:fillRect/>
          </a:stretch>
        </p:blipFill>
        <p:spPr>
          <a:xfrm>
            <a:off x="5732640" y="313380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6" name="文字框 1445"/>
          <p:cNvSpPr txBox="1"/>
          <p:nvPr/>
        </p:nvSpPr>
        <p:spPr>
          <a:xfrm>
            <a:off x="1981080" y="4091400"/>
            <a:ext cx="22806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美港监管合作将促进跨境支付效率提升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447" name="圖片 1446"/>
          <p:cNvPicPr/>
          <p:nvPr/>
        </p:nvPicPr>
        <p:blipFill>
          <a:blip r:embed="rId2"/>
          <a:stretch>
            <a:fillRect/>
          </a:stretch>
        </p:blipFill>
        <p:spPr>
          <a:xfrm>
            <a:off x="6158880" y="356832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8" name="文字框 1447"/>
          <p:cNvSpPr txBox="1"/>
          <p:nvPr/>
        </p:nvSpPr>
        <p:spPr>
          <a:xfrm>
            <a:off x="6175440" y="3032640"/>
            <a:ext cx="14090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技术与基础设施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49" name="文字框 1448"/>
          <p:cNvSpPr txBox="1"/>
          <p:nvPr/>
        </p:nvSpPr>
        <p:spPr>
          <a:xfrm>
            <a:off x="6359400" y="356112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450" name="圖片 1449"/>
          <p:cNvPicPr/>
          <p:nvPr/>
        </p:nvPicPr>
        <p:blipFill>
          <a:blip r:embed="rId2"/>
          <a:stretch>
            <a:fillRect/>
          </a:stretch>
        </p:blipFill>
        <p:spPr>
          <a:xfrm>
            <a:off x="6158880" y="383580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1" name="文字框 1450"/>
          <p:cNvSpPr txBox="1"/>
          <p:nvPr/>
        </p:nvSpPr>
        <p:spPr>
          <a:xfrm>
            <a:off x="6401880" y="3556440"/>
            <a:ext cx="25488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跨链互操作性技术解决不同区块链间的连接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52" name="文字框 1451"/>
          <p:cNvSpPr txBox="1"/>
          <p:nvPr/>
        </p:nvSpPr>
        <p:spPr>
          <a:xfrm>
            <a:off x="6359400" y="382860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53" name="文字框 1452"/>
          <p:cNvSpPr txBox="1"/>
          <p:nvPr/>
        </p:nvSpPr>
        <p:spPr>
          <a:xfrm>
            <a:off x="6401880" y="3823920"/>
            <a:ext cx="268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香港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54" name="文字框 1453"/>
          <p:cNvSpPr txBox="1"/>
          <p:nvPr/>
        </p:nvSpPr>
        <p:spPr>
          <a:xfrm>
            <a:off x="6669360" y="382860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55" name="文字框 1454"/>
          <p:cNvSpPr txBox="1"/>
          <p:nvPr/>
        </p:nvSpPr>
        <p:spPr>
          <a:xfrm>
            <a:off x="6730920" y="3823920"/>
            <a:ext cx="403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转数快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56" name="文字框 1455"/>
          <p:cNvSpPr txBox="1"/>
          <p:nvPr/>
        </p:nvSpPr>
        <p:spPr>
          <a:xfrm>
            <a:off x="7131960" y="382860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457" name="圖片 1456"/>
          <p:cNvPicPr/>
          <p:nvPr/>
        </p:nvPicPr>
        <p:blipFill>
          <a:blip r:embed="rId2"/>
          <a:stretch>
            <a:fillRect/>
          </a:stretch>
        </p:blipFill>
        <p:spPr>
          <a:xfrm>
            <a:off x="6158880" y="410328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8" name="文字框 1457"/>
          <p:cNvSpPr txBox="1"/>
          <p:nvPr/>
        </p:nvSpPr>
        <p:spPr>
          <a:xfrm>
            <a:off x="7193520" y="3823920"/>
            <a:ext cx="1744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系统为零售支付提供基础通道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59" name="文字框 1458"/>
          <p:cNvSpPr txBox="1"/>
          <p:nvPr/>
        </p:nvSpPr>
        <p:spPr>
          <a:xfrm>
            <a:off x="6359400" y="409608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60" name="文字框 1459"/>
          <p:cNvSpPr txBox="1"/>
          <p:nvPr/>
        </p:nvSpPr>
        <p:spPr>
          <a:xfrm>
            <a:off x="6401880" y="4091400"/>
            <a:ext cx="20124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多边央行数字货币桥项目推动全球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61" name="文字框 1460"/>
          <p:cNvSpPr txBox="1"/>
          <p:nvPr/>
        </p:nvSpPr>
        <p:spPr>
          <a:xfrm>
            <a:off x="8407440" y="4096080"/>
            <a:ext cx="3834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CBDC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462" name="圖片 1461"/>
          <p:cNvPicPr/>
          <p:nvPr/>
        </p:nvPicPr>
        <p:blipFill>
          <a:blip r:embed="rId6"/>
          <a:stretch>
            <a:fillRect/>
          </a:stretch>
        </p:blipFill>
        <p:spPr>
          <a:xfrm>
            <a:off x="1203480" y="4930560"/>
            <a:ext cx="15012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3" name="文字框 1462"/>
          <p:cNvSpPr txBox="1"/>
          <p:nvPr/>
        </p:nvSpPr>
        <p:spPr>
          <a:xfrm>
            <a:off x="8789040" y="4091400"/>
            <a:ext cx="403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互操作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64" name="文字框 1463"/>
          <p:cNvSpPr txBox="1"/>
          <p:nvPr/>
        </p:nvSpPr>
        <p:spPr>
          <a:xfrm>
            <a:off x="1454040" y="4904280"/>
            <a:ext cx="8053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未来展望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65" name="文字框 1464"/>
          <p:cNvSpPr txBox="1"/>
          <p:nvPr/>
        </p:nvSpPr>
        <p:spPr>
          <a:xfrm>
            <a:off x="1203480" y="5286960"/>
            <a:ext cx="82990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在监管引导和技术创新的双重驱动下，合规稳定币与主权数字货币之间的融合与协作将更加紧密，共同塑造未来的全球金融新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66" name="文字框 1465"/>
          <p:cNvSpPr txBox="1"/>
          <p:nvPr/>
        </p:nvSpPr>
        <p:spPr>
          <a:xfrm>
            <a:off x="1203480" y="5520960"/>
            <a:ext cx="82990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生态。港元稳定币有望成为连接数字人民币与全球加密资产市场的桥梁，为跨境贸易、投资和汇款提供更高效、低成本的解决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67" name="任意多邊形 1466"/>
          <p:cNvSpPr/>
          <p:nvPr/>
        </p:nvSpPr>
        <p:spPr>
          <a:xfrm>
            <a:off x="835560" y="1671120"/>
            <a:ext cx="83880" cy="83880"/>
          </a:xfrm>
          <a:custGeom>
            <a:avLst/>
            <a:gdLst/>
            <a:ahLst/>
            <a:cxnLst/>
            <a:rect l="0" t="0" r="r" b="b"/>
            <a:pathLst>
              <a:path w="233" h="233">
                <a:moveTo>
                  <a:pt x="233" y="117"/>
                </a:moveTo>
                <a:cubicBezTo>
                  <a:pt x="233" y="133"/>
                  <a:pt x="230" y="147"/>
                  <a:pt x="224" y="162"/>
                </a:cubicBezTo>
                <a:cubicBezTo>
                  <a:pt x="218" y="176"/>
                  <a:pt x="210" y="188"/>
                  <a:pt x="199" y="199"/>
                </a:cubicBezTo>
                <a:cubicBezTo>
                  <a:pt x="188" y="210"/>
                  <a:pt x="176" y="219"/>
                  <a:pt x="161" y="224"/>
                </a:cubicBezTo>
                <a:cubicBezTo>
                  <a:pt x="147" y="230"/>
                  <a:pt x="132" y="233"/>
                  <a:pt x="117" y="233"/>
                </a:cubicBezTo>
                <a:cubicBezTo>
                  <a:pt x="100" y="233"/>
                  <a:pt x="86" y="230"/>
                  <a:pt x="71" y="224"/>
                </a:cubicBezTo>
                <a:cubicBezTo>
                  <a:pt x="57" y="219"/>
                  <a:pt x="45" y="210"/>
                  <a:pt x="34" y="199"/>
                </a:cubicBezTo>
                <a:cubicBezTo>
                  <a:pt x="23" y="188"/>
                  <a:pt x="15" y="176"/>
                  <a:pt x="9" y="162"/>
                </a:cubicBezTo>
                <a:cubicBezTo>
                  <a:pt x="3" y="147"/>
                  <a:pt x="0" y="133"/>
                  <a:pt x="0" y="117"/>
                </a:cubicBezTo>
                <a:cubicBezTo>
                  <a:pt x="0" y="101"/>
                  <a:pt x="3" y="86"/>
                  <a:pt x="9" y="72"/>
                </a:cubicBezTo>
                <a:cubicBezTo>
                  <a:pt x="15" y="58"/>
                  <a:pt x="23" y="45"/>
                  <a:pt x="34" y="34"/>
                </a:cubicBezTo>
                <a:cubicBezTo>
                  <a:pt x="45" y="23"/>
                  <a:pt x="57" y="15"/>
                  <a:pt x="71" y="9"/>
                </a:cubicBezTo>
                <a:cubicBezTo>
                  <a:pt x="86" y="3"/>
                  <a:pt x="100" y="0"/>
                  <a:pt x="117" y="0"/>
                </a:cubicBezTo>
                <a:cubicBezTo>
                  <a:pt x="132" y="0"/>
                  <a:pt x="147" y="3"/>
                  <a:pt x="161" y="9"/>
                </a:cubicBezTo>
                <a:cubicBezTo>
                  <a:pt x="176" y="15"/>
                  <a:pt x="188" y="23"/>
                  <a:pt x="199" y="34"/>
                </a:cubicBezTo>
                <a:cubicBezTo>
                  <a:pt x="210" y="45"/>
                  <a:pt x="218" y="58"/>
                  <a:pt x="224" y="72"/>
                </a:cubicBezTo>
                <a:cubicBezTo>
                  <a:pt x="230" y="86"/>
                  <a:pt x="233" y="101"/>
                  <a:pt x="233" y="117"/>
                </a:cubicBezTo>
                <a:close/>
              </a:path>
            </a:pathLst>
          </a:custGeom>
          <a:solidFill>
            <a:srgbClr val="4CD1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68" name="任意多邊形 1467"/>
          <p:cNvSpPr/>
          <p:nvPr/>
        </p:nvSpPr>
        <p:spPr>
          <a:xfrm>
            <a:off x="9192240" y="3342600"/>
            <a:ext cx="83880" cy="83880"/>
          </a:xfrm>
          <a:custGeom>
            <a:avLst/>
            <a:gdLst/>
            <a:ahLst/>
            <a:cxnLst/>
            <a:rect l="0" t="0" r="r" b="b"/>
            <a:pathLst>
              <a:path w="233" h="233">
                <a:moveTo>
                  <a:pt x="233" y="117"/>
                </a:moveTo>
                <a:cubicBezTo>
                  <a:pt x="233" y="132"/>
                  <a:pt x="230" y="147"/>
                  <a:pt x="224" y="161"/>
                </a:cubicBezTo>
                <a:cubicBezTo>
                  <a:pt x="218" y="175"/>
                  <a:pt x="210" y="188"/>
                  <a:pt x="199" y="199"/>
                </a:cubicBezTo>
                <a:cubicBezTo>
                  <a:pt x="188" y="210"/>
                  <a:pt x="176" y="218"/>
                  <a:pt x="161" y="224"/>
                </a:cubicBezTo>
                <a:cubicBezTo>
                  <a:pt x="147" y="230"/>
                  <a:pt x="132" y="233"/>
                  <a:pt x="117" y="233"/>
                </a:cubicBezTo>
                <a:cubicBezTo>
                  <a:pt x="101" y="233"/>
                  <a:pt x="86" y="230"/>
                  <a:pt x="72" y="224"/>
                </a:cubicBezTo>
                <a:cubicBezTo>
                  <a:pt x="57" y="218"/>
                  <a:pt x="45" y="210"/>
                  <a:pt x="34" y="199"/>
                </a:cubicBezTo>
                <a:cubicBezTo>
                  <a:pt x="23" y="188"/>
                  <a:pt x="15" y="175"/>
                  <a:pt x="9" y="161"/>
                </a:cubicBezTo>
                <a:cubicBezTo>
                  <a:pt x="3" y="147"/>
                  <a:pt x="0" y="132"/>
                  <a:pt x="0" y="117"/>
                </a:cubicBezTo>
                <a:cubicBezTo>
                  <a:pt x="0" y="100"/>
                  <a:pt x="3" y="86"/>
                  <a:pt x="9" y="71"/>
                </a:cubicBezTo>
                <a:cubicBezTo>
                  <a:pt x="15" y="57"/>
                  <a:pt x="23" y="45"/>
                  <a:pt x="34" y="34"/>
                </a:cubicBezTo>
                <a:cubicBezTo>
                  <a:pt x="45" y="23"/>
                  <a:pt x="57" y="14"/>
                  <a:pt x="72" y="9"/>
                </a:cubicBezTo>
                <a:cubicBezTo>
                  <a:pt x="86" y="3"/>
                  <a:pt x="101" y="0"/>
                  <a:pt x="117" y="0"/>
                </a:cubicBezTo>
                <a:cubicBezTo>
                  <a:pt x="132" y="0"/>
                  <a:pt x="147" y="3"/>
                  <a:pt x="161" y="9"/>
                </a:cubicBezTo>
                <a:cubicBezTo>
                  <a:pt x="176" y="14"/>
                  <a:pt x="188" y="23"/>
                  <a:pt x="199" y="34"/>
                </a:cubicBezTo>
                <a:cubicBezTo>
                  <a:pt x="210" y="45"/>
                  <a:pt x="218" y="57"/>
                  <a:pt x="224" y="71"/>
                </a:cubicBezTo>
                <a:cubicBezTo>
                  <a:pt x="230" y="86"/>
                  <a:pt x="233" y="100"/>
                  <a:pt x="233" y="117"/>
                </a:cubicBezTo>
                <a:close/>
              </a:path>
            </a:pathLst>
          </a:custGeom>
          <a:solidFill>
            <a:srgbClr val="4CD1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69" name="任意多邊形 1468"/>
          <p:cNvSpPr/>
          <p:nvPr/>
        </p:nvSpPr>
        <p:spPr>
          <a:xfrm>
            <a:off x="1671120" y="4178160"/>
            <a:ext cx="83880" cy="83880"/>
          </a:xfrm>
          <a:custGeom>
            <a:avLst/>
            <a:gdLst/>
            <a:ahLst/>
            <a:cxnLst/>
            <a:rect l="0" t="0" r="r" b="b"/>
            <a:pathLst>
              <a:path w="233" h="233">
                <a:moveTo>
                  <a:pt x="233" y="117"/>
                </a:moveTo>
                <a:cubicBezTo>
                  <a:pt x="233" y="132"/>
                  <a:pt x="230" y="147"/>
                  <a:pt x="224" y="162"/>
                </a:cubicBezTo>
                <a:cubicBezTo>
                  <a:pt x="219" y="176"/>
                  <a:pt x="210" y="188"/>
                  <a:pt x="199" y="199"/>
                </a:cubicBezTo>
                <a:cubicBezTo>
                  <a:pt x="188" y="210"/>
                  <a:pt x="176" y="218"/>
                  <a:pt x="162" y="224"/>
                </a:cubicBezTo>
                <a:cubicBezTo>
                  <a:pt x="147" y="230"/>
                  <a:pt x="133" y="233"/>
                  <a:pt x="117" y="233"/>
                </a:cubicBezTo>
                <a:cubicBezTo>
                  <a:pt x="101" y="233"/>
                  <a:pt x="86" y="230"/>
                  <a:pt x="72" y="224"/>
                </a:cubicBezTo>
                <a:cubicBezTo>
                  <a:pt x="58" y="218"/>
                  <a:pt x="45" y="210"/>
                  <a:pt x="34" y="199"/>
                </a:cubicBezTo>
                <a:cubicBezTo>
                  <a:pt x="23" y="188"/>
                  <a:pt x="15" y="176"/>
                  <a:pt x="9" y="162"/>
                </a:cubicBezTo>
                <a:cubicBezTo>
                  <a:pt x="3" y="147"/>
                  <a:pt x="0" y="132"/>
                  <a:pt x="0" y="117"/>
                </a:cubicBezTo>
                <a:cubicBezTo>
                  <a:pt x="0" y="101"/>
                  <a:pt x="3" y="86"/>
                  <a:pt x="9" y="72"/>
                </a:cubicBezTo>
                <a:cubicBezTo>
                  <a:pt x="15" y="57"/>
                  <a:pt x="23" y="45"/>
                  <a:pt x="34" y="34"/>
                </a:cubicBezTo>
                <a:cubicBezTo>
                  <a:pt x="45" y="23"/>
                  <a:pt x="58" y="15"/>
                  <a:pt x="72" y="9"/>
                </a:cubicBezTo>
                <a:cubicBezTo>
                  <a:pt x="86" y="3"/>
                  <a:pt x="101" y="0"/>
                  <a:pt x="117" y="0"/>
                </a:cubicBezTo>
                <a:cubicBezTo>
                  <a:pt x="133" y="0"/>
                  <a:pt x="147" y="3"/>
                  <a:pt x="162" y="9"/>
                </a:cubicBezTo>
                <a:cubicBezTo>
                  <a:pt x="176" y="15"/>
                  <a:pt x="188" y="23"/>
                  <a:pt x="199" y="34"/>
                </a:cubicBezTo>
                <a:cubicBezTo>
                  <a:pt x="210" y="45"/>
                  <a:pt x="219" y="57"/>
                  <a:pt x="224" y="72"/>
                </a:cubicBezTo>
                <a:cubicBezTo>
                  <a:pt x="230" y="86"/>
                  <a:pt x="233" y="101"/>
                  <a:pt x="233" y="117"/>
                </a:cubicBezTo>
                <a:close/>
              </a:path>
            </a:pathLst>
          </a:custGeom>
          <a:solidFill>
            <a:srgbClr val="4CD1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470" name="圖片 1469"/>
          <p:cNvPicPr/>
          <p:nvPr/>
        </p:nvPicPr>
        <p:blipFill>
          <a:blip r:embed="rId7"/>
          <a:stretch>
            <a:fillRect/>
          </a:stretch>
        </p:blipFill>
        <p:spPr>
          <a:xfrm>
            <a:off x="835560" y="1671480"/>
            <a:ext cx="1671120" cy="1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71" name="圖片 1470"/>
          <p:cNvPicPr/>
          <p:nvPr/>
        </p:nvPicPr>
        <p:blipFill>
          <a:blip r:embed="rId8"/>
          <a:stretch>
            <a:fillRect/>
          </a:stretch>
        </p:blipFill>
        <p:spPr>
          <a:xfrm>
            <a:off x="7521120" y="3342600"/>
            <a:ext cx="2506680" cy="1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72" name="圖片 1471"/>
          <p:cNvPicPr/>
          <p:nvPr/>
        </p:nvPicPr>
        <p:blipFill>
          <a:blip r:embed="rId9"/>
          <a:stretch>
            <a:fillRect/>
          </a:stretch>
        </p:blipFill>
        <p:spPr>
          <a:xfrm>
            <a:off x="1671480" y="4178520"/>
            <a:ext cx="1253160" cy="1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3" name="文字框 1472"/>
          <p:cNvSpPr txBox="1"/>
          <p:nvPr/>
        </p:nvSpPr>
        <p:spPr>
          <a:xfrm>
            <a:off x="1203480" y="5754960"/>
            <a:ext cx="4532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方案。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74" name="文字框 1473"/>
          <p:cNvSpPr txBox="1"/>
          <p:nvPr/>
        </p:nvSpPr>
        <p:spPr>
          <a:xfrm>
            <a:off x="9357120" y="589644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第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75" name="文字框 1474"/>
          <p:cNvSpPr txBox="1"/>
          <p:nvPr/>
        </p:nvSpPr>
        <p:spPr>
          <a:xfrm>
            <a:off x="9491040" y="5901120"/>
            <a:ext cx="171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14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76" name="文字框 1475"/>
          <p:cNvSpPr txBox="1"/>
          <p:nvPr/>
        </p:nvSpPr>
        <p:spPr>
          <a:xfrm>
            <a:off x="9660960" y="589644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页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77" name="文字框 1476"/>
          <p:cNvSpPr txBox="1"/>
          <p:nvPr/>
        </p:nvSpPr>
        <p:spPr>
          <a:xfrm>
            <a:off x="9794880" y="590112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/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78" name="文字框 1477"/>
          <p:cNvSpPr txBox="1"/>
          <p:nvPr/>
        </p:nvSpPr>
        <p:spPr>
          <a:xfrm>
            <a:off x="9924840" y="589644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共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79" name="文字框 1478"/>
          <p:cNvSpPr txBox="1"/>
          <p:nvPr/>
        </p:nvSpPr>
        <p:spPr>
          <a:xfrm>
            <a:off x="10058400" y="5901120"/>
            <a:ext cx="171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15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80" name="文字框 1479"/>
          <p:cNvSpPr txBox="1"/>
          <p:nvPr/>
        </p:nvSpPr>
        <p:spPr>
          <a:xfrm>
            <a:off x="10228680" y="589644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页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1" name="圖片 1480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2" name="任意多邊形 1481"/>
          <p:cNvSpPr/>
          <p:nvPr/>
        </p:nvSpPr>
        <p:spPr>
          <a:xfrm>
            <a:off x="334080" y="735120"/>
            <a:ext cx="668880" cy="33840"/>
          </a:xfrm>
          <a:custGeom>
            <a:avLst/>
            <a:gdLst/>
            <a:ahLst/>
            <a:cxnLst/>
            <a:rect l="0" t="0" r="r" b="b"/>
            <a:pathLst>
              <a:path w="1858" h="94">
                <a:moveTo>
                  <a:pt x="0" y="0"/>
                </a:moveTo>
                <a:lnTo>
                  <a:pt x="1858" y="0"/>
                </a:lnTo>
                <a:lnTo>
                  <a:pt x="1858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34D3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83" name="任意多邊形 1482"/>
          <p:cNvSpPr/>
          <p:nvPr/>
        </p:nvSpPr>
        <p:spPr>
          <a:xfrm>
            <a:off x="5548680" y="952560"/>
            <a:ext cx="4813920" cy="4579920"/>
          </a:xfrm>
          <a:custGeom>
            <a:avLst/>
            <a:gdLst/>
            <a:ahLst/>
            <a:cxnLst/>
            <a:rect l="0" t="0" r="r" b="b"/>
            <a:pathLst>
              <a:path w="13372" h="12722">
                <a:moveTo>
                  <a:pt x="26" y="215"/>
                </a:moveTo>
                <a:cubicBezTo>
                  <a:pt x="44" y="172"/>
                  <a:pt x="69" y="134"/>
                  <a:pt x="102" y="102"/>
                </a:cubicBezTo>
                <a:cubicBezTo>
                  <a:pt x="135" y="69"/>
                  <a:pt x="172" y="44"/>
                  <a:pt x="215" y="26"/>
                </a:cubicBezTo>
                <a:cubicBezTo>
                  <a:pt x="258" y="9"/>
                  <a:pt x="302" y="0"/>
                  <a:pt x="348" y="0"/>
                </a:cubicBezTo>
                <a:lnTo>
                  <a:pt x="13023" y="0"/>
                </a:lnTo>
                <a:cubicBezTo>
                  <a:pt x="13070" y="0"/>
                  <a:pt x="13114" y="9"/>
                  <a:pt x="13157" y="26"/>
                </a:cubicBezTo>
                <a:cubicBezTo>
                  <a:pt x="13199" y="44"/>
                  <a:pt x="13237" y="69"/>
                  <a:pt x="13270" y="102"/>
                </a:cubicBezTo>
                <a:cubicBezTo>
                  <a:pt x="13302" y="134"/>
                  <a:pt x="13328" y="172"/>
                  <a:pt x="13345" y="215"/>
                </a:cubicBezTo>
                <a:cubicBezTo>
                  <a:pt x="13363" y="257"/>
                  <a:pt x="13372" y="302"/>
                  <a:pt x="13372" y="348"/>
                </a:cubicBezTo>
                <a:lnTo>
                  <a:pt x="13372" y="12373"/>
                </a:lnTo>
                <a:cubicBezTo>
                  <a:pt x="13372" y="12420"/>
                  <a:pt x="13363" y="12464"/>
                  <a:pt x="13345" y="12507"/>
                </a:cubicBezTo>
                <a:cubicBezTo>
                  <a:pt x="13328" y="12549"/>
                  <a:pt x="13302" y="12587"/>
                  <a:pt x="13270" y="12620"/>
                </a:cubicBezTo>
                <a:cubicBezTo>
                  <a:pt x="13237" y="12652"/>
                  <a:pt x="13199" y="12677"/>
                  <a:pt x="13157" y="12695"/>
                </a:cubicBezTo>
                <a:cubicBezTo>
                  <a:pt x="13114" y="12713"/>
                  <a:pt x="13070" y="12722"/>
                  <a:pt x="13023" y="12722"/>
                </a:cubicBezTo>
                <a:lnTo>
                  <a:pt x="348" y="12722"/>
                </a:lnTo>
                <a:cubicBezTo>
                  <a:pt x="302" y="12722"/>
                  <a:pt x="258" y="12713"/>
                  <a:pt x="215" y="12695"/>
                </a:cubicBezTo>
                <a:cubicBezTo>
                  <a:pt x="172" y="12677"/>
                  <a:pt x="135" y="12652"/>
                  <a:pt x="102" y="12620"/>
                </a:cubicBezTo>
                <a:cubicBezTo>
                  <a:pt x="69" y="12587"/>
                  <a:pt x="44" y="12549"/>
                  <a:pt x="26" y="12507"/>
                </a:cubicBezTo>
                <a:cubicBezTo>
                  <a:pt x="9" y="12464"/>
                  <a:pt x="0" y="12420"/>
                  <a:pt x="0" y="12373"/>
                </a:cubicBezTo>
                <a:lnTo>
                  <a:pt x="0" y="348"/>
                </a:lnTo>
                <a:cubicBezTo>
                  <a:pt x="0" y="302"/>
                  <a:pt x="9" y="257"/>
                  <a:pt x="26" y="215"/>
                </a:cubicBezTo>
                <a:close/>
              </a:path>
            </a:pathLst>
          </a:custGeom>
          <a:solidFill>
            <a:srgbClr val="4CD137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84" name="任意多邊形 1483"/>
          <p:cNvSpPr/>
          <p:nvPr/>
        </p:nvSpPr>
        <p:spPr>
          <a:xfrm>
            <a:off x="5548680" y="952560"/>
            <a:ext cx="4813920" cy="4579920"/>
          </a:xfrm>
          <a:custGeom>
            <a:avLst/>
            <a:gdLst/>
            <a:ahLst/>
            <a:cxnLst/>
            <a:rect l="0" t="0" r="r" b="b"/>
            <a:pathLst>
              <a:path w="13372" h="12722">
                <a:moveTo>
                  <a:pt x="0" y="12373"/>
                </a:moveTo>
                <a:lnTo>
                  <a:pt x="0" y="348"/>
                </a:lnTo>
                <a:cubicBezTo>
                  <a:pt x="0" y="302"/>
                  <a:pt x="9" y="257"/>
                  <a:pt x="26" y="215"/>
                </a:cubicBezTo>
                <a:cubicBezTo>
                  <a:pt x="44" y="172"/>
                  <a:pt x="69" y="134"/>
                  <a:pt x="102" y="102"/>
                </a:cubicBezTo>
                <a:cubicBezTo>
                  <a:pt x="135" y="69"/>
                  <a:pt x="172" y="44"/>
                  <a:pt x="215" y="26"/>
                </a:cubicBezTo>
                <a:cubicBezTo>
                  <a:pt x="258" y="9"/>
                  <a:pt x="302" y="0"/>
                  <a:pt x="348" y="0"/>
                </a:cubicBezTo>
                <a:lnTo>
                  <a:pt x="13023" y="0"/>
                </a:lnTo>
                <a:cubicBezTo>
                  <a:pt x="13070" y="0"/>
                  <a:pt x="13114" y="9"/>
                  <a:pt x="13157" y="26"/>
                </a:cubicBezTo>
                <a:cubicBezTo>
                  <a:pt x="13199" y="44"/>
                  <a:pt x="13237" y="69"/>
                  <a:pt x="13270" y="102"/>
                </a:cubicBezTo>
                <a:cubicBezTo>
                  <a:pt x="13302" y="134"/>
                  <a:pt x="13328" y="172"/>
                  <a:pt x="13345" y="215"/>
                </a:cubicBezTo>
                <a:cubicBezTo>
                  <a:pt x="13363" y="257"/>
                  <a:pt x="13372" y="302"/>
                  <a:pt x="13372" y="348"/>
                </a:cubicBezTo>
                <a:lnTo>
                  <a:pt x="13372" y="12373"/>
                </a:lnTo>
                <a:cubicBezTo>
                  <a:pt x="13372" y="12420"/>
                  <a:pt x="13363" y="12464"/>
                  <a:pt x="13345" y="12507"/>
                </a:cubicBezTo>
                <a:cubicBezTo>
                  <a:pt x="13328" y="12549"/>
                  <a:pt x="13302" y="12587"/>
                  <a:pt x="13270" y="12620"/>
                </a:cubicBezTo>
                <a:cubicBezTo>
                  <a:pt x="13237" y="12652"/>
                  <a:pt x="13199" y="12677"/>
                  <a:pt x="13157" y="12695"/>
                </a:cubicBezTo>
                <a:cubicBezTo>
                  <a:pt x="13114" y="12713"/>
                  <a:pt x="13070" y="12722"/>
                  <a:pt x="13023" y="12722"/>
                </a:cubicBezTo>
                <a:lnTo>
                  <a:pt x="348" y="12722"/>
                </a:lnTo>
                <a:cubicBezTo>
                  <a:pt x="302" y="12722"/>
                  <a:pt x="258" y="12713"/>
                  <a:pt x="215" y="12695"/>
                </a:cubicBezTo>
                <a:cubicBezTo>
                  <a:pt x="172" y="12677"/>
                  <a:pt x="135" y="12652"/>
                  <a:pt x="102" y="12620"/>
                </a:cubicBezTo>
                <a:cubicBezTo>
                  <a:pt x="69" y="12587"/>
                  <a:pt x="44" y="12549"/>
                  <a:pt x="26" y="12507"/>
                </a:cubicBezTo>
                <a:cubicBezTo>
                  <a:pt x="9" y="12464"/>
                  <a:pt x="0" y="12420"/>
                  <a:pt x="0" y="12373"/>
                </a:cubicBezTo>
                <a:moveTo>
                  <a:pt x="23" y="348"/>
                </a:moveTo>
                <a:lnTo>
                  <a:pt x="23" y="12373"/>
                </a:lnTo>
                <a:cubicBezTo>
                  <a:pt x="23" y="12395"/>
                  <a:pt x="25" y="12416"/>
                  <a:pt x="29" y="12437"/>
                </a:cubicBezTo>
                <a:cubicBezTo>
                  <a:pt x="34" y="12458"/>
                  <a:pt x="40" y="12478"/>
                  <a:pt x="48" y="12498"/>
                </a:cubicBezTo>
                <a:cubicBezTo>
                  <a:pt x="56" y="12517"/>
                  <a:pt x="66" y="12536"/>
                  <a:pt x="78" y="12554"/>
                </a:cubicBezTo>
                <a:cubicBezTo>
                  <a:pt x="90" y="12572"/>
                  <a:pt x="103" y="12588"/>
                  <a:pt x="118" y="12603"/>
                </a:cubicBezTo>
                <a:cubicBezTo>
                  <a:pt x="133" y="12618"/>
                  <a:pt x="150" y="12632"/>
                  <a:pt x="168" y="12644"/>
                </a:cubicBezTo>
                <a:cubicBezTo>
                  <a:pt x="185" y="12655"/>
                  <a:pt x="204" y="12665"/>
                  <a:pt x="224" y="12674"/>
                </a:cubicBezTo>
                <a:cubicBezTo>
                  <a:pt x="244" y="12682"/>
                  <a:pt x="264" y="12688"/>
                  <a:pt x="285" y="12692"/>
                </a:cubicBezTo>
                <a:cubicBezTo>
                  <a:pt x="306" y="12696"/>
                  <a:pt x="327" y="12698"/>
                  <a:pt x="348" y="12698"/>
                </a:cubicBezTo>
                <a:lnTo>
                  <a:pt x="13023" y="12698"/>
                </a:lnTo>
                <a:cubicBezTo>
                  <a:pt x="13045" y="12698"/>
                  <a:pt x="13066" y="12696"/>
                  <a:pt x="13087" y="12692"/>
                </a:cubicBezTo>
                <a:cubicBezTo>
                  <a:pt x="13108" y="12688"/>
                  <a:pt x="13128" y="12682"/>
                  <a:pt x="13148" y="12674"/>
                </a:cubicBezTo>
                <a:cubicBezTo>
                  <a:pt x="13168" y="12665"/>
                  <a:pt x="13186" y="12655"/>
                  <a:pt x="13204" y="12644"/>
                </a:cubicBezTo>
                <a:cubicBezTo>
                  <a:pt x="13222" y="12632"/>
                  <a:pt x="13238" y="12618"/>
                  <a:pt x="13253" y="12603"/>
                </a:cubicBezTo>
                <a:cubicBezTo>
                  <a:pt x="13268" y="12588"/>
                  <a:pt x="13282" y="12572"/>
                  <a:pt x="13294" y="12554"/>
                </a:cubicBezTo>
                <a:cubicBezTo>
                  <a:pt x="13306" y="12536"/>
                  <a:pt x="13316" y="12517"/>
                  <a:pt x="13324" y="12498"/>
                </a:cubicBezTo>
                <a:cubicBezTo>
                  <a:pt x="13332" y="12478"/>
                  <a:pt x="13338" y="12458"/>
                  <a:pt x="13342" y="12437"/>
                </a:cubicBezTo>
                <a:cubicBezTo>
                  <a:pt x="13346" y="12416"/>
                  <a:pt x="13348" y="12395"/>
                  <a:pt x="13348" y="12373"/>
                </a:cubicBezTo>
                <a:lnTo>
                  <a:pt x="13348" y="348"/>
                </a:lnTo>
                <a:cubicBezTo>
                  <a:pt x="13348" y="327"/>
                  <a:pt x="13346" y="306"/>
                  <a:pt x="13342" y="285"/>
                </a:cubicBezTo>
                <a:cubicBezTo>
                  <a:pt x="13338" y="264"/>
                  <a:pt x="13332" y="243"/>
                  <a:pt x="13324" y="224"/>
                </a:cubicBezTo>
                <a:cubicBezTo>
                  <a:pt x="13316" y="204"/>
                  <a:pt x="13306" y="185"/>
                  <a:pt x="13294" y="167"/>
                </a:cubicBezTo>
                <a:cubicBezTo>
                  <a:pt x="13282" y="150"/>
                  <a:pt x="13268" y="133"/>
                  <a:pt x="13253" y="118"/>
                </a:cubicBezTo>
                <a:cubicBezTo>
                  <a:pt x="13238" y="103"/>
                  <a:pt x="13222" y="90"/>
                  <a:pt x="13204" y="78"/>
                </a:cubicBezTo>
                <a:cubicBezTo>
                  <a:pt x="13186" y="66"/>
                  <a:pt x="13168" y="56"/>
                  <a:pt x="13148" y="48"/>
                </a:cubicBezTo>
                <a:cubicBezTo>
                  <a:pt x="13128" y="40"/>
                  <a:pt x="13108" y="33"/>
                  <a:pt x="13087" y="29"/>
                </a:cubicBezTo>
                <a:cubicBezTo>
                  <a:pt x="13066" y="25"/>
                  <a:pt x="13045" y="23"/>
                  <a:pt x="13023" y="23"/>
                </a:cubicBezTo>
                <a:lnTo>
                  <a:pt x="348" y="23"/>
                </a:lnTo>
                <a:cubicBezTo>
                  <a:pt x="327" y="23"/>
                  <a:pt x="306" y="25"/>
                  <a:pt x="285" y="29"/>
                </a:cubicBezTo>
                <a:cubicBezTo>
                  <a:pt x="264" y="33"/>
                  <a:pt x="244" y="40"/>
                  <a:pt x="224" y="48"/>
                </a:cubicBezTo>
                <a:cubicBezTo>
                  <a:pt x="204" y="56"/>
                  <a:pt x="185" y="66"/>
                  <a:pt x="168" y="78"/>
                </a:cubicBezTo>
                <a:cubicBezTo>
                  <a:pt x="150" y="90"/>
                  <a:pt x="133" y="103"/>
                  <a:pt x="118" y="118"/>
                </a:cubicBezTo>
                <a:cubicBezTo>
                  <a:pt x="103" y="133"/>
                  <a:pt x="90" y="150"/>
                  <a:pt x="78" y="167"/>
                </a:cubicBezTo>
                <a:cubicBezTo>
                  <a:pt x="66" y="185"/>
                  <a:pt x="56" y="204"/>
                  <a:pt x="48" y="224"/>
                </a:cubicBezTo>
                <a:cubicBezTo>
                  <a:pt x="40" y="243"/>
                  <a:pt x="34" y="264"/>
                  <a:pt x="29" y="285"/>
                </a:cubicBezTo>
                <a:cubicBezTo>
                  <a:pt x="25" y="306"/>
                  <a:pt x="23" y="327"/>
                  <a:pt x="23" y="348"/>
                </a:cubicBezTo>
                <a:close/>
              </a:path>
            </a:pathLst>
          </a:custGeom>
          <a:solidFill>
            <a:srgbClr val="4CD137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85" name="任意多邊形 1484"/>
          <p:cNvSpPr/>
          <p:nvPr/>
        </p:nvSpPr>
        <p:spPr>
          <a:xfrm>
            <a:off x="5757480" y="1562400"/>
            <a:ext cx="4395960" cy="986400"/>
          </a:xfrm>
          <a:custGeom>
            <a:avLst/>
            <a:gdLst/>
            <a:ahLst/>
            <a:cxnLst/>
            <a:rect l="0" t="0" r="r" b="b"/>
            <a:pathLst>
              <a:path w="12211" h="2740">
                <a:moveTo>
                  <a:pt x="14" y="115"/>
                </a:moveTo>
                <a:cubicBezTo>
                  <a:pt x="24" y="92"/>
                  <a:pt x="37" y="72"/>
                  <a:pt x="55" y="55"/>
                </a:cubicBezTo>
                <a:cubicBezTo>
                  <a:pt x="72" y="37"/>
                  <a:pt x="92" y="24"/>
                  <a:pt x="115" y="14"/>
                </a:cubicBezTo>
                <a:cubicBezTo>
                  <a:pt x="138" y="5"/>
                  <a:pt x="161" y="0"/>
                  <a:pt x="186" y="0"/>
                </a:cubicBezTo>
                <a:lnTo>
                  <a:pt x="12026" y="0"/>
                </a:lnTo>
                <a:cubicBezTo>
                  <a:pt x="12050" y="0"/>
                  <a:pt x="12074" y="5"/>
                  <a:pt x="12097" y="14"/>
                </a:cubicBezTo>
                <a:cubicBezTo>
                  <a:pt x="12119" y="24"/>
                  <a:pt x="12140" y="37"/>
                  <a:pt x="12157" y="55"/>
                </a:cubicBezTo>
                <a:cubicBezTo>
                  <a:pt x="12174" y="72"/>
                  <a:pt x="12188" y="92"/>
                  <a:pt x="12197" y="115"/>
                </a:cubicBezTo>
                <a:cubicBezTo>
                  <a:pt x="12207" y="138"/>
                  <a:pt x="12211" y="161"/>
                  <a:pt x="12211" y="186"/>
                </a:cubicBezTo>
                <a:lnTo>
                  <a:pt x="12211" y="2555"/>
                </a:lnTo>
                <a:cubicBezTo>
                  <a:pt x="12211" y="2579"/>
                  <a:pt x="12207" y="2603"/>
                  <a:pt x="12197" y="2626"/>
                </a:cubicBezTo>
                <a:cubicBezTo>
                  <a:pt x="12188" y="2649"/>
                  <a:pt x="12174" y="2669"/>
                  <a:pt x="12157" y="2686"/>
                </a:cubicBezTo>
                <a:cubicBezTo>
                  <a:pt x="12140" y="2704"/>
                  <a:pt x="12119" y="2717"/>
                  <a:pt x="12097" y="2726"/>
                </a:cubicBezTo>
                <a:cubicBezTo>
                  <a:pt x="12074" y="2736"/>
                  <a:pt x="12050" y="2740"/>
                  <a:pt x="12026" y="2740"/>
                </a:cubicBezTo>
                <a:lnTo>
                  <a:pt x="186" y="2740"/>
                </a:lnTo>
                <a:cubicBezTo>
                  <a:pt x="161" y="2740"/>
                  <a:pt x="138" y="2736"/>
                  <a:pt x="115" y="2726"/>
                </a:cubicBezTo>
                <a:cubicBezTo>
                  <a:pt x="92" y="2717"/>
                  <a:pt x="72" y="2704"/>
                  <a:pt x="55" y="2686"/>
                </a:cubicBezTo>
                <a:cubicBezTo>
                  <a:pt x="37" y="2669"/>
                  <a:pt x="24" y="2649"/>
                  <a:pt x="14" y="2626"/>
                </a:cubicBezTo>
                <a:cubicBezTo>
                  <a:pt x="5" y="2603"/>
                  <a:pt x="0" y="2579"/>
                  <a:pt x="0" y="2555"/>
                </a:cubicBezTo>
                <a:lnTo>
                  <a:pt x="0" y="186"/>
                </a:lnTo>
                <a:cubicBezTo>
                  <a:pt x="0" y="161"/>
                  <a:pt x="5" y="138"/>
                  <a:pt x="14" y="115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86" name="任意多邊形 1485"/>
          <p:cNvSpPr/>
          <p:nvPr/>
        </p:nvSpPr>
        <p:spPr>
          <a:xfrm>
            <a:off x="5757480" y="1562400"/>
            <a:ext cx="4395960" cy="986400"/>
          </a:xfrm>
          <a:custGeom>
            <a:avLst/>
            <a:gdLst/>
            <a:ahLst/>
            <a:cxnLst/>
            <a:rect l="0" t="0" r="r" b="b"/>
            <a:pathLst>
              <a:path w="12211" h="2740">
                <a:moveTo>
                  <a:pt x="0" y="2555"/>
                </a:moveTo>
                <a:lnTo>
                  <a:pt x="0" y="186"/>
                </a:lnTo>
                <a:cubicBezTo>
                  <a:pt x="0" y="161"/>
                  <a:pt x="5" y="138"/>
                  <a:pt x="14" y="115"/>
                </a:cubicBezTo>
                <a:cubicBezTo>
                  <a:pt x="24" y="92"/>
                  <a:pt x="37" y="72"/>
                  <a:pt x="55" y="55"/>
                </a:cubicBezTo>
                <a:cubicBezTo>
                  <a:pt x="72" y="37"/>
                  <a:pt x="92" y="24"/>
                  <a:pt x="115" y="14"/>
                </a:cubicBezTo>
                <a:cubicBezTo>
                  <a:pt x="138" y="5"/>
                  <a:pt x="161" y="0"/>
                  <a:pt x="186" y="0"/>
                </a:cubicBezTo>
                <a:lnTo>
                  <a:pt x="12026" y="0"/>
                </a:lnTo>
                <a:cubicBezTo>
                  <a:pt x="12050" y="0"/>
                  <a:pt x="12074" y="5"/>
                  <a:pt x="12097" y="14"/>
                </a:cubicBezTo>
                <a:cubicBezTo>
                  <a:pt x="12119" y="24"/>
                  <a:pt x="12140" y="37"/>
                  <a:pt x="12157" y="55"/>
                </a:cubicBezTo>
                <a:cubicBezTo>
                  <a:pt x="12174" y="72"/>
                  <a:pt x="12188" y="92"/>
                  <a:pt x="12197" y="115"/>
                </a:cubicBezTo>
                <a:cubicBezTo>
                  <a:pt x="12207" y="138"/>
                  <a:pt x="12211" y="161"/>
                  <a:pt x="12211" y="186"/>
                </a:cubicBezTo>
                <a:lnTo>
                  <a:pt x="12211" y="2555"/>
                </a:lnTo>
                <a:cubicBezTo>
                  <a:pt x="12211" y="2579"/>
                  <a:pt x="12207" y="2603"/>
                  <a:pt x="12197" y="2626"/>
                </a:cubicBezTo>
                <a:cubicBezTo>
                  <a:pt x="12188" y="2649"/>
                  <a:pt x="12174" y="2669"/>
                  <a:pt x="12157" y="2686"/>
                </a:cubicBezTo>
                <a:cubicBezTo>
                  <a:pt x="12140" y="2704"/>
                  <a:pt x="12119" y="2717"/>
                  <a:pt x="12097" y="2726"/>
                </a:cubicBezTo>
                <a:cubicBezTo>
                  <a:pt x="12074" y="2736"/>
                  <a:pt x="12050" y="2740"/>
                  <a:pt x="12026" y="2740"/>
                </a:cubicBezTo>
                <a:lnTo>
                  <a:pt x="186" y="2740"/>
                </a:lnTo>
                <a:cubicBezTo>
                  <a:pt x="161" y="2740"/>
                  <a:pt x="138" y="2736"/>
                  <a:pt x="115" y="2726"/>
                </a:cubicBezTo>
                <a:cubicBezTo>
                  <a:pt x="92" y="2717"/>
                  <a:pt x="72" y="2704"/>
                  <a:pt x="55" y="2686"/>
                </a:cubicBezTo>
                <a:cubicBezTo>
                  <a:pt x="37" y="2669"/>
                  <a:pt x="24" y="2649"/>
                  <a:pt x="14" y="2626"/>
                </a:cubicBezTo>
                <a:cubicBezTo>
                  <a:pt x="5" y="2603"/>
                  <a:pt x="0" y="2579"/>
                  <a:pt x="0" y="2555"/>
                </a:cubicBezTo>
                <a:moveTo>
                  <a:pt x="24" y="186"/>
                </a:moveTo>
                <a:lnTo>
                  <a:pt x="24" y="2555"/>
                </a:lnTo>
                <a:cubicBezTo>
                  <a:pt x="24" y="2565"/>
                  <a:pt x="25" y="2576"/>
                  <a:pt x="27" y="2586"/>
                </a:cubicBezTo>
                <a:cubicBezTo>
                  <a:pt x="29" y="2597"/>
                  <a:pt x="32" y="2607"/>
                  <a:pt x="36" y="2617"/>
                </a:cubicBezTo>
                <a:cubicBezTo>
                  <a:pt x="40" y="2627"/>
                  <a:pt x="45" y="2636"/>
                  <a:pt x="51" y="2645"/>
                </a:cubicBezTo>
                <a:cubicBezTo>
                  <a:pt x="57" y="2654"/>
                  <a:pt x="64" y="2662"/>
                  <a:pt x="71" y="2670"/>
                </a:cubicBezTo>
                <a:cubicBezTo>
                  <a:pt x="79" y="2677"/>
                  <a:pt x="87" y="2684"/>
                  <a:pt x="96" y="2690"/>
                </a:cubicBezTo>
                <a:cubicBezTo>
                  <a:pt x="105" y="2696"/>
                  <a:pt x="114" y="2701"/>
                  <a:pt x="124" y="2705"/>
                </a:cubicBezTo>
                <a:cubicBezTo>
                  <a:pt x="134" y="2709"/>
                  <a:pt x="144" y="2712"/>
                  <a:pt x="154" y="2714"/>
                </a:cubicBezTo>
                <a:cubicBezTo>
                  <a:pt x="165" y="2716"/>
                  <a:pt x="175" y="2717"/>
                  <a:pt x="186" y="2717"/>
                </a:cubicBezTo>
                <a:lnTo>
                  <a:pt x="12026" y="2717"/>
                </a:lnTo>
                <a:cubicBezTo>
                  <a:pt x="12036" y="2717"/>
                  <a:pt x="12047" y="2716"/>
                  <a:pt x="12057" y="2714"/>
                </a:cubicBezTo>
                <a:cubicBezTo>
                  <a:pt x="12068" y="2712"/>
                  <a:pt x="12078" y="2709"/>
                  <a:pt x="12088" y="2705"/>
                </a:cubicBezTo>
                <a:cubicBezTo>
                  <a:pt x="12098" y="2701"/>
                  <a:pt x="12107" y="2696"/>
                  <a:pt x="12116" y="2690"/>
                </a:cubicBezTo>
                <a:cubicBezTo>
                  <a:pt x="12125" y="2684"/>
                  <a:pt x="12133" y="2677"/>
                  <a:pt x="12141" y="2670"/>
                </a:cubicBezTo>
                <a:cubicBezTo>
                  <a:pt x="12148" y="2662"/>
                  <a:pt x="12155" y="2654"/>
                  <a:pt x="12161" y="2645"/>
                </a:cubicBezTo>
                <a:cubicBezTo>
                  <a:pt x="12167" y="2636"/>
                  <a:pt x="12172" y="2627"/>
                  <a:pt x="12176" y="2617"/>
                </a:cubicBezTo>
                <a:cubicBezTo>
                  <a:pt x="12180" y="2607"/>
                  <a:pt x="12183" y="2597"/>
                  <a:pt x="12185" y="2586"/>
                </a:cubicBezTo>
                <a:cubicBezTo>
                  <a:pt x="12187" y="2576"/>
                  <a:pt x="12188" y="2565"/>
                  <a:pt x="12188" y="2555"/>
                </a:cubicBezTo>
                <a:lnTo>
                  <a:pt x="12188" y="186"/>
                </a:lnTo>
                <a:cubicBezTo>
                  <a:pt x="12188" y="175"/>
                  <a:pt x="12187" y="165"/>
                  <a:pt x="12185" y="154"/>
                </a:cubicBezTo>
                <a:cubicBezTo>
                  <a:pt x="12183" y="144"/>
                  <a:pt x="12180" y="134"/>
                  <a:pt x="12176" y="124"/>
                </a:cubicBezTo>
                <a:cubicBezTo>
                  <a:pt x="12172" y="114"/>
                  <a:pt x="12167" y="105"/>
                  <a:pt x="12161" y="96"/>
                </a:cubicBezTo>
                <a:cubicBezTo>
                  <a:pt x="12155" y="87"/>
                  <a:pt x="12148" y="79"/>
                  <a:pt x="12141" y="71"/>
                </a:cubicBezTo>
                <a:cubicBezTo>
                  <a:pt x="12133" y="64"/>
                  <a:pt x="12125" y="57"/>
                  <a:pt x="12116" y="51"/>
                </a:cubicBezTo>
                <a:cubicBezTo>
                  <a:pt x="12107" y="45"/>
                  <a:pt x="12098" y="40"/>
                  <a:pt x="12088" y="36"/>
                </a:cubicBezTo>
                <a:cubicBezTo>
                  <a:pt x="12078" y="32"/>
                  <a:pt x="12068" y="29"/>
                  <a:pt x="12057" y="27"/>
                </a:cubicBezTo>
                <a:cubicBezTo>
                  <a:pt x="12047" y="25"/>
                  <a:pt x="12036" y="24"/>
                  <a:pt x="12026" y="24"/>
                </a:cubicBezTo>
                <a:lnTo>
                  <a:pt x="186" y="24"/>
                </a:lnTo>
                <a:cubicBezTo>
                  <a:pt x="175" y="24"/>
                  <a:pt x="165" y="25"/>
                  <a:pt x="154" y="27"/>
                </a:cubicBezTo>
                <a:cubicBezTo>
                  <a:pt x="144" y="29"/>
                  <a:pt x="134" y="32"/>
                  <a:pt x="124" y="36"/>
                </a:cubicBezTo>
                <a:cubicBezTo>
                  <a:pt x="114" y="40"/>
                  <a:pt x="105" y="45"/>
                  <a:pt x="96" y="51"/>
                </a:cubicBezTo>
                <a:cubicBezTo>
                  <a:pt x="87" y="57"/>
                  <a:pt x="79" y="64"/>
                  <a:pt x="71" y="71"/>
                </a:cubicBezTo>
                <a:cubicBezTo>
                  <a:pt x="64" y="79"/>
                  <a:pt x="57" y="87"/>
                  <a:pt x="51" y="96"/>
                </a:cubicBezTo>
                <a:cubicBezTo>
                  <a:pt x="45" y="105"/>
                  <a:pt x="40" y="114"/>
                  <a:pt x="36" y="124"/>
                </a:cubicBezTo>
                <a:cubicBezTo>
                  <a:pt x="32" y="134"/>
                  <a:pt x="29" y="144"/>
                  <a:pt x="27" y="154"/>
                </a:cubicBezTo>
                <a:cubicBezTo>
                  <a:pt x="25" y="165"/>
                  <a:pt x="24" y="175"/>
                  <a:pt x="24" y="186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87" name="任意多邊形 1486"/>
          <p:cNvSpPr/>
          <p:nvPr/>
        </p:nvSpPr>
        <p:spPr>
          <a:xfrm>
            <a:off x="5757480" y="2749320"/>
            <a:ext cx="4395960" cy="1253880"/>
          </a:xfrm>
          <a:custGeom>
            <a:avLst/>
            <a:gdLst/>
            <a:ahLst/>
            <a:cxnLst/>
            <a:rect l="0" t="0" r="r" b="b"/>
            <a:pathLst>
              <a:path w="12211" h="3483">
                <a:moveTo>
                  <a:pt x="14" y="114"/>
                </a:moveTo>
                <a:cubicBezTo>
                  <a:pt x="24" y="91"/>
                  <a:pt x="37" y="71"/>
                  <a:pt x="55" y="54"/>
                </a:cubicBezTo>
                <a:cubicBezTo>
                  <a:pt x="72" y="37"/>
                  <a:pt x="92" y="23"/>
                  <a:pt x="115" y="14"/>
                </a:cubicBezTo>
                <a:cubicBezTo>
                  <a:pt x="138" y="4"/>
                  <a:pt x="161" y="0"/>
                  <a:pt x="186" y="0"/>
                </a:cubicBezTo>
                <a:lnTo>
                  <a:pt x="12026" y="0"/>
                </a:lnTo>
                <a:cubicBezTo>
                  <a:pt x="12050" y="0"/>
                  <a:pt x="12074" y="4"/>
                  <a:pt x="12097" y="14"/>
                </a:cubicBezTo>
                <a:cubicBezTo>
                  <a:pt x="12119" y="23"/>
                  <a:pt x="12140" y="37"/>
                  <a:pt x="12157" y="54"/>
                </a:cubicBezTo>
                <a:cubicBezTo>
                  <a:pt x="12174" y="71"/>
                  <a:pt x="12188" y="91"/>
                  <a:pt x="12197" y="114"/>
                </a:cubicBezTo>
                <a:cubicBezTo>
                  <a:pt x="12207" y="137"/>
                  <a:pt x="12211" y="161"/>
                  <a:pt x="12211" y="185"/>
                </a:cubicBezTo>
                <a:lnTo>
                  <a:pt x="12211" y="3297"/>
                </a:lnTo>
                <a:cubicBezTo>
                  <a:pt x="12211" y="3321"/>
                  <a:pt x="12207" y="3345"/>
                  <a:pt x="12197" y="3368"/>
                </a:cubicBezTo>
                <a:cubicBezTo>
                  <a:pt x="12188" y="3391"/>
                  <a:pt x="12174" y="3411"/>
                  <a:pt x="12157" y="3428"/>
                </a:cubicBezTo>
                <a:cubicBezTo>
                  <a:pt x="12140" y="3446"/>
                  <a:pt x="12119" y="3459"/>
                  <a:pt x="12097" y="3468"/>
                </a:cubicBezTo>
                <a:cubicBezTo>
                  <a:pt x="12074" y="3478"/>
                  <a:pt x="12050" y="3483"/>
                  <a:pt x="12026" y="3483"/>
                </a:cubicBezTo>
                <a:lnTo>
                  <a:pt x="186" y="3483"/>
                </a:lnTo>
                <a:cubicBezTo>
                  <a:pt x="161" y="3483"/>
                  <a:pt x="138" y="3478"/>
                  <a:pt x="115" y="3468"/>
                </a:cubicBezTo>
                <a:cubicBezTo>
                  <a:pt x="92" y="3459"/>
                  <a:pt x="72" y="3446"/>
                  <a:pt x="55" y="3428"/>
                </a:cubicBezTo>
                <a:cubicBezTo>
                  <a:pt x="37" y="3411"/>
                  <a:pt x="24" y="3391"/>
                  <a:pt x="14" y="3368"/>
                </a:cubicBezTo>
                <a:cubicBezTo>
                  <a:pt x="5" y="3345"/>
                  <a:pt x="0" y="3322"/>
                  <a:pt x="0" y="3297"/>
                </a:cubicBezTo>
                <a:lnTo>
                  <a:pt x="0" y="185"/>
                </a:lnTo>
                <a:cubicBezTo>
                  <a:pt x="0" y="161"/>
                  <a:pt x="5" y="137"/>
                  <a:pt x="14" y="114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88" name="任意多邊形 1487"/>
          <p:cNvSpPr/>
          <p:nvPr/>
        </p:nvSpPr>
        <p:spPr>
          <a:xfrm>
            <a:off x="5757480" y="2749320"/>
            <a:ext cx="4395960" cy="1253880"/>
          </a:xfrm>
          <a:custGeom>
            <a:avLst/>
            <a:gdLst/>
            <a:ahLst/>
            <a:cxnLst/>
            <a:rect l="0" t="0" r="r" b="b"/>
            <a:pathLst>
              <a:path w="12211" h="3483">
                <a:moveTo>
                  <a:pt x="0" y="3297"/>
                </a:moveTo>
                <a:lnTo>
                  <a:pt x="0" y="185"/>
                </a:lnTo>
                <a:cubicBezTo>
                  <a:pt x="0" y="161"/>
                  <a:pt x="5" y="137"/>
                  <a:pt x="14" y="114"/>
                </a:cubicBezTo>
                <a:cubicBezTo>
                  <a:pt x="24" y="91"/>
                  <a:pt x="37" y="71"/>
                  <a:pt x="55" y="54"/>
                </a:cubicBezTo>
                <a:cubicBezTo>
                  <a:pt x="72" y="37"/>
                  <a:pt x="92" y="23"/>
                  <a:pt x="115" y="14"/>
                </a:cubicBezTo>
                <a:cubicBezTo>
                  <a:pt x="138" y="4"/>
                  <a:pt x="161" y="0"/>
                  <a:pt x="186" y="0"/>
                </a:cubicBezTo>
                <a:lnTo>
                  <a:pt x="12026" y="0"/>
                </a:lnTo>
                <a:cubicBezTo>
                  <a:pt x="12050" y="0"/>
                  <a:pt x="12074" y="4"/>
                  <a:pt x="12097" y="14"/>
                </a:cubicBezTo>
                <a:cubicBezTo>
                  <a:pt x="12119" y="23"/>
                  <a:pt x="12140" y="37"/>
                  <a:pt x="12157" y="54"/>
                </a:cubicBezTo>
                <a:cubicBezTo>
                  <a:pt x="12174" y="71"/>
                  <a:pt x="12188" y="91"/>
                  <a:pt x="12197" y="114"/>
                </a:cubicBezTo>
                <a:cubicBezTo>
                  <a:pt x="12207" y="137"/>
                  <a:pt x="12211" y="161"/>
                  <a:pt x="12211" y="185"/>
                </a:cubicBezTo>
                <a:lnTo>
                  <a:pt x="12211" y="3297"/>
                </a:lnTo>
                <a:cubicBezTo>
                  <a:pt x="12211" y="3321"/>
                  <a:pt x="12207" y="3345"/>
                  <a:pt x="12197" y="3368"/>
                </a:cubicBezTo>
                <a:cubicBezTo>
                  <a:pt x="12188" y="3391"/>
                  <a:pt x="12174" y="3411"/>
                  <a:pt x="12157" y="3428"/>
                </a:cubicBezTo>
                <a:cubicBezTo>
                  <a:pt x="12140" y="3446"/>
                  <a:pt x="12119" y="3459"/>
                  <a:pt x="12097" y="3468"/>
                </a:cubicBezTo>
                <a:cubicBezTo>
                  <a:pt x="12074" y="3478"/>
                  <a:pt x="12050" y="3483"/>
                  <a:pt x="12026" y="3483"/>
                </a:cubicBezTo>
                <a:lnTo>
                  <a:pt x="186" y="3483"/>
                </a:lnTo>
                <a:cubicBezTo>
                  <a:pt x="161" y="3483"/>
                  <a:pt x="138" y="3478"/>
                  <a:pt x="115" y="3468"/>
                </a:cubicBezTo>
                <a:cubicBezTo>
                  <a:pt x="92" y="3459"/>
                  <a:pt x="72" y="3446"/>
                  <a:pt x="55" y="3428"/>
                </a:cubicBezTo>
                <a:cubicBezTo>
                  <a:pt x="37" y="3411"/>
                  <a:pt x="24" y="3391"/>
                  <a:pt x="14" y="3368"/>
                </a:cubicBezTo>
                <a:cubicBezTo>
                  <a:pt x="5" y="3345"/>
                  <a:pt x="0" y="3321"/>
                  <a:pt x="0" y="3297"/>
                </a:cubicBezTo>
                <a:moveTo>
                  <a:pt x="24" y="185"/>
                </a:moveTo>
                <a:lnTo>
                  <a:pt x="24" y="3297"/>
                </a:lnTo>
                <a:cubicBezTo>
                  <a:pt x="24" y="3308"/>
                  <a:pt x="25" y="3318"/>
                  <a:pt x="27" y="3329"/>
                </a:cubicBezTo>
                <a:cubicBezTo>
                  <a:pt x="29" y="3339"/>
                  <a:pt x="32" y="3349"/>
                  <a:pt x="36" y="3359"/>
                </a:cubicBezTo>
                <a:cubicBezTo>
                  <a:pt x="40" y="3369"/>
                  <a:pt x="45" y="3378"/>
                  <a:pt x="51" y="3387"/>
                </a:cubicBezTo>
                <a:cubicBezTo>
                  <a:pt x="57" y="3396"/>
                  <a:pt x="64" y="3404"/>
                  <a:pt x="71" y="3412"/>
                </a:cubicBezTo>
                <a:cubicBezTo>
                  <a:pt x="79" y="3419"/>
                  <a:pt x="87" y="3426"/>
                  <a:pt x="96" y="3432"/>
                </a:cubicBezTo>
                <a:cubicBezTo>
                  <a:pt x="105" y="3438"/>
                  <a:pt x="114" y="3443"/>
                  <a:pt x="124" y="3447"/>
                </a:cubicBezTo>
                <a:cubicBezTo>
                  <a:pt x="134" y="3451"/>
                  <a:pt x="144" y="3454"/>
                  <a:pt x="154" y="3456"/>
                </a:cubicBezTo>
                <a:cubicBezTo>
                  <a:pt x="165" y="3458"/>
                  <a:pt x="175" y="3459"/>
                  <a:pt x="186" y="3459"/>
                </a:cubicBezTo>
                <a:lnTo>
                  <a:pt x="12026" y="3459"/>
                </a:lnTo>
                <a:cubicBezTo>
                  <a:pt x="12036" y="3459"/>
                  <a:pt x="12047" y="3458"/>
                  <a:pt x="12057" y="3456"/>
                </a:cubicBezTo>
                <a:cubicBezTo>
                  <a:pt x="12068" y="3454"/>
                  <a:pt x="12078" y="3451"/>
                  <a:pt x="12088" y="3447"/>
                </a:cubicBezTo>
                <a:cubicBezTo>
                  <a:pt x="12098" y="3443"/>
                  <a:pt x="12107" y="3438"/>
                  <a:pt x="12116" y="3432"/>
                </a:cubicBezTo>
                <a:cubicBezTo>
                  <a:pt x="12125" y="3426"/>
                  <a:pt x="12133" y="3419"/>
                  <a:pt x="12141" y="3412"/>
                </a:cubicBezTo>
                <a:cubicBezTo>
                  <a:pt x="12148" y="3404"/>
                  <a:pt x="12155" y="3396"/>
                  <a:pt x="12161" y="3387"/>
                </a:cubicBezTo>
                <a:cubicBezTo>
                  <a:pt x="12167" y="3378"/>
                  <a:pt x="12172" y="3369"/>
                  <a:pt x="12176" y="3359"/>
                </a:cubicBezTo>
                <a:cubicBezTo>
                  <a:pt x="12180" y="3349"/>
                  <a:pt x="12183" y="3339"/>
                  <a:pt x="12185" y="3329"/>
                </a:cubicBezTo>
                <a:cubicBezTo>
                  <a:pt x="12187" y="3318"/>
                  <a:pt x="12188" y="3308"/>
                  <a:pt x="12188" y="3297"/>
                </a:cubicBezTo>
                <a:lnTo>
                  <a:pt x="12188" y="185"/>
                </a:lnTo>
                <a:cubicBezTo>
                  <a:pt x="12188" y="175"/>
                  <a:pt x="12187" y="164"/>
                  <a:pt x="12185" y="154"/>
                </a:cubicBezTo>
                <a:cubicBezTo>
                  <a:pt x="12183" y="143"/>
                  <a:pt x="12180" y="133"/>
                  <a:pt x="12176" y="123"/>
                </a:cubicBezTo>
                <a:cubicBezTo>
                  <a:pt x="12172" y="113"/>
                  <a:pt x="12167" y="104"/>
                  <a:pt x="12161" y="95"/>
                </a:cubicBezTo>
                <a:cubicBezTo>
                  <a:pt x="12155" y="86"/>
                  <a:pt x="12148" y="78"/>
                  <a:pt x="12141" y="70"/>
                </a:cubicBezTo>
                <a:cubicBezTo>
                  <a:pt x="12133" y="63"/>
                  <a:pt x="12125" y="56"/>
                  <a:pt x="12116" y="50"/>
                </a:cubicBezTo>
                <a:cubicBezTo>
                  <a:pt x="12107" y="44"/>
                  <a:pt x="12098" y="39"/>
                  <a:pt x="12088" y="35"/>
                </a:cubicBezTo>
                <a:cubicBezTo>
                  <a:pt x="12078" y="31"/>
                  <a:pt x="12068" y="28"/>
                  <a:pt x="12057" y="26"/>
                </a:cubicBezTo>
                <a:cubicBezTo>
                  <a:pt x="12047" y="24"/>
                  <a:pt x="12036" y="23"/>
                  <a:pt x="12026" y="23"/>
                </a:cubicBezTo>
                <a:lnTo>
                  <a:pt x="186" y="23"/>
                </a:lnTo>
                <a:cubicBezTo>
                  <a:pt x="175" y="23"/>
                  <a:pt x="165" y="24"/>
                  <a:pt x="154" y="26"/>
                </a:cubicBezTo>
                <a:cubicBezTo>
                  <a:pt x="144" y="28"/>
                  <a:pt x="134" y="31"/>
                  <a:pt x="124" y="35"/>
                </a:cubicBezTo>
                <a:cubicBezTo>
                  <a:pt x="114" y="39"/>
                  <a:pt x="105" y="44"/>
                  <a:pt x="96" y="50"/>
                </a:cubicBezTo>
                <a:cubicBezTo>
                  <a:pt x="87" y="56"/>
                  <a:pt x="79" y="63"/>
                  <a:pt x="71" y="70"/>
                </a:cubicBezTo>
                <a:cubicBezTo>
                  <a:pt x="64" y="78"/>
                  <a:pt x="57" y="86"/>
                  <a:pt x="51" y="95"/>
                </a:cubicBezTo>
                <a:cubicBezTo>
                  <a:pt x="45" y="104"/>
                  <a:pt x="40" y="113"/>
                  <a:pt x="36" y="123"/>
                </a:cubicBezTo>
                <a:cubicBezTo>
                  <a:pt x="32" y="133"/>
                  <a:pt x="29" y="143"/>
                  <a:pt x="27" y="154"/>
                </a:cubicBezTo>
                <a:cubicBezTo>
                  <a:pt x="25" y="164"/>
                  <a:pt x="24" y="175"/>
                  <a:pt x="24" y="185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89" name="任意多邊形 1488"/>
          <p:cNvSpPr/>
          <p:nvPr/>
        </p:nvSpPr>
        <p:spPr>
          <a:xfrm>
            <a:off x="5757480" y="4136400"/>
            <a:ext cx="4395960" cy="986400"/>
          </a:xfrm>
          <a:custGeom>
            <a:avLst/>
            <a:gdLst/>
            <a:ahLst/>
            <a:cxnLst/>
            <a:rect l="0" t="0" r="r" b="b"/>
            <a:pathLst>
              <a:path w="12211" h="2740">
                <a:moveTo>
                  <a:pt x="14" y="115"/>
                </a:moveTo>
                <a:cubicBezTo>
                  <a:pt x="24" y="92"/>
                  <a:pt x="37" y="72"/>
                  <a:pt x="55" y="54"/>
                </a:cubicBezTo>
                <a:cubicBezTo>
                  <a:pt x="72" y="37"/>
                  <a:pt x="92" y="24"/>
                  <a:pt x="115" y="14"/>
                </a:cubicBezTo>
                <a:cubicBezTo>
                  <a:pt x="138" y="5"/>
                  <a:pt x="161" y="0"/>
                  <a:pt x="186" y="0"/>
                </a:cubicBezTo>
                <a:lnTo>
                  <a:pt x="12026" y="0"/>
                </a:lnTo>
                <a:cubicBezTo>
                  <a:pt x="12050" y="0"/>
                  <a:pt x="12074" y="5"/>
                  <a:pt x="12097" y="14"/>
                </a:cubicBezTo>
                <a:cubicBezTo>
                  <a:pt x="12119" y="24"/>
                  <a:pt x="12140" y="37"/>
                  <a:pt x="12157" y="54"/>
                </a:cubicBezTo>
                <a:cubicBezTo>
                  <a:pt x="12174" y="72"/>
                  <a:pt x="12188" y="92"/>
                  <a:pt x="12197" y="115"/>
                </a:cubicBezTo>
                <a:cubicBezTo>
                  <a:pt x="12207" y="137"/>
                  <a:pt x="12211" y="161"/>
                  <a:pt x="12211" y="186"/>
                </a:cubicBezTo>
                <a:lnTo>
                  <a:pt x="12211" y="2554"/>
                </a:lnTo>
                <a:cubicBezTo>
                  <a:pt x="12211" y="2579"/>
                  <a:pt x="12207" y="2603"/>
                  <a:pt x="12197" y="2625"/>
                </a:cubicBezTo>
                <a:cubicBezTo>
                  <a:pt x="12188" y="2648"/>
                  <a:pt x="12174" y="2668"/>
                  <a:pt x="12157" y="2686"/>
                </a:cubicBezTo>
                <a:cubicBezTo>
                  <a:pt x="12140" y="2703"/>
                  <a:pt x="12119" y="2717"/>
                  <a:pt x="12097" y="2726"/>
                </a:cubicBezTo>
                <a:cubicBezTo>
                  <a:pt x="12074" y="2735"/>
                  <a:pt x="12050" y="2740"/>
                  <a:pt x="12026" y="2740"/>
                </a:cubicBezTo>
                <a:lnTo>
                  <a:pt x="186" y="2740"/>
                </a:lnTo>
                <a:cubicBezTo>
                  <a:pt x="161" y="2740"/>
                  <a:pt x="138" y="2735"/>
                  <a:pt x="115" y="2726"/>
                </a:cubicBezTo>
                <a:cubicBezTo>
                  <a:pt x="92" y="2717"/>
                  <a:pt x="72" y="2703"/>
                  <a:pt x="55" y="2686"/>
                </a:cubicBezTo>
                <a:cubicBezTo>
                  <a:pt x="37" y="2668"/>
                  <a:pt x="24" y="2648"/>
                  <a:pt x="14" y="2625"/>
                </a:cubicBezTo>
                <a:cubicBezTo>
                  <a:pt x="5" y="2603"/>
                  <a:pt x="0" y="2579"/>
                  <a:pt x="0" y="2555"/>
                </a:cubicBezTo>
                <a:lnTo>
                  <a:pt x="0" y="186"/>
                </a:lnTo>
                <a:cubicBezTo>
                  <a:pt x="0" y="161"/>
                  <a:pt x="5" y="137"/>
                  <a:pt x="14" y="115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90" name="任意多邊形 1489"/>
          <p:cNvSpPr/>
          <p:nvPr/>
        </p:nvSpPr>
        <p:spPr>
          <a:xfrm>
            <a:off x="5757480" y="4136400"/>
            <a:ext cx="4395960" cy="986400"/>
          </a:xfrm>
          <a:custGeom>
            <a:avLst/>
            <a:gdLst/>
            <a:ahLst/>
            <a:cxnLst/>
            <a:rect l="0" t="0" r="r" b="b"/>
            <a:pathLst>
              <a:path w="12211" h="2740">
                <a:moveTo>
                  <a:pt x="0" y="2554"/>
                </a:moveTo>
                <a:lnTo>
                  <a:pt x="0" y="186"/>
                </a:lnTo>
                <a:cubicBezTo>
                  <a:pt x="0" y="161"/>
                  <a:pt x="5" y="137"/>
                  <a:pt x="14" y="115"/>
                </a:cubicBezTo>
                <a:cubicBezTo>
                  <a:pt x="24" y="92"/>
                  <a:pt x="37" y="72"/>
                  <a:pt x="55" y="54"/>
                </a:cubicBezTo>
                <a:cubicBezTo>
                  <a:pt x="72" y="37"/>
                  <a:pt x="92" y="24"/>
                  <a:pt x="115" y="14"/>
                </a:cubicBezTo>
                <a:cubicBezTo>
                  <a:pt x="138" y="5"/>
                  <a:pt x="161" y="0"/>
                  <a:pt x="186" y="0"/>
                </a:cubicBezTo>
                <a:lnTo>
                  <a:pt x="12026" y="0"/>
                </a:lnTo>
                <a:cubicBezTo>
                  <a:pt x="12050" y="0"/>
                  <a:pt x="12074" y="5"/>
                  <a:pt x="12097" y="14"/>
                </a:cubicBezTo>
                <a:cubicBezTo>
                  <a:pt x="12119" y="24"/>
                  <a:pt x="12140" y="37"/>
                  <a:pt x="12157" y="54"/>
                </a:cubicBezTo>
                <a:cubicBezTo>
                  <a:pt x="12174" y="72"/>
                  <a:pt x="12188" y="92"/>
                  <a:pt x="12197" y="115"/>
                </a:cubicBezTo>
                <a:cubicBezTo>
                  <a:pt x="12207" y="137"/>
                  <a:pt x="12211" y="161"/>
                  <a:pt x="12211" y="186"/>
                </a:cubicBezTo>
                <a:lnTo>
                  <a:pt x="12211" y="2554"/>
                </a:lnTo>
                <a:cubicBezTo>
                  <a:pt x="12211" y="2579"/>
                  <a:pt x="12207" y="2603"/>
                  <a:pt x="12197" y="2625"/>
                </a:cubicBezTo>
                <a:cubicBezTo>
                  <a:pt x="12188" y="2648"/>
                  <a:pt x="12174" y="2668"/>
                  <a:pt x="12157" y="2686"/>
                </a:cubicBezTo>
                <a:cubicBezTo>
                  <a:pt x="12140" y="2703"/>
                  <a:pt x="12119" y="2717"/>
                  <a:pt x="12097" y="2726"/>
                </a:cubicBezTo>
                <a:cubicBezTo>
                  <a:pt x="12074" y="2735"/>
                  <a:pt x="12050" y="2740"/>
                  <a:pt x="12026" y="2740"/>
                </a:cubicBezTo>
                <a:lnTo>
                  <a:pt x="186" y="2740"/>
                </a:lnTo>
                <a:cubicBezTo>
                  <a:pt x="161" y="2740"/>
                  <a:pt x="138" y="2735"/>
                  <a:pt x="115" y="2726"/>
                </a:cubicBezTo>
                <a:cubicBezTo>
                  <a:pt x="92" y="2717"/>
                  <a:pt x="72" y="2703"/>
                  <a:pt x="55" y="2686"/>
                </a:cubicBezTo>
                <a:cubicBezTo>
                  <a:pt x="37" y="2668"/>
                  <a:pt x="24" y="2648"/>
                  <a:pt x="14" y="2625"/>
                </a:cubicBezTo>
                <a:cubicBezTo>
                  <a:pt x="5" y="2603"/>
                  <a:pt x="0" y="2579"/>
                  <a:pt x="0" y="2554"/>
                </a:cubicBezTo>
                <a:moveTo>
                  <a:pt x="24" y="186"/>
                </a:moveTo>
                <a:lnTo>
                  <a:pt x="24" y="2554"/>
                </a:lnTo>
                <a:cubicBezTo>
                  <a:pt x="24" y="2565"/>
                  <a:pt x="25" y="2576"/>
                  <a:pt x="27" y="2586"/>
                </a:cubicBezTo>
                <a:cubicBezTo>
                  <a:pt x="29" y="2597"/>
                  <a:pt x="32" y="2607"/>
                  <a:pt x="36" y="2617"/>
                </a:cubicBezTo>
                <a:cubicBezTo>
                  <a:pt x="40" y="2626"/>
                  <a:pt x="45" y="2636"/>
                  <a:pt x="51" y="2645"/>
                </a:cubicBezTo>
                <a:cubicBezTo>
                  <a:pt x="57" y="2654"/>
                  <a:pt x="64" y="2662"/>
                  <a:pt x="71" y="2669"/>
                </a:cubicBezTo>
                <a:cubicBezTo>
                  <a:pt x="79" y="2677"/>
                  <a:pt x="87" y="2684"/>
                  <a:pt x="96" y="2690"/>
                </a:cubicBezTo>
                <a:cubicBezTo>
                  <a:pt x="105" y="2695"/>
                  <a:pt x="114" y="2700"/>
                  <a:pt x="124" y="2705"/>
                </a:cubicBezTo>
                <a:cubicBezTo>
                  <a:pt x="134" y="2709"/>
                  <a:pt x="144" y="2712"/>
                  <a:pt x="154" y="2714"/>
                </a:cubicBezTo>
                <a:cubicBezTo>
                  <a:pt x="165" y="2716"/>
                  <a:pt x="175" y="2717"/>
                  <a:pt x="186" y="2717"/>
                </a:cubicBezTo>
                <a:lnTo>
                  <a:pt x="12026" y="2717"/>
                </a:lnTo>
                <a:cubicBezTo>
                  <a:pt x="12036" y="2717"/>
                  <a:pt x="12047" y="2716"/>
                  <a:pt x="12057" y="2714"/>
                </a:cubicBezTo>
                <a:cubicBezTo>
                  <a:pt x="12068" y="2712"/>
                  <a:pt x="12078" y="2709"/>
                  <a:pt x="12088" y="2705"/>
                </a:cubicBezTo>
                <a:cubicBezTo>
                  <a:pt x="12098" y="2700"/>
                  <a:pt x="12107" y="2695"/>
                  <a:pt x="12116" y="2690"/>
                </a:cubicBezTo>
                <a:cubicBezTo>
                  <a:pt x="12125" y="2684"/>
                  <a:pt x="12133" y="2677"/>
                  <a:pt x="12141" y="2669"/>
                </a:cubicBezTo>
                <a:cubicBezTo>
                  <a:pt x="12148" y="2662"/>
                  <a:pt x="12155" y="2654"/>
                  <a:pt x="12161" y="2645"/>
                </a:cubicBezTo>
                <a:cubicBezTo>
                  <a:pt x="12167" y="2636"/>
                  <a:pt x="12172" y="2626"/>
                  <a:pt x="12176" y="2617"/>
                </a:cubicBezTo>
                <a:cubicBezTo>
                  <a:pt x="12180" y="2607"/>
                  <a:pt x="12183" y="2597"/>
                  <a:pt x="12185" y="2586"/>
                </a:cubicBezTo>
                <a:cubicBezTo>
                  <a:pt x="12187" y="2576"/>
                  <a:pt x="12188" y="2565"/>
                  <a:pt x="12188" y="2554"/>
                </a:cubicBezTo>
                <a:lnTo>
                  <a:pt x="12188" y="186"/>
                </a:lnTo>
                <a:cubicBezTo>
                  <a:pt x="12188" y="175"/>
                  <a:pt x="12187" y="164"/>
                  <a:pt x="12185" y="154"/>
                </a:cubicBezTo>
                <a:cubicBezTo>
                  <a:pt x="12183" y="144"/>
                  <a:pt x="12180" y="133"/>
                  <a:pt x="12176" y="123"/>
                </a:cubicBezTo>
                <a:cubicBezTo>
                  <a:pt x="12172" y="114"/>
                  <a:pt x="12167" y="104"/>
                  <a:pt x="12161" y="95"/>
                </a:cubicBezTo>
                <a:cubicBezTo>
                  <a:pt x="12155" y="87"/>
                  <a:pt x="12148" y="78"/>
                  <a:pt x="12141" y="71"/>
                </a:cubicBezTo>
                <a:cubicBezTo>
                  <a:pt x="12133" y="63"/>
                  <a:pt x="12125" y="56"/>
                  <a:pt x="12116" y="51"/>
                </a:cubicBezTo>
                <a:cubicBezTo>
                  <a:pt x="12107" y="45"/>
                  <a:pt x="12098" y="40"/>
                  <a:pt x="12088" y="36"/>
                </a:cubicBezTo>
                <a:cubicBezTo>
                  <a:pt x="12078" y="31"/>
                  <a:pt x="12068" y="28"/>
                  <a:pt x="12057" y="26"/>
                </a:cubicBezTo>
                <a:cubicBezTo>
                  <a:pt x="12047" y="24"/>
                  <a:pt x="12036" y="23"/>
                  <a:pt x="12026" y="23"/>
                </a:cubicBezTo>
                <a:lnTo>
                  <a:pt x="186" y="23"/>
                </a:lnTo>
                <a:cubicBezTo>
                  <a:pt x="175" y="23"/>
                  <a:pt x="165" y="24"/>
                  <a:pt x="154" y="26"/>
                </a:cubicBezTo>
                <a:cubicBezTo>
                  <a:pt x="144" y="28"/>
                  <a:pt x="134" y="31"/>
                  <a:pt x="124" y="36"/>
                </a:cubicBezTo>
                <a:cubicBezTo>
                  <a:pt x="114" y="40"/>
                  <a:pt x="105" y="45"/>
                  <a:pt x="96" y="51"/>
                </a:cubicBezTo>
                <a:cubicBezTo>
                  <a:pt x="87" y="56"/>
                  <a:pt x="79" y="63"/>
                  <a:pt x="71" y="71"/>
                </a:cubicBezTo>
                <a:cubicBezTo>
                  <a:pt x="64" y="78"/>
                  <a:pt x="57" y="87"/>
                  <a:pt x="51" y="95"/>
                </a:cubicBezTo>
                <a:cubicBezTo>
                  <a:pt x="45" y="104"/>
                  <a:pt x="40" y="114"/>
                  <a:pt x="36" y="123"/>
                </a:cubicBezTo>
                <a:cubicBezTo>
                  <a:pt x="32" y="133"/>
                  <a:pt x="29" y="144"/>
                  <a:pt x="27" y="154"/>
                </a:cubicBezTo>
                <a:cubicBezTo>
                  <a:pt x="25" y="164"/>
                  <a:pt x="24" y="175"/>
                  <a:pt x="24" y="186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491" name="圖片 1490"/>
          <p:cNvPicPr/>
          <p:nvPr/>
        </p:nvPicPr>
        <p:blipFill>
          <a:blip r:embed="rId2"/>
          <a:stretch>
            <a:fillRect/>
          </a:stretch>
        </p:blipFill>
        <p:spPr>
          <a:xfrm>
            <a:off x="5757840" y="1194840"/>
            <a:ext cx="25020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2" name="文字框 1491"/>
          <p:cNvSpPr txBox="1"/>
          <p:nvPr/>
        </p:nvSpPr>
        <p:spPr>
          <a:xfrm>
            <a:off x="334440" y="312120"/>
            <a:ext cx="2702880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37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参考文献与问答环节</a:t>
            </a:r>
            <a:endParaRPr lang="en-US" sz="23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93" name="文字框 1492"/>
          <p:cNvSpPr txBox="1"/>
          <p:nvPr/>
        </p:nvSpPr>
        <p:spPr>
          <a:xfrm>
            <a:off x="6108840" y="1168920"/>
            <a:ext cx="8053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问答环节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94" name="文字框 1493"/>
          <p:cNvSpPr txBox="1"/>
          <p:nvPr/>
        </p:nvSpPr>
        <p:spPr>
          <a:xfrm>
            <a:off x="5899680" y="1719360"/>
            <a:ext cx="117432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欢迎提问与讨论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95" name="文字框 1494"/>
          <p:cNvSpPr txBox="1"/>
          <p:nvPr/>
        </p:nvSpPr>
        <p:spPr>
          <a:xfrm>
            <a:off x="5899680" y="2018880"/>
            <a:ext cx="40240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感谢您聆听本次关于稳定币与数字人民币关系的专题报告。现在我们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96" name="任意多邊形 1495"/>
          <p:cNvSpPr/>
          <p:nvPr/>
        </p:nvSpPr>
        <p:spPr>
          <a:xfrm>
            <a:off x="5899680" y="2924640"/>
            <a:ext cx="234360" cy="334800"/>
          </a:xfrm>
          <a:custGeom>
            <a:avLst/>
            <a:gdLst/>
            <a:ahLst/>
            <a:cxnLst/>
            <a:rect l="0" t="0" r="r" b="b"/>
            <a:pathLst>
              <a:path w="651" h="930">
                <a:moveTo>
                  <a:pt x="0" y="604"/>
                </a:moveTo>
                <a:lnTo>
                  <a:pt x="0" y="325"/>
                </a:lnTo>
                <a:cubicBezTo>
                  <a:pt x="0" y="304"/>
                  <a:pt x="2" y="283"/>
                  <a:pt x="6" y="262"/>
                </a:cubicBezTo>
                <a:cubicBezTo>
                  <a:pt x="10" y="241"/>
                  <a:pt x="16" y="220"/>
                  <a:pt x="25" y="201"/>
                </a:cubicBezTo>
                <a:cubicBezTo>
                  <a:pt x="33" y="181"/>
                  <a:pt x="43" y="162"/>
                  <a:pt x="55" y="144"/>
                </a:cubicBezTo>
                <a:cubicBezTo>
                  <a:pt x="67" y="127"/>
                  <a:pt x="80" y="110"/>
                  <a:pt x="95" y="95"/>
                </a:cubicBezTo>
                <a:cubicBezTo>
                  <a:pt x="110" y="80"/>
                  <a:pt x="127" y="67"/>
                  <a:pt x="144" y="55"/>
                </a:cubicBezTo>
                <a:cubicBezTo>
                  <a:pt x="163" y="43"/>
                  <a:pt x="182" y="33"/>
                  <a:pt x="202" y="25"/>
                </a:cubicBezTo>
                <a:cubicBezTo>
                  <a:pt x="221" y="17"/>
                  <a:pt x="242" y="10"/>
                  <a:pt x="262" y="6"/>
                </a:cubicBezTo>
                <a:cubicBezTo>
                  <a:pt x="283" y="2"/>
                  <a:pt x="305" y="0"/>
                  <a:pt x="326" y="0"/>
                </a:cubicBezTo>
                <a:cubicBezTo>
                  <a:pt x="347" y="0"/>
                  <a:pt x="368" y="2"/>
                  <a:pt x="389" y="6"/>
                </a:cubicBezTo>
                <a:cubicBezTo>
                  <a:pt x="410" y="10"/>
                  <a:pt x="431" y="17"/>
                  <a:pt x="450" y="25"/>
                </a:cubicBezTo>
                <a:cubicBezTo>
                  <a:pt x="470" y="33"/>
                  <a:pt x="489" y="43"/>
                  <a:pt x="506" y="55"/>
                </a:cubicBezTo>
                <a:cubicBezTo>
                  <a:pt x="524" y="67"/>
                  <a:pt x="541" y="80"/>
                  <a:pt x="556" y="95"/>
                </a:cubicBezTo>
                <a:cubicBezTo>
                  <a:pt x="571" y="110"/>
                  <a:pt x="584" y="127"/>
                  <a:pt x="596" y="144"/>
                </a:cubicBezTo>
                <a:cubicBezTo>
                  <a:pt x="608" y="162"/>
                  <a:pt x="618" y="181"/>
                  <a:pt x="626" y="201"/>
                </a:cubicBezTo>
                <a:cubicBezTo>
                  <a:pt x="634" y="220"/>
                  <a:pt x="640" y="241"/>
                  <a:pt x="645" y="262"/>
                </a:cubicBezTo>
                <a:cubicBezTo>
                  <a:pt x="649" y="283"/>
                  <a:pt x="651" y="304"/>
                  <a:pt x="651" y="325"/>
                </a:cubicBezTo>
                <a:lnTo>
                  <a:pt x="651" y="604"/>
                </a:lnTo>
                <a:cubicBezTo>
                  <a:pt x="651" y="625"/>
                  <a:pt x="649" y="646"/>
                  <a:pt x="645" y="667"/>
                </a:cubicBezTo>
                <a:cubicBezTo>
                  <a:pt x="640" y="688"/>
                  <a:pt x="634" y="709"/>
                  <a:pt x="626" y="729"/>
                </a:cubicBezTo>
                <a:cubicBezTo>
                  <a:pt x="618" y="749"/>
                  <a:pt x="608" y="767"/>
                  <a:pt x="596" y="785"/>
                </a:cubicBezTo>
                <a:cubicBezTo>
                  <a:pt x="584" y="803"/>
                  <a:pt x="571" y="819"/>
                  <a:pt x="556" y="834"/>
                </a:cubicBezTo>
                <a:cubicBezTo>
                  <a:pt x="541" y="849"/>
                  <a:pt x="524" y="863"/>
                  <a:pt x="506" y="875"/>
                </a:cubicBezTo>
                <a:cubicBezTo>
                  <a:pt x="489" y="887"/>
                  <a:pt x="470" y="897"/>
                  <a:pt x="450" y="905"/>
                </a:cubicBezTo>
                <a:cubicBezTo>
                  <a:pt x="431" y="913"/>
                  <a:pt x="410" y="919"/>
                  <a:pt x="389" y="923"/>
                </a:cubicBezTo>
                <a:cubicBezTo>
                  <a:pt x="368" y="928"/>
                  <a:pt x="347" y="930"/>
                  <a:pt x="326" y="930"/>
                </a:cubicBezTo>
                <a:cubicBezTo>
                  <a:pt x="305" y="930"/>
                  <a:pt x="283" y="928"/>
                  <a:pt x="262" y="923"/>
                </a:cubicBezTo>
                <a:cubicBezTo>
                  <a:pt x="242" y="919"/>
                  <a:pt x="221" y="913"/>
                  <a:pt x="202" y="905"/>
                </a:cubicBezTo>
                <a:cubicBezTo>
                  <a:pt x="182" y="897"/>
                  <a:pt x="163" y="887"/>
                  <a:pt x="144" y="875"/>
                </a:cubicBezTo>
                <a:cubicBezTo>
                  <a:pt x="127" y="863"/>
                  <a:pt x="110" y="849"/>
                  <a:pt x="95" y="834"/>
                </a:cubicBezTo>
                <a:cubicBezTo>
                  <a:pt x="80" y="819"/>
                  <a:pt x="67" y="803"/>
                  <a:pt x="55" y="785"/>
                </a:cubicBezTo>
                <a:cubicBezTo>
                  <a:pt x="43" y="767"/>
                  <a:pt x="33" y="749"/>
                  <a:pt x="25" y="729"/>
                </a:cubicBezTo>
                <a:cubicBezTo>
                  <a:pt x="16" y="709"/>
                  <a:pt x="10" y="688"/>
                  <a:pt x="6" y="667"/>
                </a:cubicBezTo>
                <a:cubicBezTo>
                  <a:pt x="2" y="646"/>
                  <a:pt x="0" y="625"/>
                  <a:pt x="0" y="604"/>
                </a:cubicBezTo>
                <a:close/>
              </a:path>
            </a:pathLst>
          </a:custGeom>
          <a:solidFill>
            <a:srgbClr val="34D399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497" name="圖片 1496"/>
          <p:cNvPicPr/>
          <p:nvPr/>
        </p:nvPicPr>
        <p:blipFill>
          <a:blip r:embed="rId3"/>
          <a:stretch>
            <a:fillRect/>
          </a:stretch>
        </p:blipFill>
        <p:spPr>
          <a:xfrm>
            <a:off x="5966640" y="3016800"/>
            <a:ext cx="1000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8" name="文字框 1497"/>
          <p:cNvSpPr txBox="1"/>
          <p:nvPr/>
        </p:nvSpPr>
        <p:spPr>
          <a:xfrm>
            <a:off x="5899680" y="2219400"/>
            <a:ext cx="32194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开放互动问答环节，欢迎您提出任何问题或分享见解。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99" name="任意多邊形 1498"/>
          <p:cNvSpPr/>
          <p:nvPr/>
        </p:nvSpPr>
        <p:spPr>
          <a:xfrm>
            <a:off x="6258960" y="320040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6"/>
                  <a:pt x="116" y="73"/>
                  <a:pt x="113" y="80"/>
                </a:cubicBezTo>
                <a:cubicBezTo>
                  <a:pt x="110" y="87"/>
                  <a:pt x="106" y="94"/>
                  <a:pt x="100" y="99"/>
                </a:cubicBezTo>
                <a:cubicBezTo>
                  <a:pt x="95" y="106"/>
                  <a:pt x="88" y="110"/>
                  <a:pt x="81" y="113"/>
                </a:cubicBezTo>
                <a:cubicBezTo>
                  <a:pt x="74" y="116"/>
                  <a:pt x="66" y="117"/>
                  <a:pt x="58" y="117"/>
                </a:cubicBezTo>
                <a:cubicBezTo>
                  <a:pt x="50" y="117"/>
                  <a:pt x="43" y="116"/>
                  <a:pt x="36" y="113"/>
                </a:cubicBezTo>
                <a:cubicBezTo>
                  <a:pt x="29" y="110"/>
                  <a:pt x="23" y="106"/>
                  <a:pt x="17" y="99"/>
                </a:cubicBezTo>
                <a:cubicBezTo>
                  <a:pt x="12" y="94"/>
                  <a:pt x="7" y="87"/>
                  <a:pt x="4" y="80"/>
                </a:cubicBezTo>
                <a:cubicBezTo>
                  <a:pt x="2" y="73"/>
                  <a:pt x="0" y="66"/>
                  <a:pt x="0" y="58"/>
                </a:cubicBezTo>
                <a:cubicBezTo>
                  <a:pt x="0" y="50"/>
                  <a:pt x="2" y="43"/>
                  <a:pt x="4" y="36"/>
                </a:cubicBezTo>
                <a:cubicBezTo>
                  <a:pt x="7" y="29"/>
                  <a:pt x="12" y="23"/>
                  <a:pt x="17" y="17"/>
                </a:cubicBezTo>
                <a:cubicBezTo>
                  <a:pt x="23" y="12"/>
                  <a:pt x="29" y="7"/>
                  <a:pt x="36" y="5"/>
                </a:cubicBezTo>
                <a:cubicBezTo>
                  <a:pt x="43" y="2"/>
                  <a:pt x="50" y="0"/>
                  <a:pt x="58" y="0"/>
                </a:cubicBezTo>
                <a:cubicBezTo>
                  <a:pt x="66" y="0"/>
                  <a:pt x="74" y="2"/>
                  <a:pt x="81" y="5"/>
                </a:cubicBezTo>
                <a:cubicBezTo>
                  <a:pt x="88" y="7"/>
                  <a:pt x="95" y="12"/>
                  <a:pt x="100" y="17"/>
                </a:cubicBezTo>
                <a:cubicBezTo>
                  <a:pt x="106" y="23"/>
                  <a:pt x="110" y="29"/>
                  <a:pt x="113" y="36"/>
                </a:cubicBezTo>
                <a:cubicBezTo>
                  <a:pt x="116" y="43"/>
                  <a:pt x="117" y="50"/>
                  <a:pt x="117" y="58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00" name="文字框 1499"/>
          <p:cNvSpPr txBox="1"/>
          <p:nvPr/>
        </p:nvSpPr>
        <p:spPr>
          <a:xfrm>
            <a:off x="6234120" y="2904840"/>
            <a:ext cx="8053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讨论话题建议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01" name="任意多邊形 1500"/>
          <p:cNvSpPr/>
          <p:nvPr/>
        </p:nvSpPr>
        <p:spPr>
          <a:xfrm>
            <a:off x="6258960" y="346788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6" y="74"/>
                  <a:pt x="113" y="81"/>
                </a:cubicBezTo>
                <a:cubicBezTo>
                  <a:pt x="110" y="88"/>
                  <a:pt x="106" y="95"/>
                  <a:pt x="100" y="100"/>
                </a:cubicBezTo>
                <a:cubicBezTo>
                  <a:pt x="95" y="105"/>
                  <a:pt x="88" y="110"/>
                  <a:pt x="81" y="113"/>
                </a:cubicBezTo>
                <a:cubicBezTo>
                  <a:pt x="74" y="116"/>
                  <a:pt x="66" y="117"/>
                  <a:pt x="58" y="117"/>
                </a:cubicBezTo>
                <a:cubicBezTo>
                  <a:pt x="50" y="117"/>
                  <a:pt x="43" y="116"/>
                  <a:pt x="36" y="113"/>
                </a:cubicBezTo>
                <a:cubicBezTo>
                  <a:pt x="29" y="110"/>
                  <a:pt x="23" y="105"/>
                  <a:pt x="17" y="100"/>
                </a:cubicBezTo>
                <a:cubicBezTo>
                  <a:pt x="12" y="95"/>
                  <a:pt x="7" y="88"/>
                  <a:pt x="4" y="81"/>
                </a:cubicBezTo>
                <a:cubicBezTo>
                  <a:pt x="2" y="74"/>
                  <a:pt x="0" y="67"/>
                  <a:pt x="0" y="59"/>
                </a:cubicBezTo>
                <a:cubicBezTo>
                  <a:pt x="0" y="50"/>
                  <a:pt x="2" y="43"/>
                  <a:pt x="4" y="36"/>
                </a:cubicBezTo>
                <a:cubicBezTo>
                  <a:pt x="7" y="29"/>
                  <a:pt x="12" y="22"/>
                  <a:pt x="17" y="17"/>
                </a:cubicBezTo>
                <a:cubicBezTo>
                  <a:pt x="23" y="11"/>
                  <a:pt x="29" y="7"/>
                  <a:pt x="36" y="4"/>
                </a:cubicBezTo>
                <a:cubicBezTo>
                  <a:pt x="43" y="1"/>
                  <a:pt x="50" y="0"/>
                  <a:pt x="58" y="0"/>
                </a:cubicBezTo>
                <a:cubicBezTo>
                  <a:pt x="66" y="0"/>
                  <a:pt x="74" y="1"/>
                  <a:pt x="81" y="4"/>
                </a:cubicBezTo>
                <a:cubicBezTo>
                  <a:pt x="88" y="7"/>
                  <a:pt x="95" y="11"/>
                  <a:pt x="100" y="17"/>
                </a:cubicBezTo>
                <a:cubicBezTo>
                  <a:pt x="106" y="22"/>
                  <a:pt x="110" y="29"/>
                  <a:pt x="113" y="36"/>
                </a:cubicBezTo>
                <a:cubicBezTo>
                  <a:pt x="116" y="43"/>
                  <a:pt x="117" y="50"/>
                  <a:pt x="117" y="59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02" name="文字框 1501"/>
          <p:cNvSpPr txBox="1"/>
          <p:nvPr/>
        </p:nvSpPr>
        <p:spPr>
          <a:xfrm>
            <a:off x="6401160" y="3138840"/>
            <a:ext cx="2817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您如何看待不同监管框架下的稳定币发展路径？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03" name="任意多邊形 1502"/>
          <p:cNvSpPr/>
          <p:nvPr/>
        </p:nvSpPr>
        <p:spPr>
          <a:xfrm>
            <a:off x="6258960" y="373536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6"/>
                  <a:pt x="116" y="74"/>
                  <a:pt x="113" y="81"/>
                </a:cubicBezTo>
                <a:cubicBezTo>
                  <a:pt x="110" y="88"/>
                  <a:pt x="106" y="94"/>
                  <a:pt x="100" y="100"/>
                </a:cubicBezTo>
                <a:cubicBezTo>
                  <a:pt x="95" y="105"/>
                  <a:pt x="88" y="109"/>
                  <a:pt x="81" y="112"/>
                </a:cubicBezTo>
                <a:cubicBezTo>
                  <a:pt x="74" y="115"/>
                  <a:pt x="66" y="117"/>
                  <a:pt x="58" y="117"/>
                </a:cubicBezTo>
                <a:cubicBezTo>
                  <a:pt x="50" y="117"/>
                  <a:pt x="43" y="115"/>
                  <a:pt x="36" y="112"/>
                </a:cubicBezTo>
                <a:cubicBezTo>
                  <a:pt x="29" y="109"/>
                  <a:pt x="23" y="105"/>
                  <a:pt x="17" y="100"/>
                </a:cubicBezTo>
                <a:cubicBezTo>
                  <a:pt x="12" y="94"/>
                  <a:pt x="7" y="88"/>
                  <a:pt x="4" y="81"/>
                </a:cubicBezTo>
                <a:cubicBezTo>
                  <a:pt x="2" y="74"/>
                  <a:pt x="0" y="66"/>
                  <a:pt x="0" y="59"/>
                </a:cubicBezTo>
                <a:cubicBezTo>
                  <a:pt x="0" y="51"/>
                  <a:pt x="2" y="44"/>
                  <a:pt x="4" y="37"/>
                </a:cubicBezTo>
                <a:cubicBezTo>
                  <a:pt x="7" y="29"/>
                  <a:pt x="12" y="23"/>
                  <a:pt x="17" y="18"/>
                </a:cubicBezTo>
                <a:cubicBezTo>
                  <a:pt x="23" y="12"/>
                  <a:pt x="29" y="8"/>
                  <a:pt x="36" y="4"/>
                </a:cubicBezTo>
                <a:cubicBezTo>
                  <a:pt x="43" y="1"/>
                  <a:pt x="50" y="0"/>
                  <a:pt x="58" y="0"/>
                </a:cubicBezTo>
                <a:cubicBezTo>
                  <a:pt x="66" y="0"/>
                  <a:pt x="74" y="1"/>
                  <a:pt x="81" y="4"/>
                </a:cubicBezTo>
                <a:cubicBezTo>
                  <a:pt x="88" y="8"/>
                  <a:pt x="95" y="12"/>
                  <a:pt x="100" y="18"/>
                </a:cubicBezTo>
                <a:cubicBezTo>
                  <a:pt x="106" y="23"/>
                  <a:pt x="110" y="29"/>
                  <a:pt x="113" y="37"/>
                </a:cubicBezTo>
                <a:cubicBezTo>
                  <a:pt x="116" y="44"/>
                  <a:pt x="117" y="51"/>
                  <a:pt x="117" y="59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04" name="文字框 1503"/>
          <p:cNvSpPr txBox="1"/>
          <p:nvPr/>
        </p:nvSpPr>
        <p:spPr>
          <a:xfrm>
            <a:off x="6401160" y="3405960"/>
            <a:ext cx="33534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数字人民币与稳定币的互操作性对跨境支付意味着什么？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05" name="任意多邊形 1504"/>
          <p:cNvSpPr/>
          <p:nvPr/>
        </p:nvSpPr>
        <p:spPr>
          <a:xfrm>
            <a:off x="5899680" y="4311720"/>
            <a:ext cx="267840" cy="334800"/>
          </a:xfrm>
          <a:custGeom>
            <a:avLst/>
            <a:gdLst/>
            <a:ahLst/>
            <a:cxnLst/>
            <a:rect l="0" t="0" r="r" b="b"/>
            <a:pathLst>
              <a:path w="744" h="930">
                <a:moveTo>
                  <a:pt x="0" y="559"/>
                </a:moveTo>
                <a:lnTo>
                  <a:pt x="0" y="372"/>
                </a:lnTo>
                <a:cubicBezTo>
                  <a:pt x="0" y="347"/>
                  <a:pt x="2" y="323"/>
                  <a:pt x="7" y="299"/>
                </a:cubicBezTo>
                <a:cubicBezTo>
                  <a:pt x="12" y="275"/>
                  <a:pt x="19" y="252"/>
                  <a:pt x="28" y="230"/>
                </a:cubicBezTo>
                <a:cubicBezTo>
                  <a:pt x="38" y="207"/>
                  <a:pt x="49" y="186"/>
                  <a:pt x="63" y="165"/>
                </a:cubicBezTo>
                <a:cubicBezTo>
                  <a:pt x="76" y="145"/>
                  <a:pt x="91" y="126"/>
                  <a:pt x="109" y="109"/>
                </a:cubicBezTo>
                <a:cubicBezTo>
                  <a:pt x="126" y="92"/>
                  <a:pt x="145" y="77"/>
                  <a:pt x="165" y="63"/>
                </a:cubicBezTo>
                <a:cubicBezTo>
                  <a:pt x="185" y="49"/>
                  <a:pt x="207" y="38"/>
                  <a:pt x="229" y="29"/>
                </a:cubicBezTo>
                <a:cubicBezTo>
                  <a:pt x="252" y="19"/>
                  <a:pt x="275" y="12"/>
                  <a:pt x="299" y="8"/>
                </a:cubicBezTo>
                <a:cubicBezTo>
                  <a:pt x="324" y="3"/>
                  <a:pt x="348" y="0"/>
                  <a:pt x="372" y="0"/>
                </a:cubicBezTo>
                <a:cubicBezTo>
                  <a:pt x="397" y="0"/>
                  <a:pt x="421" y="3"/>
                  <a:pt x="445" y="8"/>
                </a:cubicBezTo>
                <a:cubicBezTo>
                  <a:pt x="469" y="12"/>
                  <a:pt x="492" y="19"/>
                  <a:pt x="514" y="29"/>
                </a:cubicBezTo>
                <a:cubicBezTo>
                  <a:pt x="537" y="38"/>
                  <a:pt x="558" y="49"/>
                  <a:pt x="579" y="63"/>
                </a:cubicBezTo>
                <a:cubicBezTo>
                  <a:pt x="599" y="77"/>
                  <a:pt x="618" y="92"/>
                  <a:pt x="635" y="109"/>
                </a:cubicBezTo>
                <a:cubicBezTo>
                  <a:pt x="652" y="126"/>
                  <a:pt x="668" y="145"/>
                  <a:pt x="681" y="165"/>
                </a:cubicBezTo>
                <a:cubicBezTo>
                  <a:pt x="695" y="186"/>
                  <a:pt x="706" y="207"/>
                  <a:pt x="715" y="230"/>
                </a:cubicBezTo>
                <a:cubicBezTo>
                  <a:pt x="725" y="252"/>
                  <a:pt x="732" y="275"/>
                  <a:pt x="737" y="299"/>
                </a:cubicBezTo>
                <a:cubicBezTo>
                  <a:pt x="741" y="323"/>
                  <a:pt x="744" y="347"/>
                  <a:pt x="744" y="372"/>
                </a:cubicBezTo>
                <a:lnTo>
                  <a:pt x="744" y="559"/>
                </a:lnTo>
                <a:cubicBezTo>
                  <a:pt x="744" y="583"/>
                  <a:pt x="741" y="607"/>
                  <a:pt x="737" y="631"/>
                </a:cubicBezTo>
                <a:cubicBezTo>
                  <a:pt x="732" y="655"/>
                  <a:pt x="725" y="678"/>
                  <a:pt x="715" y="701"/>
                </a:cubicBezTo>
                <a:cubicBezTo>
                  <a:pt x="706" y="723"/>
                  <a:pt x="695" y="745"/>
                  <a:pt x="681" y="765"/>
                </a:cubicBezTo>
                <a:cubicBezTo>
                  <a:pt x="668" y="785"/>
                  <a:pt x="652" y="804"/>
                  <a:pt x="635" y="821"/>
                </a:cubicBezTo>
                <a:cubicBezTo>
                  <a:pt x="618" y="838"/>
                  <a:pt x="599" y="854"/>
                  <a:pt x="579" y="867"/>
                </a:cubicBezTo>
                <a:cubicBezTo>
                  <a:pt x="558" y="881"/>
                  <a:pt x="537" y="892"/>
                  <a:pt x="514" y="902"/>
                </a:cubicBezTo>
                <a:cubicBezTo>
                  <a:pt x="492" y="911"/>
                  <a:pt x="469" y="918"/>
                  <a:pt x="445" y="923"/>
                </a:cubicBezTo>
                <a:cubicBezTo>
                  <a:pt x="421" y="928"/>
                  <a:pt x="397" y="930"/>
                  <a:pt x="372" y="930"/>
                </a:cubicBezTo>
                <a:cubicBezTo>
                  <a:pt x="348" y="930"/>
                  <a:pt x="324" y="928"/>
                  <a:pt x="299" y="923"/>
                </a:cubicBezTo>
                <a:cubicBezTo>
                  <a:pt x="275" y="918"/>
                  <a:pt x="252" y="911"/>
                  <a:pt x="229" y="902"/>
                </a:cubicBezTo>
                <a:cubicBezTo>
                  <a:pt x="207" y="892"/>
                  <a:pt x="185" y="881"/>
                  <a:pt x="165" y="867"/>
                </a:cubicBezTo>
                <a:cubicBezTo>
                  <a:pt x="145" y="854"/>
                  <a:pt x="126" y="838"/>
                  <a:pt x="109" y="821"/>
                </a:cubicBezTo>
                <a:cubicBezTo>
                  <a:pt x="91" y="804"/>
                  <a:pt x="76" y="785"/>
                  <a:pt x="63" y="765"/>
                </a:cubicBezTo>
                <a:cubicBezTo>
                  <a:pt x="49" y="745"/>
                  <a:pt x="38" y="723"/>
                  <a:pt x="28" y="701"/>
                </a:cubicBezTo>
                <a:cubicBezTo>
                  <a:pt x="19" y="678"/>
                  <a:pt x="12" y="655"/>
                  <a:pt x="7" y="631"/>
                </a:cubicBezTo>
                <a:cubicBezTo>
                  <a:pt x="2" y="607"/>
                  <a:pt x="0" y="583"/>
                  <a:pt x="0" y="559"/>
                </a:cubicBezTo>
                <a:close/>
              </a:path>
            </a:pathLst>
          </a:custGeom>
          <a:solidFill>
            <a:srgbClr val="60A5FA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506" name="圖片 1505"/>
          <p:cNvPicPr/>
          <p:nvPr/>
        </p:nvPicPr>
        <p:blipFill>
          <a:blip r:embed="rId4"/>
          <a:stretch>
            <a:fillRect/>
          </a:stretch>
        </p:blipFill>
        <p:spPr>
          <a:xfrm>
            <a:off x="5966640" y="440388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7" name="文字框 1506"/>
          <p:cNvSpPr txBox="1"/>
          <p:nvPr/>
        </p:nvSpPr>
        <p:spPr>
          <a:xfrm>
            <a:off x="6401160" y="3673440"/>
            <a:ext cx="24148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香港稳定币生态建设可能面临哪些挑战？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08" name="文字框 1507"/>
          <p:cNvSpPr txBox="1"/>
          <p:nvPr/>
        </p:nvSpPr>
        <p:spPr>
          <a:xfrm>
            <a:off x="6267600" y="4291920"/>
            <a:ext cx="537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联系方式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509" name="圖片 1508"/>
          <p:cNvPicPr/>
          <p:nvPr/>
        </p:nvPicPr>
        <p:blipFill>
          <a:blip r:embed="rId5"/>
          <a:stretch>
            <a:fillRect/>
          </a:stretch>
        </p:blipFill>
        <p:spPr>
          <a:xfrm>
            <a:off x="6267600" y="481356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0" name="文字框 1509"/>
          <p:cNvSpPr txBox="1"/>
          <p:nvPr/>
        </p:nvSpPr>
        <p:spPr>
          <a:xfrm>
            <a:off x="6267600" y="4525920"/>
            <a:ext cx="22806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欢迎通过以下方式与我们进一步交流：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511" name="圖片 1510"/>
          <p:cNvPicPr/>
          <p:nvPr/>
        </p:nvPicPr>
        <p:blipFill>
          <a:blip r:embed="rId6"/>
          <a:stretch>
            <a:fillRect/>
          </a:stretch>
        </p:blipFill>
        <p:spPr>
          <a:xfrm>
            <a:off x="8264880" y="4813560"/>
            <a:ext cx="15012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2" name="文字框 1511"/>
          <p:cNvSpPr txBox="1"/>
          <p:nvPr/>
        </p:nvSpPr>
        <p:spPr>
          <a:xfrm>
            <a:off x="6468120" y="4798080"/>
            <a:ext cx="15364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ﬁnance@example.com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13" name="任意多邊形 1512"/>
          <p:cNvSpPr/>
          <p:nvPr/>
        </p:nvSpPr>
        <p:spPr>
          <a:xfrm>
            <a:off x="334080" y="952560"/>
            <a:ext cx="4813920" cy="4579920"/>
          </a:xfrm>
          <a:custGeom>
            <a:avLst/>
            <a:gdLst/>
            <a:ahLst/>
            <a:cxnLst/>
            <a:rect l="0" t="0" r="r" b="b"/>
            <a:pathLst>
              <a:path w="13372" h="12722">
                <a:moveTo>
                  <a:pt x="27" y="215"/>
                </a:moveTo>
                <a:cubicBezTo>
                  <a:pt x="44" y="172"/>
                  <a:pt x="69" y="134"/>
                  <a:pt x="102" y="102"/>
                </a:cubicBezTo>
                <a:cubicBezTo>
                  <a:pt x="135" y="69"/>
                  <a:pt x="172" y="44"/>
                  <a:pt x="215" y="26"/>
                </a:cubicBezTo>
                <a:cubicBezTo>
                  <a:pt x="258" y="9"/>
                  <a:pt x="302" y="0"/>
                  <a:pt x="348" y="0"/>
                </a:cubicBezTo>
                <a:lnTo>
                  <a:pt x="13024" y="0"/>
                </a:lnTo>
                <a:cubicBezTo>
                  <a:pt x="13070" y="0"/>
                  <a:pt x="13114" y="9"/>
                  <a:pt x="13157" y="26"/>
                </a:cubicBezTo>
                <a:cubicBezTo>
                  <a:pt x="13199" y="44"/>
                  <a:pt x="13237" y="69"/>
                  <a:pt x="13270" y="102"/>
                </a:cubicBezTo>
                <a:cubicBezTo>
                  <a:pt x="13302" y="134"/>
                  <a:pt x="13328" y="172"/>
                  <a:pt x="13345" y="215"/>
                </a:cubicBezTo>
                <a:cubicBezTo>
                  <a:pt x="13363" y="257"/>
                  <a:pt x="13372" y="302"/>
                  <a:pt x="13372" y="348"/>
                </a:cubicBezTo>
                <a:lnTo>
                  <a:pt x="13372" y="12373"/>
                </a:lnTo>
                <a:cubicBezTo>
                  <a:pt x="13372" y="12420"/>
                  <a:pt x="13363" y="12464"/>
                  <a:pt x="13345" y="12507"/>
                </a:cubicBezTo>
                <a:cubicBezTo>
                  <a:pt x="13328" y="12549"/>
                  <a:pt x="13302" y="12587"/>
                  <a:pt x="13270" y="12620"/>
                </a:cubicBezTo>
                <a:cubicBezTo>
                  <a:pt x="13237" y="12652"/>
                  <a:pt x="13199" y="12677"/>
                  <a:pt x="13157" y="12695"/>
                </a:cubicBezTo>
                <a:cubicBezTo>
                  <a:pt x="13114" y="12713"/>
                  <a:pt x="13070" y="12722"/>
                  <a:pt x="13024" y="12722"/>
                </a:cubicBezTo>
                <a:lnTo>
                  <a:pt x="348" y="12722"/>
                </a:lnTo>
                <a:cubicBezTo>
                  <a:pt x="302" y="12722"/>
                  <a:pt x="258" y="12713"/>
                  <a:pt x="215" y="12695"/>
                </a:cubicBezTo>
                <a:cubicBezTo>
                  <a:pt x="172" y="12677"/>
                  <a:pt x="135" y="12652"/>
                  <a:pt x="102" y="12620"/>
                </a:cubicBezTo>
                <a:cubicBezTo>
                  <a:pt x="69" y="12587"/>
                  <a:pt x="44" y="12549"/>
                  <a:pt x="27" y="12507"/>
                </a:cubicBezTo>
                <a:cubicBezTo>
                  <a:pt x="9" y="12464"/>
                  <a:pt x="0" y="12420"/>
                  <a:pt x="0" y="12373"/>
                </a:cubicBezTo>
                <a:lnTo>
                  <a:pt x="0" y="348"/>
                </a:lnTo>
                <a:cubicBezTo>
                  <a:pt x="0" y="302"/>
                  <a:pt x="9" y="257"/>
                  <a:pt x="27" y="215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14" name="任意多邊形 1513"/>
          <p:cNvSpPr/>
          <p:nvPr/>
        </p:nvSpPr>
        <p:spPr>
          <a:xfrm>
            <a:off x="334080" y="952560"/>
            <a:ext cx="4813920" cy="4579920"/>
          </a:xfrm>
          <a:custGeom>
            <a:avLst/>
            <a:gdLst/>
            <a:ahLst/>
            <a:cxnLst/>
            <a:rect l="0" t="0" r="r" b="b"/>
            <a:pathLst>
              <a:path w="13372" h="12722">
                <a:moveTo>
                  <a:pt x="0" y="12373"/>
                </a:moveTo>
                <a:lnTo>
                  <a:pt x="0" y="348"/>
                </a:lnTo>
                <a:cubicBezTo>
                  <a:pt x="0" y="302"/>
                  <a:pt x="9" y="257"/>
                  <a:pt x="27" y="215"/>
                </a:cubicBezTo>
                <a:cubicBezTo>
                  <a:pt x="44" y="172"/>
                  <a:pt x="69" y="134"/>
                  <a:pt x="102" y="102"/>
                </a:cubicBezTo>
                <a:cubicBezTo>
                  <a:pt x="135" y="69"/>
                  <a:pt x="172" y="44"/>
                  <a:pt x="215" y="26"/>
                </a:cubicBezTo>
                <a:cubicBezTo>
                  <a:pt x="258" y="9"/>
                  <a:pt x="302" y="0"/>
                  <a:pt x="348" y="0"/>
                </a:cubicBezTo>
                <a:lnTo>
                  <a:pt x="13024" y="0"/>
                </a:lnTo>
                <a:cubicBezTo>
                  <a:pt x="13070" y="0"/>
                  <a:pt x="13114" y="9"/>
                  <a:pt x="13157" y="26"/>
                </a:cubicBezTo>
                <a:cubicBezTo>
                  <a:pt x="13199" y="44"/>
                  <a:pt x="13237" y="69"/>
                  <a:pt x="13270" y="102"/>
                </a:cubicBezTo>
                <a:cubicBezTo>
                  <a:pt x="13302" y="134"/>
                  <a:pt x="13328" y="172"/>
                  <a:pt x="13345" y="215"/>
                </a:cubicBezTo>
                <a:cubicBezTo>
                  <a:pt x="13363" y="257"/>
                  <a:pt x="13372" y="302"/>
                  <a:pt x="13372" y="348"/>
                </a:cubicBezTo>
                <a:lnTo>
                  <a:pt x="13372" y="12373"/>
                </a:lnTo>
                <a:cubicBezTo>
                  <a:pt x="13372" y="12420"/>
                  <a:pt x="13363" y="12464"/>
                  <a:pt x="13345" y="12507"/>
                </a:cubicBezTo>
                <a:cubicBezTo>
                  <a:pt x="13328" y="12549"/>
                  <a:pt x="13302" y="12587"/>
                  <a:pt x="13270" y="12620"/>
                </a:cubicBezTo>
                <a:cubicBezTo>
                  <a:pt x="13237" y="12652"/>
                  <a:pt x="13199" y="12677"/>
                  <a:pt x="13157" y="12695"/>
                </a:cubicBezTo>
                <a:cubicBezTo>
                  <a:pt x="13114" y="12713"/>
                  <a:pt x="13070" y="12722"/>
                  <a:pt x="13024" y="12722"/>
                </a:cubicBezTo>
                <a:lnTo>
                  <a:pt x="348" y="12722"/>
                </a:lnTo>
                <a:cubicBezTo>
                  <a:pt x="302" y="12722"/>
                  <a:pt x="258" y="12713"/>
                  <a:pt x="215" y="12695"/>
                </a:cubicBezTo>
                <a:cubicBezTo>
                  <a:pt x="172" y="12677"/>
                  <a:pt x="135" y="12652"/>
                  <a:pt x="102" y="12620"/>
                </a:cubicBezTo>
                <a:cubicBezTo>
                  <a:pt x="69" y="12587"/>
                  <a:pt x="44" y="12549"/>
                  <a:pt x="27" y="12507"/>
                </a:cubicBezTo>
                <a:cubicBezTo>
                  <a:pt x="9" y="12464"/>
                  <a:pt x="0" y="12420"/>
                  <a:pt x="0" y="12373"/>
                </a:cubicBezTo>
                <a:moveTo>
                  <a:pt x="23" y="348"/>
                </a:moveTo>
                <a:lnTo>
                  <a:pt x="23" y="12373"/>
                </a:lnTo>
                <a:cubicBezTo>
                  <a:pt x="23" y="12395"/>
                  <a:pt x="25" y="12416"/>
                  <a:pt x="29" y="12437"/>
                </a:cubicBezTo>
                <a:cubicBezTo>
                  <a:pt x="34" y="12458"/>
                  <a:pt x="40" y="12478"/>
                  <a:pt x="48" y="12498"/>
                </a:cubicBezTo>
                <a:cubicBezTo>
                  <a:pt x="56" y="12517"/>
                  <a:pt x="66" y="12536"/>
                  <a:pt x="78" y="12554"/>
                </a:cubicBezTo>
                <a:cubicBezTo>
                  <a:pt x="90" y="12572"/>
                  <a:pt x="103" y="12588"/>
                  <a:pt x="118" y="12603"/>
                </a:cubicBezTo>
                <a:cubicBezTo>
                  <a:pt x="134" y="12618"/>
                  <a:pt x="150" y="12632"/>
                  <a:pt x="168" y="12644"/>
                </a:cubicBezTo>
                <a:cubicBezTo>
                  <a:pt x="185" y="12655"/>
                  <a:pt x="204" y="12665"/>
                  <a:pt x="224" y="12674"/>
                </a:cubicBezTo>
                <a:cubicBezTo>
                  <a:pt x="244" y="12682"/>
                  <a:pt x="264" y="12688"/>
                  <a:pt x="285" y="12692"/>
                </a:cubicBezTo>
                <a:cubicBezTo>
                  <a:pt x="306" y="12696"/>
                  <a:pt x="327" y="12698"/>
                  <a:pt x="348" y="12698"/>
                </a:cubicBezTo>
                <a:lnTo>
                  <a:pt x="13024" y="12698"/>
                </a:lnTo>
                <a:cubicBezTo>
                  <a:pt x="13045" y="12698"/>
                  <a:pt x="13066" y="12696"/>
                  <a:pt x="13087" y="12692"/>
                </a:cubicBezTo>
                <a:cubicBezTo>
                  <a:pt x="13108" y="12688"/>
                  <a:pt x="13128" y="12682"/>
                  <a:pt x="13148" y="12674"/>
                </a:cubicBezTo>
                <a:cubicBezTo>
                  <a:pt x="13168" y="12665"/>
                  <a:pt x="13186" y="12655"/>
                  <a:pt x="13204" y="12644"/>
                </a:cubicBezTo>
                <a:cubicBezTo>
                  <a:pt x="13222" y="12632"/>
                  <a:pt x="13238" y="12618"/>
                  <a:pt x="13253" y="12603"/>
                </a:cubicBezTo>
                <a:cubicBezTo>
                  <a:pt x="13268" y="12588"/>
                  <a:pt x="13282" y="12572"/>
                  <a:pt x="13294" y="12554"/>
                </a:cubicBezTo>
                <a:cubicBezTo>
                  <a:pt x="13306" y="12536"/>
                  <a:pt x="13316" y="12517"/>
                  <a:pt x="13324" y="12498"/>
                </a:cubicBezTo>
                <a:cubicBezTo>
                  <a:pt x="13332" y="12478"/>
                  <a:pt x="13338" y="12458"/>
                  <a:pt x="13342" y="12437"/>
                </a:cubicBezTo>
                <a:cubicBezTo>
                  <a:pt x="13346" y="12416"/>
                  <a:pt x="13349" y="12395"/>
                  <a:pt x="13349" y="12373"/>
                </a:cubicBezTo>
                <a:lnTo>
                  <a:pt x="13349" y="348"/>
                </a:lnTo>
                <a:cubicBezTo>
                  <a:pt x="13349" y="327"/>
                  <a:pt x="13346" y="306"/>
                  <a:pt x="13342" y="285"/>
                </a:cubicBezTo>
                <a:cubicBezTo>
                  <a:pt x="13338" y="264"/>
                  <a:pt x="13332" y="243"/>
                  <a:pt x="13324" y="224"/>
                </a:cubicBezTo>
                <a:cubicBezTo>
                  <a:pt x="13316" y="204"/>
                  <a:pt x="13306" y="185"/>
                  <a:pt x="13294" y="167"/>
                </a:cubicBezTo>
                <a:cubicBezTo>
                  <a:pt x="13282" y="150"/>
                  <a:pt x="13268" y="133"/>
                  <a:pt x="13253" y="118"/>
                </a:cubicBezTo>
                <a:cubicBezTo>
                  <a:pt x="13238" y="103"/>
                  <a:pt x="13222" y="90"/>
                  <a:pt x="13204" y="78"/>
                </a:cubicBezTo>
                <a:cubicBezTo>
                  <a:pt x="13186" y="66"/>
                  <a:pt x="13168" y="56"/>
                  <a:pt x="13148" y="48"/>
                </a:cubicBezTo>
                <a:cubicBezTo>
                  <a:pt x="13128" y="40"/>
                  <a:pt x="13108" y="33"/>
                  <a:pt x="13087" y="29"/>
                </a:cubicBezTo>
                <a:cubicBezTo>
                  <a:pt x="13066" y="25"/>
                  <a:pt x="13045" y="23"/>
                  <a:pt x="13024" y="23"/>
                </a:cubicBezTo>
                <a:lnTo>
                  <a:pt x="348" y="23"/>
                </a:lnTo>
                <a:cubicBezTo>
                  <a:pt x="327" y="23"/>
                  <a:pt x="306" y="25"/>
                  <a:pt x="285" y="29"/>
                </a:cubicBezTo>
                <a:cubicBezTo>
                  <a:pt x="264" y="33"/>
                  <a:pt x="244" y="40"/>
                  <a:pt x="224" y="48"/>
                </a:cubicBezTo>
                <a:cubicBezTo>
                  <a:pt x="204" y="56"/>
                  <a:pt x="185" y="66"/>
                  <a:pt x="168" y="78"/>
                </a:cubicBezTo>
                <a:cubicBezTo>
                  <a:pt x="150" y="90"/>
                  <a:pt x="134" y="103"/>
                  <a:pt x="118" y="118"/>
                </a:cubicBezTo>
                <a:cubicBezTo>
                  <a:pt x="103" y="133"/>
                  <a:pt x="90" y="150"/>
                  <a:pt x="78" y="167"/>
                </a:cubicBezTo>
                <a:cubicBezTo>
                  <a:pt x="66" y="185"/>
                  <a:pt x="56" y="204"/>
                  <a:pt x="48" y="224"/>
                </a:cubicBezTo>
                <a:cubicBezTo>
                  <a:pt x="40" y="243"/>
                  <a:pt x="34" y="264"/>
                  <a:pt x="29" y="285"/>
                </a:cubicBezTo>
                <a:cubicBezTo>
                  <a:pt x="25" y="306"/>
                  <a:pt x="23" y="327"/>
                  <a:pt x="23" y="348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515" name="圖片 1514"/>
          <p:cNvPicPr/>
          <p:nvPr/>
        </p:nvPicPr>
        <p:blipFill>
          <a:blip r:embed="rId7"/>
          <a:stretch>
            <a:fillRect/>
          </a:stretch>
        </p:blipFill>
        <p:spPr>
          <a:xfrm>
            <a:off x="543240" y="1194840"/>
            <a:ext cx="1749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6" name="文字框 1515"/>
          <p:cNvSpPr txBox="1"/>
          <p:nvPr/>
        </p:nvSpPr>
        <p:spPr>
          <a:xfrm>
            <a:off x="8481600" y="4798080"/>
            <a:ext cx="1147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FinTechResearch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17" name="文字框 1516"/>
          <p:cNvSpPr txBox="1"/>
          <p:nvPr/>
        </p:nvSpPr>
        <p:spPr>
          <a:xfrm>
            <a:off x="819000" y="1168920"/>
            <a:ext cx="120780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主要参考资料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18" name="文字框 1517"/>
          <p:cNvSpPr txBox="1"/>
          <p:nvPr/>
        </p:nvSpPr>
        <p:spPr>
          <a:xfrm>
            <a:off x="610200" y="1646280"/>
            <a:ext cx="23248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20" b="1" u="none" strike="noStrike">
                <a:solidFill>
                  <a:srgbClr val="6EE7B7"/>
                </a:solidFill>
                <a:effectLst/>
                <a:uFillTx/>
                <a:latin typeface="DejaVuSans"/>
                <a:ea typeface="DejaVuSans"/>
              </a:rPr>
              <a:t>Gemini</a:t>
            </a:r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(n.d.). "Stablecoins Explained."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19" name="文字框 1518"/>
          <p:cNvSpPr txBox="1"/>
          <p:nvPr/>
        </p:nvSpPr>
        <p:spPr>
          <a:xfrm>
            <a:off x="610200" y="1947240"/>
            <a:ext cx="37044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20" b="1" u="none" strike="noStrike">
                <a:solidFill>
                  <a:srgbClr val="6EE7B7"/>
                </a:solidFill>
                <a:effectLst/>
                <a:uFillTx/>
                <a:latin typeface="DejaVuSans"/>
                <a:ea typeface="DejaVuSans"/>
              </a:rPr>
              <a:t>Investopedia</a:t>
            </a:r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(2024). "USDT (Tether): Deﬁnition &amp; Overview."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20" name="文字框 1519"/>
          <p:cNvSpPr txBox="1"/>
          <p:nvPr/>
        </p:nvSpPr>
        <p:spPr>
          <a:xfrm>
            <a:off x="610200" y="2247840"/>
            <a:ext cx="41864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20" b="1" u="none" strike="noStrike">
                <a:solidFill>
                  <a:srgbClr val="6EE7B7"/>
                </a:solidFill>
                <a:effectLst/>
                <a:uFillTx/>
                <a:latin typeface="DejaVuSans"/>
                <a:ea typeface="DejaVuSans"/>
              </a:rPr>
              <a:t>Cointelegraph</a:t>
            </a:r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(2025). "Tether (USDT) Explained: The World's Largest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21" name="文字框 1520"/>
          <p:cNvSpPr txBox="1"/>
          <p:nvPr/>
        </p:nvSpPr>
        <p:spPr>
          <a:xfrm>
            <a:off x="610200" y="2415240"/>
            <a:ext cx="7070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Stablecoin."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22" name="文字框 1521"/>
          <p:cNvSpPr txBox="1"/>
          <p:nvPr/>
        </p:nvSpPr>
        <p:spPr>
          <a:xfrm>
            <a:off x="610200" y="2715840"/>
            <a:ext cx="37767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20" b="1" u="none" strike="noStrike">
                <a:solidFill>
                  <a:srgbClr val="6EE7B7"/>
                </a:solidFill>
                <a:effectLst/>
                <a:uFillTx/>
                <a:latin typeface="DejaVuSans"/>
                <a:ea typeface="DejaVuSans"/>
              </a:rPr>
              <a:t>Blockapps.net</a:t>
            </a:r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(2024). "Tether Reserve Composition Analysis."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23" name="文字框 1522"/>
          <p:cNvSpPr txBox="1"/>
          <p:nvPr/>
        </p:nvSpPr>
        <p:spPr>
          <a:xfrm>
            <a:off x="610200" y="3016800"/>
            <a:ext cx="31942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20" b="1" u="none" strike="noStrike">
                <a:solidFill>
                  <a:srgbClr val="6EE7B7"/>
                </a:solidFill>
                <a:effectLst/>
                <a:uFillTx/>
                <a:latin typeface="DejaVuSans"/>
                <a:ea typeface="DejaVuSans"/>
              </a:rPr>
              <a:t>ﬁndas.org</a:t>
            </a:r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(n.d.). "USDT Reserve Assets Breakdown."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24" name="文字框 1523"/>
          <p:cNvSpPr txBox="1"/>
          <p:nvPr/>
        </p:nvSpPr>
        <p:spPr>
          <a:xfrm>
            <a:off x="610200" y="3317760"/>
            <a:ext cx="25491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20" b="1" u="none" strike="noStrike">
                <a:solidFill>
                  <a:srgbClr val="6EE7B7"/>
                </a:solidFill>
                <a:effectLst/>
                <a:uFillTx/>
                <a:latin typeface="DejaVuSans"/>
                <a:ea typeface="DejaVuSans"/>
              </a:rPr>
              <a:t>AQRU</a:t>
            </a:r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(n.d.). "USDC (USD Coin) Overview."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25" name="文字框 1524"/>
          <p:cNvSpPr txBox="1"/>
          <p:nvPr/>
        </p:nvSpPr>
        <p:spPr>
          <a:xfrm>
            <a:off x="610200" y="3618360"/>
            <a:ext cx="30042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20" b="1" u="none" strike="noStrike">
                <a:solidFill>
                  <a:srgbClr val="6EE7B7"/>
                </a:solidFill>
                <a:effectLst/>
                <a:uFillTx/>
                <a:latin typeface="DejaVuSans"/>
                <a:ea typeface="DejaVuSans"/>
              </a:rPr>
              <a:t>Circle</a:t>
            </a:r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(n.d.). "USDC: Frequently Asked Questions."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26" name="文字框 1525"/>
          <p:cNvSpPr txBox="1"/>
          <p:nvPr/>
        </p:nvSpPr>
        <p:spPr>
          <a:xfrm>
            <a:off x="610200" y="3919320"/>
            <a:ext cx="26388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20" b="1" u="none" strike="noStrike">
                <a:solidFill>
                  <a:srgbClr val="6EE7B7"/>
                </a:solidFill>
                <a:effectLst/>
                <a:uFillTx/>
                <a:latin typeface="DejaVuSans"/>
                <a:ea typeface="DejaVuSans"/>
              </a:rPr>
              <a:t>Circle</a:t>
            </a:r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(2023). "USDC Reserve Composition."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27" name="文字框 1526"/>
          <p:cNvSpPr txBox="1"/>
          <p:nvPr/>
        </p:nvSpPr>
        <p:spPr>
          <a:xfrm>
            <a:off x="610200" y="4220280"/>
            <a:ext cx="28008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20" b="1" u="none" strike="noStrike">
                <a:solidFill>
                  <a:srgbClr val="6EE7B7"/>
                </a:solidFill>
                <a:effectLst/>
                <a:uFillTx/>
                <a:latin typeface="DejaVuSans"/>
                <a:ea typeface="DejaVuSans"/>
              </a:rPr>
              <a:t>CoinMarketCap</a:t>
            </a:r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(n.d.). "USDC Coin Overview."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28" name="文字框 1527"/>
          <p:cNvSpPr txBox="1"/>
          <p:nvPr/>
        </p:nvSpPr>
        <p:spPr>
          <a:xfrm>
            <a:off x="610200" y="4520880"/>
            <a:ext cx="25797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20" b="1" u="none" strike="noStrike">
                <a:solidFill>
                  <a:srgbClr val="6EE7B7"/>
                </a:solidFill>
                <a:effectLst/>
                <a:uFillTx/>
                <a:latin typeface="DejaVuSans"/>
                <a:ea typeface="DejaVuSans"/>
              </a:rPr>
              <a:t>Wikipedia</a:t>
            </a:r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(n.d.). "USDC (cryptocurrency)."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29" name="文字框 1528"/>
          <p:cNvSpPr txBox="1"/>
          <p:nvPr/>
        </p:nvSpPr>
        <p:spPr>
          <a:xfrm>
            <a:off x="610200" y="4821840"/>
            <a:ext cx="30351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20" b="1" u="none" strike="noStrike">
                <a:solidFill>
                  <a:srgbClr val="6EE7B7"/>
                </a:solidFill>
                <a:effectLst/>
                <a:uFillTx/>
                <a:latin typeface="DejaVuSans"/>
                <a:ea typeface="DejaVuSans"/>
              </a:rPr>
              <a:t>HKMA</a:t>
            </a:r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(2025). "Stablecoin Regulatory Framework."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530" name="圖片 1529"/>
          <p:cNvPicPr/>
          <p:nvPr/>
        </p:nvPicPr>
        <p:blipFill>
          <a:blip r:embed="rId8"/>
          <a:stretch>
            <a:fillRect/>
          </a:stretch>
        </p:blipFill>
        <p:spPr>
          <a:xfrm>
            <a:off x="668520" y="4278600"/>
            <a:ext cx="1069200" cy="1069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31" name="圖片 1530"/>
          <p:cNvPicPr/>
          <p:nvPr/>
        </p:nvPicPr>
        <p:blipFill>
          <a:blip r:embed="rId9"/>
          <a:stretch>
            <a:fillRect/>
          </a:stretch>
        </p:blipFill>
        <p:spPr>
          <a:xfrm>
            <a:off x="9351000" y="668520"/>
            <a:ext cx="676440" cy="106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2" name="文字框 1531"/>
          <p:cNvSpPr txBox="1"/>
          <p:nvPr/>
        </p:nvSpPr>
        <p:spPr>
          <a:xfrm>
            <a:off x="610200" y="5122800"/>
            <a:ext cx="30589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20" b="1" u="none" strike="noStrike">
                <a:solidFill>
                  <a:srgbClr val="6EE7B7"/>
                </a:solidFill>
                <a:effectLst/>
                <a:uFillTx/>
                <a:latin typeface="DejaVuSans"/>
                <a:ea typeface="DejaVuSans"/>
              </a:rPr>
              <a:t>HKMA</a:t>
            </a:r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(n.d.). "Stablecoin Issuer Sandbox Program."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33" name="文字框 1532"/>
          <p:cNvSpPr txBox="1"/>
          <p:nvPr/>
        </p:nvSpPr>
        <p:spPr>
          <a:xfrm>
            <a:off x="9357120" y="562896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第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34" name="文字框 1533"/>
          <p:cNvSpPr txBox="1"/>
          <p:nvPr/>
        </p:nvSpPr>
        <p:spPr>
          <a:xfrm>
            <a:off x="9491040" y="5633640"/>
            <a:ext cx="171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15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35" name="文字框 1534"/>
          <p:cNvSpPr txBox="1"/>
          <p:nvPr/>
        </p:nvSpPr>
        <p:spPr>
          <a:xfrm>
            <a:off x="9660960" y="562896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页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36" name="文字框 1535"/>
          <p:cNvSpPr txBox="1"/>
          <p:nvPr/>
        </p:nvSpPr>
        <p:spPr>
          <a:xfrm>
            <a:off x="9794880" y="563364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/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37" name="文字框 1536"/>
          <p:cNvSpPr txBox="1"/>
          <p:nvPr/>
        </p:nvSpPr>
        <p:spPr>
          <a:xfrm>
            <a:off x="9924840" y="562896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共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38" name="文字框 1537"/>
          <p:cNvSpPr txBox="1"/>
          <p:nvPr/>
        </p:nvSpPr>
        <p:spPr>
          <a:xfrm>
            <a:off x="10058400" y="5633640"/>
            <a:ext cx="171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15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39" name="文字框 1538"/>
          <p:cNvSpPr txBox="1"/>
          <p:nvPr/>
        </p:nvSpPr>
        <p:spPr>
          <a:xfrm>
            <a:off x="10228680" y="562896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页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6642</Words>
  <Application>WPS Presentation</Application>
  <PresentationFormat/>
  <Paragraphs>1772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Arial</vt:lpstr>
      <vt:lpstr>宋体</vt:lpstr>
      <vt:lpstr>Wingdings</vt:lpstr>
      <vt:lpstr>Arial</vt:lpstr>
      <vt:lpstr>Symbol</vt:lpstr>
      <vt:lpstr>Times New Roman</vt:lpstr>
      <vt:lpstr>WenQuanYiZenHei</vt:lpstr>
      <vt:lpstr>Euphorigenic</vt:lpstr>
      <vt:lpstr>DejaVuSans</vt:lpstr>
      <vt:lpstr>微软雅黑</vt:lpstr>
      <vt:lpstr>Arial Unicode MS</vt:lpstr>
      <vt:lpstr>Calibri</vt:lpstr>
      <vt:lpstr>PMingLiU</vt:lpstr>
      <vt:lpstr>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dayda</cp:lastModifiedBy>
  <cp:revision>1</cp:revision>
  <dcterms:created xsi:type="dcterms:W3CDTF">2025-06-30T23:59:57Z</dcterms:created>
  <dcterms:modified xsi:type="dcterms:W3CDTF">2025-06-30T23:59:57Z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4799C9914FBC446486B1EF3C59DE0B04_12</vt:lpwstr>
  </property>
  <property fmtid="{D5CDD505-2E9C-101B-9397-08002B2CF9AE}" pid="3" name="KSOProductBuildVer">
    <vt:lpwstr>3076-12.2.0.21546</vt:lpwstr>
  </property>
</Properties>
</file>